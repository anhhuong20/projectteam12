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colors2.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4"/>
  </p:notesMasterIdLst>
  <p:handoutMasterIdLst>
    <p:handoutMasterId r:id="rId62"/>
  </p:handoutMasterIdLst>
  <p:sldIdLst>
    <p:sldId id="337" r:id="rId3"/>
    <p:sldId id="339" r:id="rId5"/>
    <p:sldId id="340" r:id="rId6"/>
    <p:sldId id="341" r:id="rId7"/>
    <p:sldId id="342" r:id="rId8"/>
    <p:sldId id="430" r:id="rId9"/>
    <p:sldId id="433" r:id="rId10"/>
    <p:sldId id="480" r:id="rId11"/>
    <p:sldId id="343" r:id="rId12"/>
    <p:sldId id="485" r:id="rId13"/>
    <p:sldId id="434" r:id="rId14"/>
    <p:sldId id="490" r:id="rId15"/>
    <p:sldId id="486" r:id="rId16"/>
    <p:sldId id="489" r:id="rId17"/>
    <p:sldId id="551" r:id="rId18"/>
    <p:sldId id="552" r:id="rId19"/>
    <p:sldId id="491" r:id="rId20"/>
    <p:sldId id="487" r:id="rId21"/>
    <p:sldId id="492" r:id="rId22"/>
    <p:sldId id="494" r:id="rId23"/>
    <p:sldId id="493" r:id="rId24"/>
    <p:sldId id="495" r:id="rId25"/>
    <p:sldId id="344" r:id="rId26"/>
    <p:sldId id="338" r:id="rId27"/>
    <p:sldId id="274" r:id="rId28"/>
    <p:sldId id="257" r:id="rId29"/>
    <p:sldId id="290" r:id="rId30"/>
    <p:sldId id="268" r:id="rId31"/>
    <p:sldId id="295" r:id="rId32"/>
    <p:sldId id="296" r:id="rId33"/>
    <p:sldId id="297" r:id="rId34"/>
    <p:sldId id="298" r:id="rId35"/>
    <p:sldId id="277" r:id="rId36"/>
    <p:sldId id="299" r:id="rId37"/>
    <p:sldId id="395" r:id="rId38"/>
    <p:sldId id="539" r:id="rId39"/>
    <p:sldId id="540" r:id="rId40"/>
    <p:sldId id="541" r:id="rId41"/>
    <p:sldId id="543" r:id="rId42"/>
    <p:sldId id="544" r:id="rId43"/>
    <p:sldId id="545" r:id="rId44"/>
    <p:sldId id="546" r:id="rId45"/>
    <p:sldId id="547" r:id="rId46"/>
    <p:sldId id="548" r:id="rId47"/>
    <p:sldId id="394" r:id="rId48"/>
    <p:sldId id="272" r:id="rId49"/>
    <p:sldId id="262" r:id="rId50"/>
    <p:sldId id="300" r:id="rId51"/>
    <p:sldId id="263" r:id="rId52"/>
    <p:sldId id="595" r:id="rId53"/>
    <p:sldId id="303" r:id="rId54"/>
    <p:sldId id="285" r:id="rId55"/>
    <p:sldId id="550" r:id="rId56"/>
    <p:sldId id="553" r:id="rId57"/>
    <p:sldId id="270" r:id="rId58"/>
    <p:sldId id="271" r:id="rId59"/>
    <p:sldId id="554" r:id="rId60"/>
    <p:sldId id="278" r:id="rId61"/>
  </p:sldIdLst>
  <p:sldSz cx="9144000" cy="5143500" type="screen16x9"/>
  <p:notesSz cx="6858000" cy="9144000"/>
  <p:embeddedFontLst>
    <p:embeddedFont>
      <p:font typeface="Courant" panose="02000509030000020004" charset="0"/>
      <p:regular r:id="rId66"/>
      <p:bold r:id="rId67"/>
      <p:italic r:id="rId68"/>
      <p:boldItalic r:id="rId69"/>
    </p:embeddedFont>
    <p:embeddedFont>
      <p:font typeface="MaplePi" panose="02000500070000020004" charset="0"/>
      <p:regular r:id="rId70"/>
    </p:embeddedFont>
    <p:embeddedFont>
      <p:font typeface="Cambria Math" panose="02040503050406030204" charset="0"/>
      <p:regular r:id="rId7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1" Type="http://schemas.openxmlformats.org/officeDocument/2006/relationships/font" Target="fonts/font6.fntdata"/><Relationship Id="rId70" Type="http://schemas.openxmlformats.org/officeDocument/2006/relationships/font" Target="fonts/font5.fntdata"/><Relationship Id="rId7" Type="http://schemas.openxmlformats.org/officeDocument/2006/relationships/slide" Target="slides/slide4.xml"/><Relationship Id="rId69" Type="http://schemas.openxmlformats.org/officeDocument/2006/relationships/font" Target="fonts/font4.fntdata"/><Relationship Id="rId68" Type="http://schemas.openxmlformats.org/officeDocument/2006/relationships/font" Target="fonts/font3.fntdata"/><Relationship Id="rId67" Type="http://schemas.openxmlformats.org/officeDocument/2006/relationships/font" Target="fonts/font2.fntdata"/><Relationship Id="rId66" Type="http://schemas.openxmlformats.org/officeDocument/2006/relationships/font" Target="fonts/font1.fntdata"/><Relationship Id="rId65" Type="http://schemas.openxmlformats.org/officeDocument/2006/relationships/tableStyles" Target="tableStyles.xml"/><Relationship Id="rId64" Type="http://schemas.openxmlformats.org/officeDocument/2006/relationships/viewProps" Target="viewProps.xml"/><Relationship Id="rId63" Type="http://schemas.openxmlformats.org/officeDocument/2006/relationships/presProps" Target="presProps.xml"/><Relationship Id="rId62" Type="http://schemas.openxmlformats.org/officeDocument/2006/relationships/handoutMaster" Target="handoutMasters/handoutMaster1.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DDD4551A-7A44-4D1C-880C-9336FF40D936}" type="doc">
      <dgm:prSet/>
      <dgm:spPr/>
      <dgm:t>
        <a:bodyPr/>
        <a:p>
          <a:endParaRPr altLang="en-US"/>
        </a:p>
      </dgm:t>
    </dgm:pt>
    <dgm:pt modelId="{9487773B-5707-4386-8121-06C6C3A17FCA}">
      <dgm:prSet phldr="0" custT="0"/>
      <dgm:spPr/>
      <dgm:t>
        <a:bodyPr vert="horz" wrap="square"/>
        <a:p>
          <a:pPr>
            <a:lnSpc>
              <a:spcPct val="100000"/>
            </a:lnSpc>
            <a:spcBef>
              <a:spcPct val="0"/>
            </a:spcBef>
            <a:spcAft>
              <a:spcPct val="35000"/>
            </a:spcAft>
          </a:pPr>
          <a:r>
            <a:rPr lang="en-US" b="0" i="0" u="none" baseline="0">
              <a:solidFill>
                <a:schemeClr val="tx1"/>
              </a:solidFill>
              <a:rtl val="0"/>
            </a:rPr>
            <a:t>Phương pháp biểu đồ</a:t>
          </a:r>
          <a:r>
            <a:rPr lang="en-US" b="0" i="0" u="none" baseline="0">
              <a:solidFill>
                <a:schemeClr val="tx1"/>
              </a:solidFill>
              <a:rtl val="0"/>
            </a:rPr>
            <a:t> </a:t>
          </a:r>
          <a:r>
            <a:rPr lang="en-US" b="0" i="0" u="none" baseline="0">
              <a:rtl val="0"/>
            </a:rPr>
            <a:t>                                          </a:t>
          </a:r>
          <a:r>
            <a:rPr altLang="en-US"/>
            <a:t/>
          </a:r>
          <a:endParaRPr altLang="en-US"/>
        </a:p>
      </dgm:t>
    </dgm:pt>
    <dgm:pt modelId="{AD7E9EE7-47C2-4746-9DAA-7D2E26D48DAE}" cxnId="{1A845DF2-7356-4AA7-8B35-40DF506757D2}" type="parTrans">
      <dgm:prSet/>
      <dgm:spPr/>
    </dgm:pt>
    <dgm:pt modelId="{21AA0A2A-B16C-4DD5-80AD-1A6425478DF6}" cxnId="{1A845DF2-7356-4AA7-8B35-40DF506757D2}" type="sibTrans">
      <dgm:prSet/>
      <dgm:spPr/>
    </dgm:pt>
    <dgm:pt modelId="{CE627961-8486-4827-A19B-DEE7AD1F42AC}">
      <dgm:prSet/>
      <dgm:spPr/>
      <dgm:t>
        <a:bodyPr/>
        <a:p>
          <a:r>
            <a:rPr lang="en-US" b="0" i="0" u="none" baseline="0">
              <a:rtl val="0"/>
            </a:rPr>
            <a:t>Biểu đồ phân bố tần suất (Histogram plot)</a:t>
          </a:r>
          <a:r>
            <a:rPr lang="en-US" b="0" i="0" u="none" baseline="0">
              <a:rtl val="0"/>
            </a:rPr>
            <a:t>              </a:t>
          </a:r>
          <a:endParaRPr altLang="en-US"/>
        </a:p>
      </dgm:t>
    </dgm:pt>
    <dgm:pt modelId="{984CDC9F-80C3-48E2-BED6-5C4360569442}" cxnId="{BE8D5459-8DC7-4785-ACD7-18B07BC6B4A4}" type="parTrans">
      <dgm:prSet/>
      <dgm:spPr/>
    </dgm:pt>
    <dgm:pt modelId="{9D93D82E-A656-4156-87A5-EA118BDBA4BF}" cxnId="{BE8D5459-8DC7-4785-ACD7-18B07BC6B4A4}" type="sibTrans">
      <dgm:prSet/>
      <dgm:spPr/>
    </dgm:pt>
    <dgm:pt modelId="{4DFC5E32-3B9A-4BDD-98AE-AF649C31A6F3}">
      <dgm:prSet/>
      <dgm:spPr/>
      <dgm:t>
        <a:bodyPr/>
        <a:p>
          <a:r>
            <a:rPr lang="en-US" b="0" i="0" u="none" baseline="0">
              <a:rtl val="0"/>
            </a:rPr>
            <a:t>Biểu đồ xác suất chuẩn (QQ plot)</a:t>
          </a:r>
          <a:endParaRPr altLang="en-US"/>
        </a:p>
      </dgm:t>
    </dgm:pt>
    <dgm:pt modelId="{52BFE8EF-763F-4B11-8E6C-E60C8BA457E5}" cxnId="{2143FE2D-CA52-4957-AFB3-2D4FC688CA79}" type="parTrans">
      <dgm:prSet/>
      <dgm:spPr/>
    </dgm:pt>
    <dgm:pt modelId="{1F992B26-3100-4EC0-AB3A-762A68A8A53C}" cxnId="{2143FE2D-CA52-4957-AFB3-2D4FC688CA79}" type="sibTrans">
      <dgm:prSet/>
      <dgm:spPr/>
    </dgm:pt>
    <dgm:pt modelId="{94F2D295-B240-4227-806F-2F58F19C15CC}" type="pres">
      <dgm:prSet presAssocID="{DDD4551A-7A44-4D1C-880C-9336FF40D936}" presName="diagram" presStyleCnt="0">
        <dgm:presLayoutVars>
          <dgm:chPref val="1"/>
          <dgm:dir/>
          <dgm:animOne val="branch"/>
          <dgm:animLvl val="lvl"/>
          <dgm:resizeHandles/>
        </dgm:presLayoutVars>
      </dgm:prSet>
      <dgm:spPr/>
    </dgm:pt>
    <dgm:pt modelId="{107FF3D8-54AD-48FA-B480-D7D80599C656}" type="pres">
      <dgm:prSet presAssocID="{9487773B-5707-4386-8121-06C6C3A17FCA}" presName="root" presStyleCnt="0"/>
      <dgm:spPr/>
    </dgm:pt>
    <dgm:pt modelId="{6BE1DE41-5E2D-4F4D-BB4F-54187139DAE6}" type="pres">
      <dgm:prSet presAssocID="{9487773B-5707-4386-8121-06C6C3A17FCA}" presName="rootComposite" presStyleCnt="0"/>
      <dgm:spPr/>
    </dgm:pt>
    <dgm:pt modelId="{11A117F2-7793-46BF-9EC7-9843BECB3FE6}" type="pres">
      <dgm:prSet presAssocID="{9487773B-5707-4386-8121-06C6C3A17FCA}" presName="rootText" presStyleLbl="node1" presStyleIdx="0" presStyleCnt="1"/>
      <dgm:spPr/>
    </dgm:pt>
    <dgm:pt modelId="{A349F92F-64BC-4E7F-ADBE-7414E9799AEB}" type="pres">
      <dgm:prSet presAssocID="{9487773B-5707-4386-8121-06C6C3A17FCA}" presName="rootConnector" presStyleCnt="0"/>
      <dgm:spPr/>
    </dgm:pt>
    <dgm:pt modelId="{24E88A29-7E60-4C48-A83E-C65F0EBE5EFA}" type="pres">
      <dgm:prSet presAssocID="{9487773B-5707-4386-8121-06C6C3A17FCA}" presName="childShape" presStyleCnt="0"/>
      <dgm:spPr/>
    </dgm:pt>
    <dgm:pt modelId="{2BBB9595-C8DB-42FE-9F50-02FB92E61B17}" type="pres">
      <dgm:prSet presAssocID="{984CDC9F-80C3-48E2-BED6-5C4360569442}" presName="Name13" presStyleLbl="parChTrans1D2" presStyleIdx="0" presStyleCnt="2"/>
      <dgm:spPr/>
    </dgm:pt>
    <dgm:pt modelId="{B7C43FB1-4DFE-4A67-8569-F7A137661BC9}" type="pres">
      <dgm:prSet presAssocID="{CE627961-8486-4827-A19B-DEE7AD1F42AC}" presName="childText" presStyleLbl="bgAcc1" presStyleIdx="0" presStyleCnt="2">
        <dgm:presLayoutVars>
          <dgm:bulletEnabled val="1"/>
        </dgm:presLayoutVars>
      </dgm:prSet>
      <dgm:spPr/>
    </dgm:pt>
    <dgm:pt modelId="{F9992D72-F4AD-4894-85DF-EAE38C0DDBEA}" type="pres">
      <dgm:prSet presAssocID="{52BFE8EF-763F-4B11-8E6C-E60C8BA457E5}" presName="Name13" presStyleLbl="parChTrans1D2" presStyleIdx="1" presStyleCnt="2"/>
      <dgm:spPr/>
    </dgm:pt>
    <dgm:pt modelId="{90FAFD61-1F35-4ADB-8D77-FB427B389179}" type="pres">
      <dgm:prSet presAssocID="{4DFC5E32-3B9A-4BDD-98AE-AF649C31A6F3}" presName="childText" presStyleLbl="bgAcc1" presStyleIdx="1" presStyleCnt="2">
        <dgm:presLayoutVars>
          <dgm:bulletEnabled val="1"/>
        </dgm:presLayoutVars>
      </dgm:prSet>
      <dgm:spPr/>
    </dgm:pt>
  </dgm:ptLst>
  <dgm:cxnLst>
    <dgm:cxn modelId="{1A845DF2-7356-4AA7-8B35-40DF506757D2}" srcId="{DDD4551A-7A44-4D1C-880C-9336FF40D936}" destId="{9487773B-5707-4386-8121-06C6C3A17FCA}" srcOrd="0" destOrd="0" parTransId="{AD7E9EE7-47C2-4746-9DAA-7D2E26D48DAE}" sibTransId="{21AA0A2A-B16C-4DD5-80AD-1A6425478DF6}"/>
    <dgm:cxn modelId="{BE8D5459-8DC7-4785-ACD7-18B07BC6B4A4}" srcId="{9487773B-5707-4386-8121-06C6C3A17FCA}" destId="{CE627961-8486-4827-A19B-DEE7AD1F42AC}" srcOrd="0" destOrd="0" parTransId="{984CDC9F-80C3-48E2-BED6-5C4360569442}" sibTransId="{9D93D82E-A656-4156-87A5-EA118BDBA4BF}"/>
    <dgm:cxn modelId="{2143FE2D-CA52-4957-AFB3-2D4FC688CA79}" srcId="{9487773B-5707-4386-8121-06C6C3A17FCA}" destId="{4DFC5E32-3B9A-4BDD-98AE-AF649C31A6F3}" srcOrd="1" destOrd="0" parTransId="{52BFE8EF-763F-4B11-8E6C-E60C8BA457E5}" sibTransId="{1F992B26-3100-4EC0-AB3A-762A68A8A53C}"/>
    <dgm:cxn modelId="{6278DA46-02C9-4CBC-B92F-B1DA99657998}" type="presOf" srcId="{DDD4551A-7A44-4D1C-880C-9336FF40D936}" destId="{94F2D295-B240-4227-806F-2F58F19C15CC}" srcOrd="0" destOrd="0" presId="urn:microsoft.com/office/officeart/2005/8/layout/hierarchy3"/>
    <dgm:cxn modelId="{FD6DD90D-3D2C-406B-A108-7AAE225FB360}" type="presParOf" srcId="{94F2D295-B240-4227-806F-2F58F19C15CC}" destId="{107FF3D8-54AD-48FA-B480-D7D80599C656}" srcOrd="0" destOrd="0" presId="urn:microsoft.com/office/officeart/2005/8/layout/hierarchy3"/>
    <dgm:cxn modelId="{45F67E1C-39F0-4E9C-B78E-8D57AD4823D5}" type="presParOf" srcId="{107FF3D8-54AD-48FA-B480-D7D80599C656}" destId="{6BE1DE41-5E2D-4F4D-BB4F-54187139DAE6}" srcOrd="0" destOrd="0" presId="urn:microsoft.com/office/officeart/2005/8/layout/hierarchy3"/>
    <dgm:cxn modelId="{E520BB6A-3DE6-4BC7-AC97-DF4673C2F880}" type="presOf" srcId="{9487773B-5707-4386-8121-06C6C3A17FCA}" destId="{6BE1DE41-5E2D-4F4D-BB4F-54187139DAE6}" srcOrd="0" destOrd="0" presId="urn:microsoft.com/office/officeart/2005/8/layout/hierarchy3"/>
    <dgm:cxn modelId="{327175AD-169E-4915-B8AE-27CD7BBD9583}" type="presParOf" srcId="{6BE1DE41-5E2D-4F4D-BB4F-54187139DAE6}" destId="{11A117F2-7793-46BF-9EC7-9843BECB3FE6}" srcOrd="0" destOrd="0" presId="urn:microsoft.com/office/officeart/2005/8/layout/hierarchy3"/>
    <dgm:cxn modelId="{04978731-C954-490D-8C16-544A7EFFD03E}" type="presOf" srcId="{9487773B-5707-4386-8121-06C6C3A17FCA}" destId="{11A117F2-7793-46BF-9EC7-9843BECB3FE6}" srcOrd="0" destOrd="0" presId="urn:microsoft.com/office/officeart/2005/8/layout/hierarchy3"/>
    <dgm:cxn modelId="{D6F108C1-5AF7-4532-A010-5687B20E53B1}" type="presParOf" srcId="{6BE1DE41-5E2D-4F4D-BB4F-54187139DAE6}" destId="{A349F92F-64BC-4E7F-ADBE-7414E9799AEB}" srcOrd="1" destOrd="0" presId="urn:microsoft.com/office/officeart/2005/8/layout/hierarchy3"/>
    <dgm:cxn modelId="{34833886-25B5-42D1-BF12-EA88F880F9F3}" type="presOf" srcId="{9487773B-5707-4386-8121-06C6C3A17FCA}" destId="{A349F92F-64BC-4E7F-ADBE-7414E9799AEB}" srcOrd="0" destOrd="0" presId="urn:microsoft.com/office/officeart/2005/8/layout/hierarchy3"/>
    <dgm:cxn modelId="{2221B375-2DD0-4016-8CE0-8F7BA0335418}" type="presParOf" srcId="{107FF3D8-54AD-48FA-B480-D7D80599C656}" destId="{24E88A29-7E60-4C48-A83E-C65F0EBE5EFA}" srcOrd="1" destOrd="0" presId="urn:microsoft.com/office/officeart/2005/8/layout/hierarchy3"/>
    <dgm:cxn modelId="{89E30530-2416-4CB6-93AE-55355B4C71CB}" type="presParOf" srcId="{24E88A29-7E60-4C48-A83E-C65F0EBE5EFA}" destId="{2BBB9595-C8DB-42FE-9F50-02FB92E61B17}" srcOrd="0" destOrd="1" presId="urn:microsoft.com/office/officeart/2005/8/layout/hierarchy3"/>
    <dgm:cxn modelId="{A7655B55-4AC3-4313-8719-27168D000065}" type="presOf" srcId="{984CDC9F-80C3-48E2-BED6-5C4360569442}" destId="{2BBB9595-C8DB-42FE-9F50-02FB92E61B17}" srcOrd="0" destOrd="0" presId="urn:microsoft.com/office/officeart/2005/8/layout/hierarchy3"/>
    <dgm:cxn modelId="{B4A27682-B3C7-4EDD-BD30-E162B2680E90}" type="presParOf" srcId="{24E88A29-7E60-4C48-A83E-C65F0EBE5EFA}" destId="{B7C43FB1-4DFE-4A67-8569-F7A137661BC9}" srcOrd="1" destOrd="1" presId="urn:microsoft.com/office/officeart/2005/8/layout/hierarchy3"/>
    <dgm:cxn modelId="{E7EFE1E6-9D77-404C-B30B-DE6695388120}" type="presOf" srcId="{CE627961-8486-4827-A19B-DEE7AD1F42AC}" destId="{B7C43FB1-4DFE-4A67-8569-F7A137661BC9}" srcOrd="0" destOrd="0" presId="urn:microsoft.com/office/officeart/2005/8/layout/hierarchy3"/>
    <dgm:cxn modelId="{10F011C6-1FC4-4423-B6B2-87DCF0D1751A}" type="presParOf" srcId="{24E88A29-7E60-4C48-A83E-C65F0EBE5EFA}" destId="{F9992D72-F4AD-4894-85DF-EAE38C0DDBEA}" srcOrd="2" destOrd="1" presId="urn:microsoft.com/office/officeart/2005/8/layout/hierarchy3"/>
    <dgm:cxn modelId="{26B9ED0F-E2F7-4264-9924-2FE46B8F7B0B}" type="presOf" srcId="{52BFE8EF-763F-4B11-8E6C-E60C8BA457E5}" destId="{F9992D72-F4AD-4894-85DF-EAE38C0DDBEA}" srcOrd="0" destOrd="0" presId="urn:microsoft.com/office/officeart/2005/8/layout/hierarchy3"/>
    <dgm:cxn modelId="{92808937-569D-4DF6-B3C7-97BBFADCE2B3}" type="presParOf" srcId="{24E88A29-7E60-4C48-A83E-C65F0EBE5EFA}" destId="{90FAFD61-1F35-4ADB-8D77-FB427B389179}" srcOrd="3" destOrd="1" presId="urn:microsoft.com/office/officeart/2005/8/layout/hierarchy3"/>
    <dgm:cxn modelId="{678F5911-5ABF-4E35-8B56-FBC73CAF6944}" type="presOf" srcId="{4DFC5E32-3B9A-4BDD-98AE-AF649C31A6F3}" destId="{90FAFD61-1F35-4ADB-8D77-FB427B389179}" srcOrd="0" destOrd="0" presId="urn:microsoft.com/office/officeart/2005/8/layout/hierarchy3"/>
  </dgm:cxnLst>
  <dgm:extLst>
    <a:ext uri="http://schemas.microsoft.com/office/drawing/2008/diagram">
      <dsp:dataModelExt xmlns:dsp="http://schemas.microsoft.com/office/drawing/2008/diagram" relId="rId5"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1B03C19-CB2C-4825-AB1E-9DC63C930BF5}" type="doc">
      <dgm:prSet/>
      <dgm:spPr/>
      <dgm:t>
        <a:bodyPr/>
        <a:p>
          <a:endParaRPr altLang="en-US"/>
        </a:p>
      </dgm:t>
    </dgm:pt>
    <dgm:pt modelId="{08BC607E-AEA3-4459-9A93-7282D925EA7A}">
      <dgm:prSet phldr="0" custT="0"/>
      <dgm:spPr/>
      <dgm:t>
        <a:bodyPr vert="horz" wrap="square"/>
        <a:p>
          <a:pPr>
            <a:lnSpc>
              <a:spcPct val="100000"/>
            </a:lnSpc>
            <a:spcBef>
              <a:spcPct val="0"/>
            </a:spcBef>
            <a:spcAft>
              <a:spcPct val="35000"/>
            </a:spcAft>
          </a:pPr>
          <a:r>
            <a:rPr lang="en-US" i="0" u="none" baseline="0">
              <a:solidFill>
                <a:schemeClr val="tx1"/>
              </a:solidFill>
              <a:rtl val="0"/>
            </a:rPr>
            <a:t>Phương pháp </a:t>
          </a:r>
          <a:r>
            <a:rPr lang="en-US" i="0" u="none" baseline="0">
              <a:solidFill>
                <a:schemeClr val="tx1"/>
              </a:solidFill>
              <a:rtl val="0"/>
            </a:rPr>
            <a:t>thống kê </a:t>
          </a:r>
          <a:r>
            <a:rPr lang="en-US" b="1" i="0" u="none" baseline="0">
              <a:rtl val="0"/>
            </a:rPr>
            <a:t>  </a:t>
          </a:r>
          <a:r>
            <a:rPr lang="en-US" b="0" i="0" u="none" baseline="0">
              <a:rtl val="0"/>
            </a:rPr>
            <a:t>                                       </a:t>
          </a:r>
          <a:r>
            <a:rPr lang="en-US" b="0" i="0" u="none" baseline="0">
              <a:rtl val="0"/>
            </a:rPr>
            <a:t>  </a:t>
          </a:r>
          <a:r>
            <a:rPr altLang="en-US"/>
            <a:t/>
          </a:r>
          <a:endParaRPr altLang="en-US"/>
        </a:p>
      </dgm:t>
    </dgm:pt>
    <dgm:pt modelId="{F61C4952-E434-48BD-B61C-3681B8E0E292}" cxnId="{C29EA03C-6C96-42DC-ABA1-613B52F3D3DC}" type="parTrans">
      <dgm:prSet/>
      <dgm:spPr/>
    </dgm:pt>
    <dgm:pt modelId="{4B367E85-BEAC-4683-92B9-25B8E1B4CB54}" cxnId="{C29EA03C-6C96-42DC-ABA1-613B52F3D3DC}" type="sibTrans">
      <dgm:prSet/>
      <dgm:spPr/>
    </dgm:pt>
    <dgm:pt modelId="{F93FB0E8-85C8-4DAC-B268-60EC67F77BE2}">
      <dgm:prSet/>
      <dgm:spPr/>
      <dgm:t>
        <a:bodyPr/>
        <a:p>
          <a:r>
            <a:rPr lang="en-US" b="0" i="0" u="none" baseline="0">
              <a:rtl val="0"/>
            </a:rPr>
            <a:t>Shapiro Test</a:t>
          </a:r>
          <a:endParaRPr altLang="en-US"/>
        </a:p>
      </dgm:t>
    </dgm:pt>
    <dgm:pt modelId="{2AB5795E-91E3-4BBE-8C45-4E59DC2BCD48}" cxnId="{822F968E-1507-458F-922F-A66980CCA265}" type="parTrans">
      <dgm:prSet/>
      <dgm:spPr/>
    </dgm:pt>
    <dgm:pt modelId="{00E5B188-72E0-474F-AD92-DB5F045D2BF2}" cxnId="{822F968E-1507-458F-922F-A66980CCA265}" type="sibTrans">
      <dgm:prSet/>
      <dgm:spPr/>
    </dgm:pt>
    <dgm:pt modelId="{3462C4B4-915E-45FD-9BCE-6976AF52ACD4}">
      <dgm:prSet/>
      <dgm:spPr/>
      <dgm:t>
        <a:bodyPr/>
        <a:p>
          <a:r>
            <a:rPr lang="en-US" b="0" i="0" u="none" baseline="0">
              <a:rtl val="0"/>
            </a:rPr>
            <a:t>D'Agostino and Pearson test</a:t>
          </a:r>
          <a:endParaRPr altLang="en-US"/>
        </a:p>
      </dgm:t>
    </dgm:pt>
    <dgm:pt modelId="{EE5B8049-4FF4-4717-95E8-40D0A90D41B0}" cxnId="{B05C47AE-9A90-4A71-9A2F-147CD90D0F82}" type="parTrans">
      <dgm:prSet/>
      <dgm:spPr/>
    </dgm:pt>
    <dgm:pt modelId="{DF7B09AE-11C3-4F3F-997B-1833E6AD14AA}" cxnId="{B05C47AE-9A90-4A71-9A2F-147CD90D0F82}" type="sibTrans">
      <dgm:prSet/>
      <dgm:spPr/>
    </dgm:pt>
    <dgm:pt modelId="{8481AA3C-E591-4F7E-A43F-2C0882C27482}">
      <dgm:prSet/>
      <dgm:spPr/>
      <dgm:t>
        <a:bodyPr/>
        <a:p>
          <a:r>
            <a:rPr lang="en-US" b="0" i="0" u="none" baseline="0">
              <a:rtl val="0"/>
            </a:rPr>
            <a:t>Anderson-Darling test  </a:t>
          </a:r>
          <a:endParaRPr altLang="en-US"/>
        </a:p>
      </dgm:t>
    </dgm:pt>
    <dgm:pt modelId="{AE860768-C888-4B38-85A1-6B3A5C779FAD}" cxnId="{EEDC0E6C-5CCA-4595-8C3B-CE592616E888}" type="parTrans">
      <dgm:prSet/>
      <dgm:spPr/>
    </dgm:pt>
    <dgm:pt modelId="{33181010-C883-4207-884E-9E3795A69707}" cxnId="{EEDC0E6C-5CCA-4595-8C3B-CE592616E888}" type="sibTrans">
      <dgm:prSet/>
      <dgm:spPr/>
    </dgm:pt>
    <dgm:pt modelId="{47018BED-8EED-4919-9194-D6F68ED6A664}">
      <dgm:prSet/>
      <dgm:spPr/>
      <dgm:t>
        <a:bodyPr/>
        <a:p>
          <a:r>
            <a:rPr lang="en-US" b="0" i="0" u="none" baseline="0">
              <a:rtl val="0"/>
            </a:rPr>
            <a:t>Kolmogorvo-Smirnov Test</a:t>
          </a:r>
          <a:endParaRPr altLang="en-US"/>
        </a:p>
      </dgm:t>
    </dgm:pt>
    <dgm:pt modelId="{CCAA4D98-5FE8-45EC-8D4C-9B923CED2FDE}" cxnId="{F7AB4A39-6C4F-4497-BDAB-D126B72737DD}" type="parTrans">
      <dgm:prSet/>
      <dgm:spPr/>
    </dgm:pt>
    <dgm:pt modelId="{B57DF1CE-29D0-4DDE-9EB6-6CB5B5AAFDA5}" cxnId="{F7AB4A39-6C4F-4497-BDAB-D126B72737DD}" type="sibTrans">
      <dgm:prSet/>
      <dgm:spPr/>
    </dgm:pt>
    <dgm:pt modelId="{B173B630-4C46-4C6D-A868-0EDDB5A11580}" type="pres">
      <dgm:prSet presAssocID="{A1B03C19-CB2C-4825-AB1E-9DC63C930BF5}" presName="diagram" presStyleCnt="0">
        <dgm:presLayoutVars>
          <dgm:chPref val="1"/>
          <dgm:dir/>
          <dgm:animOne val="branch"/>
          <dgm:animLvl val="lvl"/>
          <dgm:resizeHandles/>
        </dgm:presLayoutVars>
      </dgm:prSet>
      <dgm:spPr/>
    </dgm:pt>
    <dgm:pt modelId="{873A8C6F-33F3-424C-BB75-5E72482BF144}" type="pres">
      <dgm:prSet presAssocID="{08BC607E-AEA3-4459-9A93-7282D925EA7A}" presName="root" presStyleCnt="0"/>
      <dgm:spPr/>
    </dgm:pt>
    <dgm:pt modelId="{D5785FDF-FF4D-40F4-A824-41F5DC32B3E3}" type="pres">
      <dgm:prSet presAssocID="{08BC607E-AEA3-4459-9A93-7282D925EA7A}" presName="rootComposite" presStyleCnt="0"/>
      <dgm:spPr/>
    </dgm:pt>
    <dgm:pt modelId="{45BAE195-F8CA-4CBD-A205-AA8EEDE05741}" type="pres">
      <dgm:prSet presAssocID="{08BC607E-AEA3-4459-9A93-7282D925EA7A}" presName="rootText" presStyleLbl="node1" presStyleIdx="0" presStyleCnt="1"/>
      <dgm:spPr/>
    </dgm:pt>
    <dgm:pt modelId="{E77F18EA-EB15-4CB4-BAF4-FF9880437910}" type="pres">
      <dgm:prSet presAssocID="{08BC607E-AEA3-4459-9A93-7282D925EA7A}" presName="rootConnector" presStyleCnt="0"/>
      <dgm:spPr/>
    </dgm:pt>
    <dgm:pt modelId="{BB1C2870-56DA-4155-8471-E956951B3E83}" type="pres">
      <dgm:prSet presAssocID="{08BC607E-AEA3-4459-9A93-7282D925EA7A}" presName="childShape" presStyleCnt="0"/>
      <dgm:spPr/>
    </dgm:pt>
    <dgm:pt modelId="{306FA1C0-C906-4BB5-B948-A8F22B1E0990}" type="pres">
      <dgm:prSet presAssocID="{2AB5795E-91E3-4BBE-8C45-4E59DC2BCD48}" presName="Name13" presStyleLbl="parChTrans1D2" presStyleIdx="0" presStyleCnt="4"/>
      <dgm:spPr/>
    </dgm:pt>
    <dgm:pt modelId="{25F56AFE-F5EC-438F-8411-F943CDB48BB9}" type="pres">
      <dgm:prSet presAssocID="{F93FB0E8-85C8-4DAC-B268-60EC67F77BE2}" presName="childText" presStyleLbl="bgAcc1" presStyleIdx="0" presStyleCnt="4">
        <dgm:presLayoutVars>
          <dgm:bulletEnabled val="1"/>
        </dgm:presLayoutVars>
      </dgm:prSet>
      <dgm:spPr/>
    </dgm:pt>
    <dgm:pt modelId="{66EB62D1-372B-4CB6-8CA1-BC717046AC18}" type="pres">
      <dgm:prSet presAssocID="{EE5B8049-4FF4-4717-95E8-40D0A90D41B0}" presName="Name13" presStyleLbl="parChTrans1D2" presStyleIdx="1" presStyleCnt="4"/>
      <dgm:spPr/>
    </dgm:pt>
    <dgm:pt modelId="{C085B8E1-3468-41A8-AFB5-002B94634E72}" type="pres">
      <dgm:prSet presAssocID="{3462C4B4-915E-45FD-9BCE-6976AF52ACD4}" presName="childText" presStyleLbl="bgAcc1" presStyleIdx="1" presStyleCnt="4">
        <dgm:presLayoutVars>
          <dgm:bulletEnabled val="1"/>
        </dgm:presLayoutVars>
      </dgm:prSet>
      <dgm:spPr/>
    </dgm:pt>
    <dgm:pt modelId="{072CED7E-02CD-4876-AD4F-5D3FDFA6015C}" type="pres">
      <dgm:prSet presAssocID="{AE860768-C888-4B38-85A1-6B3A5C779FAD}" presName="Name13" presStyleLbl="parChTrans1D2" presStyleIdx="2" presStyleCnt="4"/>
      <dgm:spPr/>
    </dgm:pt>
    <dgm:pt modelId="{D0D2B2E3-0CC6-468F-A9D3-4629D5FF124E}" type="pres">
      <dgm:prSet presAssocID="{8481AA3C-E591-4F7E-A43F-2C0882C27482}" presName="childText" presStyleLbl="bgAcc1" presStyleIdx="2" presStyleCnt="4">
        <dgm:presLayoutVars>
          <dgm:bulletEnabled val="1"/>
        </dgm:presLayoutVars>
      </dgm:prSet>
      <dgm:spPr/>
    </dgm:pt>
    <dgm:pt modelId="{BBD1F0C7-87D2-4CDC-829F-482531552856}" type="pres">
      <dgm:prSet presAssocID="{CCAA4D98-5FE8-45EC-8D4C-9B923CED2FDE}" presName="Name13" presStyleLbl="parChTrans1D2" presStyleIdx="3" presStyleCnt="4"/>
      <dgm:spPr/>
    </dgm:pt>
    <dgm:pt modelId="{239831A5-8199-49EC-A13C-7E3A6BEC1283}" type="pres">
      <dgm:prSet presAssocID="{47018BED-8EED-4919-9194-D6F68ED6A664}" presName="childText" presStyleLbl="bgAcc1" presStyleIdx="3" presStyleCnt="4">
        <dgm:presLayoutVars>
          <dgm:bulletEnabled val="1"/>
        </dgm:presLayoutVars>
      </dgm:prSet>
      <dgm:spPr/>
    </dgm:pt>
  </dgm:ptLst>
  <dgm:cxnLst>
    <dgm:cxn modelId="{C29EA03C-6C96-42DC-ABA1-613B52F3D3DC}" srcId="{A1B03C19-CB2C-4825-AB1E-9DC63C930BF5}" destId="{08BC607E-AEA3-4459-9A93-7282D925EA7A}" srcOrd="0" destOrd="0" parTransId="{F61C4952-E434-48BD-B61C-3681B8E0E292}" sibTransId="{4B367E85-BEAC-4683-92B9-25B8E1B4CB54}"/>
    <dgm:cxn modelId="{822F968E-1507-458F-922F-A66980CCA265}" srcId="{08BC607E-AEA3-4459-9A93-7282D925EA7A}" destId="{F93FB0E8-85C8-4DAC-B268-60EC67F77BE2}" srcOrd="0" destOrd="0" parTransId="{2AB5795E-91E3-4BBE-8C45-4E59DC2BCD48}" sibTransId="{00E5B188-72E0-474F-AD92-DB5F045D2BF2}"/>
    <dgm:cxn modelId="{B05C47AE-9A90-4A71-9A2F-147CD90D0F82}" srcId="{08BC607E-AEA3-4459-9A93-7282D925EA7A}" destId="{3462C4B4-915E-45FD-9BCE-6976AF52ACD4}" srcOrd="1" destOrd="0" parTransId="{EE5B8049-4FF4-4717-95E8-40D0A90D41B0}" sibTransId="{DF7B09AE-11C3-4F3F-997B-1833E6AD14AA}"/>
    <dgm:cxn modelId="{EEDC0E6C-5CCA-4595-8C3B-CE592616E888}" srcId="{08BC607E-AEA3-4459-9A93-7282D925EA7A}" destId="{8481AA3C-E591-4F7E-A43F-2C0882C27482}" srcOrd="2" destOrd="0" parTransId="{AE860768-C888-4B38-85A1-6B3A5C779FAD}" sibTransId="{33181010-C883-4207-884E-9E3795A69707}"/>
    <dgm:cxn modelId="{F7AB4A39-6C4F-4497-BDAB-D126B72737DD}" srcId="{08BC607E-AEA3-4459-9A93-7282D925EA7A}" destId="{47018BED-8EED-4919-9194-D6F68ED6A664}" srcOrd="3" destOrd="0" parTransId="{CCAA4D98-5FE8-45EC-8D4C-9B923CED2FDE}" sibTransId="{B57DF1CE-29D0-4DDE-9EB6-6CB5B5AAFDA5}"/>
    <dgm:cxn modelId="{5DDE2B90-B9F3-46C5-B338-213B28B01C4A}" type="presOf" srcId="{A1B03C19-CB2C-4825-AB1E-9DC63C930BF5}" destId="{B173B630-4C46-4C6D-A868-0EDDB5A11580}" srcOrd="0" destOrd="0" presId="urn:microsoft.com/office/officeart/2005/8/layout/hierarchy3"/>
    <dgm:cxn modelId="{06D1991E-0168-4D5C-8775-288A6AB4FE38}" type="presParOf" srcId="{B173B630-4C46-4C6D-A868-0EDDB5A11580}" destId="{873A8C6F-33F3-424C-BB75-5E72482BF144}" srcOrd="0" destOrd="0" presId="urn:microsoft.com/office/officeart/2005/8/layout/hierarchy3"/>
    <dgm:cxn modelId="{79B15407-9314-4BFE-BBFF-781A6B24034D}" type="presParOf" srcId="{873A8C6F-33F3-424C-BB75-5E72482BF144}" destId="{D5785FDF-FF4D-40F4-A824-41F5DC32B3E3}" srcOrd="0" destOrd="0" presId="urn:microsoft.com/office/officeart/2005/8/layout/hierarchy3"/>
    <dgm:cxn modelId="{162C1204-C491-4730-8201-E80C41A181A1}" type="presOf" srcId="{08BC607E-AEA3-4459-9A93-7282D925EA7A}" destId="{D5785FDF-FF4D-40F4-A824-41F5DC32B3E3}" srcOrd="0" destOrd="0" presId="urn:microsoft.com/office/officeart/2005/8/layout/hierarchy3"/>
    <dgm:cxn modelId="{9F398821-4885-4D6F-8ED7-B46CF751453C}" type="presParOf" srcId="{D5785FDF-FF4D-40F4-A824-41F5DC32B3E3}" destId="{45BAE195-F8CA-4CBD-A205-AA8EEDE05741}" srcOrd="0" destOrd="0" presId="urn:microsoft.com/office/officeart/2005/8/layout/hierarchy3"/>
    <dgm:cxn modelId="{20911109-384E-40F4-B4E7-D35FB3C95125}" type="presOf" srcId="{08BC607E-AEA3-4459-9A93-7282D925EA7A}" destId="{45BAE195-F8CA-4CBD-A205-AA8EEDE05741}" srcOrd="0" destOrd="0" presId="urn:microsoft.com/office/officeart/2005/8/layout/hierarchy3"/>
    <dgm:cxn modelId="{8CB5E25A-8E4D-4C6C-A3F2-D57019EB22F6}" type="presParOf" srcId="{D5785FDF-FF4D-40F4-A824-41F5DC32B3E3}" destId="{E77F18EA-EB15-4CB4-BAF4-FF9880437910}" srcOrd="1" destOrd="0" presId="urn:microsoft.com/office/officeart/2005/8/layout/hierarchy3"/>
    <dgm:cxn modelId="{95065575-38A5-4863-9FEF-14DFDED44E86}" type="presOf" srcId="{08BC607E-AEA3-4459-9A93-7282D925EA7A}" destId="{E77F18EA-EB15-4CB4-BAF4-FF9880437910}" srcOrd="0" destOrd="0" presId="urn:microsoft.com/office/officeart/2005/8/layout/hierarchy3"/>
    <dgm:cxn modelId="{1DD4F771-5F27-471B-B07B-526E5EC9BA96}" type="presParOf" srcId="{873A8C6F-33F3-424C-BB75-5E72482BF144}" destId="{BB1C2870-56DA-4155-8471-E956951B3E83}" srcOrd="1" destOrd="0" presId="urn:microsoft.com/office/officeart/2005/8/layout/hierarchy3"/>
    <dgm:cxn modelId="{3FA750CE-3A25-4B10-BF86-7526301F0ACE}" type="presParOf" srcId="{BB1C2870-56DA-4155-8471-E956951B3E83}" destId="{306FA1C0-C906-4BB5-B948-A8F22B1E0990}" srcOrd="0" destOrd="1" presId="urn:microsoft.com/office/officeart/2005/8/layout/hierarchy3"/>
    <dgm:cxn modelId="{B1D34A55-E768-433F-ABD9-3C30B010F2A9}" type="presOf" srcId="{2AB5795E-91E3-4BBE-8C45-4E59DC2BCD48}" destId="{306FA1C0-C906-4BB5-B948-A8F22B1E0990}" srcOrd="0" destOrd="0" presId="urn:microsoft.com/office/officeart/2005/8/layout/hierarchy3"/>
    <dgm:cxn modelId="{3475D673-99D2-4A04-8FDB-205A157DB7AD}" type="presParOf" srcId="{BB1C2870-56DA-4155-8471-E956951B3E83}" destId="{25F56AFE-F5EC-438F-8411-F943CDB48BB9}" srcOrd="1" destOrd="1" presId="urn:microsoft.com/office/officeart/2005/8/layout/hierarchy3"/>
    <dgm:cxn modelId="{A73943B0-B474-4297-A228-2EFAEB360B57}" type="presOf" srcId="{F93FB0E8-85C8-4DAC-B268-60EC67F77BE2}" destId="{25F56AFE-F5EC-438F-8411-F943CDB48BB9}" srcOrd="0" destOrd="0" presId="urn:microsoft.com/office/officeart/2005/8/layout/hierarchy3"/>
    <dgm:cxn modelId="{01369FB4-0955-40C2-A2B7-1AC7B152BED6}" type="presParOf" srcId="{BB1C2870-56DA-4155-8471-E956951B3E83}" destId="{66EB62D1-372B-4CB6-8CA1-BC717046AC18}" srcOrd="2" destOrd="1" presId="urn:microsoft.com/office/officeart/2005/8/layout/hierarchy3"/>
    <dgm:cxn modelId="{0170C1C1-0894-4779-8278-6BBE02F8ABB7}" type="presOf" srcId="{EE5B8049-4FF4-4717-95E8-40D0A90D41B0}" destId="{66EB62D1-372B-4CB6-8CA1-BC717046AC18}" srcOrd="0" destOrd="0" presId="urn:microsoft.com/office/officeart/2005/8/layout/hierarchy3"/>
    <dgm:cxn modelId="{FD0DA49E-C673-4274-AC02-AEC5BAA1BCF0}" type="presParOf" srcId="{BB1C2870-56DA-4155-8471-E956951B3E83}" destId="{C085B8E1-3468-41A8-AFB5-002B94634E72}" srcOrd="3" destOrd="1" presId="urn:microsoft.com/office/officeart/2005/8/layout/hierarchy3"/>
    <dgm:cxn modelId="{3CFB8A39-F5CF-428F-AD85-461D3519797A}" type="presOf" srcId="{3462C4B4-915E-45FD-9BCE-6976AF52ACD4}" destId="{C085B8E1-3468-41A8-AFB5-002B94634E72}" srcOrd="0" destOrd="0" presId="urn:microsoft.com/office/officeart/2005/8/layout/hierarchy3"/>
    <dgm:cxn modelId="{2E8ACAD4-E548-454C-B2C4-5FB8D41C236F}" type="presParOf" srcId="{BB1C2870-56DA-4155-8471-E956951B3E83}" destId="{072CED7E-02CD-4876-AD4F-5D3FDFA6015C}" srcOrd="4" destOrd="1" presId="urn:microsoft.com/office/officeart/2005/8/layout/hierarchy3"/>
    <dgm:cxn modelId="{8A6502FF-A759-41B5-9DC6-AD4489E71DB2}" type="presOf" srcId="{AE860768-C888-4B38-85A1-6B3A5C779FAD}" destId="{072CED7E-02CD-4876-AD4F-5D3FDFA6015C}" srcOrd="0" destOrd="0" presId="urn:microsoft.com/office/officeart/2005/8/layout/hierarchy3"/>
    <dgm:cxn modelId="{08DA7479-3459-4C43-B384-89DDACE0F34B}" type="presParOf" srcId="{BB1C2870-56DA-4155-8471-E956951B3E83}" destId="{D0D2B2E3-0CC6-468F-A9D3-4629D5FF124E}" srcOrd="5" destOrd="1" presId="urn:microsoft.com/office/officeart/2005/8/layout/hierarchy3"/>
    <dgm:cxn modelId="{24C99E10-4A8C-4A4E-97DD-E4452AEEC1A0}" type="presOf" srcId="{8481AA3C-E591-4F7E-A43F-2C0882C27482}" destId="{D0D2B2E3-0CC6-468F-A9D3-4629D5FF124E}" srcOrd="0" destOrd="0" presId="urn:microsoft.com/office/officeart/2005/8/layout/hierarchy3"/>
    <dgm:cxn modelId="{176145C5-D770-48CD-A386-32E2C6CE62EF}" type="presParOf" srcId="{BB1C2870-56DA-4155-8471-E956951B3E83}" destId="{BBD1F0C7-87D2-4CDC-829F-482531552856}" srcOrd="6" destOrd="1" presId="urn:microsoft.com/office/officeart/2005/8/layout/hierarchy3"/>
    <dgm:cxn modelId="{76FC1FB3-C08A-4390-80A5-5EEEF7C492CA}" type="presOf" srcId="{CCAA4D98-5FE8-45EC-8D4C-9B923CED2FDE}" destId="{BBD1F0C7-87D2-4CDC-829F-482531552856}" srcOrd="0" destOrd="0" presId="urn:microsoft.com/office/officeart/2005/8/layout/hierarchy3"/>
    <dgm:cxn modelId="{0B51C0C3-E5F4-4E9C-ACB4-A0ECF9F44F02}" type="presParOf" srcId="{BB1C2870-56DA-4155-8471-E956951B3E83}" destId="{239831A5-8199-49EC-A13C-7E3A6BEC1283}" srcOrd="7" destOrd="1" presId="urn:microsoft.com/office/officeart/2005/8/layout/hierarchy3"/>
    <dgm:cxn modelId="{F4CDAE99-C892-457D-AE75-276920AB60C7}" type="presOf" srcId="{47018BED-8EED-4919-9194-D6F68ED6A664}" destId="{239831A5-8199-49EC-A13C-7E3A6BEC1283}" srcOrd="0" destOrd="0" presId="urn:microsoft.com/office/officeart/2005/8/layout/hierarchy3"/>
  </dgm:cxnLst>
  <dgm:extLst>
    <a:ext uri="http://schemas.microsoft.com/office/drawing/2008/diagram">
      <dsp:dataModelExt xmlns:dsp="http://schemas.microsoft.com/office/drawing/2008/diagram" relId="rId10"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2778760" cy="2470785"/>
        <a:chOff x="0" y="0"/>
        <a:chExt cx="2778760" cy="2470785"/>
      </a:xfrm>
    </dsp:grpSpPr>
    <dsp:sp modelId="{11A117F2-7793-46BF-9EC7-9843BECB3FE6}">
      <dsp:nvSpPr>
        <dsp:cNvPr id="3" name="Rounded Rectangle 2"/>
        <dsp:cNvSpPr/>
      </dsp:nvSpPr>
      <dsp:spPr bwMode="white">
        <a:xfrm>
          <a:off x="683441" y="0"/>
          <a:ext cx="1411877" cy="7059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vert="horz" wrap="square" lIns="32384" tIns="21590" rIns="32384" bIns="21590" anchor="ctr"/>
        <a:lstStyle>
          <a:lvl1pPr algn="ctr">
            <a:defRPr sz="1700"/>
          </a:lvl1pPr>
          <a:lvl2pPr marL="114300" indent="-114300" algn="ctr">
            <a:defRPr sz="1300"/>
          </a:lvl2pPr>
          <a:lvl3pPr marL="228600" indent="-114300" algn="ctr">
            <a:defRPr sz="1300"/>
          </a:lvl3pPr>
          <a:lvl4pPr marL="342900" indent="-114300" algn="ctr">
            <a:defRPr sz="1300"/>
          </a:lvl4pPr>
          <a:lvl5pPr marL="457200" indent="-114300" algn="ctr">
            <a:defRPr sz="1300"/>
          </a:lvl5pPr>
          <a:lvl6pPr marL="571500" indent="-114300" algn="ctr">
            <a:defRPr sz="1300"/>
          </a:lvl6pPr>
          <a:lvl7pPr marL="685800" indent="-114300" algn="ctr">
            <a:defRPr sz="1300"/>
          </a:lvl7pPr>
          <a:lvl8pPr marL="800100" indent="-114300" algn="ctr">
            <a:defRPr sz="1300"/>
          </a:lvl8pPr>
          <a:lvl9pPr marL="914400" indent="-114300" algn="ctr">
            <a:defRPr sz="1300"/>
          </a:lvl9pPr>
        </a:lstStyle>
        <a:p>
          <a:pPr lvl="0">
            <a:lnSpc>
              <a:spcPct val="100000"/>
            </a:lnSpc>
            <a:spcBef>
              <a:spcPct val="0"/>
            </a:spcBef>
            <a:spcAft>
              <a:spcPct val="35000"/>
            </a:spcAft>
          </a:pPr>
          <a:r>
            <a:rPr lang="" b="0" i="0" u="none" baseline="0">
              <a:solidFill>
                <a:schemeClr val="tx1"/>
              </a:solidFill>
              <a:rtl val="0"/>
            </a:rPr>
            <a:t>Phương pháp biểu đồ</a:t>
          </a:r>
          <a:r>
            <a:rPr lang="en-US" b="0" i="0" u="none" baseline="0">
              <a:solidFill>
                <a:schemeClr val="tx1"/>
              </a:solidFill>
              <a:rtl val="0"/>
            </a:rPr>
            <a:t> </a:t>
          </a:r>
          <a:r>
            <a:rPr lang="en-US" b="0" i="0" u="none" baseline="0">
              <a:rtl val="0"/>
            </a:rPr>
            <a:t>                                          </a:t>
          </a:r>
          <a:endParaRPr altLang="en-US"/>
        </a:p>
      </dsp:txBody>
      <dsp:txXfrm>
        <a:off x="683441" y="0"/>
        <a:ext cx="1411877" cy="705939"/>
      </dsp:txXfrm>
    </dsp:sp>
    <dsp:sp modelId="{2BBB9595-C8DB-42FE-9F50-02FB92E61B17}">
      <dsp:nvSpPr>
        <dsp:cNvPr id="5" name="Freeform 4"/>
        <dsp:cNvSpPr/>
      </dsp:nvSpPr>
      <dsp:spPr bwMode="white">
        <a:xfrm>
          <a:off x="824629" y="705939"/>
          <a:ext cx="141188" cy="529454"/>
        </a:xfrm>
        <a:custGeom>
          <a:avLst/>
          <a:gdLst/>
          <a:ahLst/>
          <a:cxnLst/>
          <a:pathLst>
            <a:path w="222" h="834">
              <a:moveTo>
                <a:pt x="0" y="0"/>
              </a:moveTo>
              <a:lnTo>
                <a:pt x="0" y="834"/>
              </a:lnTo>
              <a:lnTo>
                <a:pt x="222" y="834"/>
              </a:lnTo>
            </a:path>
          </a:pathLst>
        </a:custGeom>
      </dsp:spPr>
      <dsp:style>
        <a:lnRef idx="2">
          <a:schemeClr val="accent1">
            <a:shade val="60000"/>
          </a:schemeClr>
        </a:lnRef>
        <a:fillRef idx="0">
          <a:schemeClr val="accent1"/>
        </a:fillRef>
        <a:effectRef idx="0">
          <a:scrgbClr r="0" g="0" b="0"/>
        </a:effectRef>
        <a:fontRef idx="minor"/>
      </dsp:style>
      <dsp:txXfrm>
        <a:off x="824629" y="705939"/>
        <a:ext cx="141188" cy="529454"/>
      </dsp:txXfrm>
    </dsp:sp>
    <dsp:sp modelId="{B7C43FB1-4DFE-4A67-8569-F7A137661BC9}">
      <dsp:nvSpPr>
        <dsp:cNvPr id="6" name="Rounded Rectangle 5"/>
        <dsp:cNvSpPr/>
      </dsp:nvSpPr>
      <dsp:spPr bwMode="white">
        <a:xfrm>
          <a:off x="965817" y="882423"/>
          <a:ext cx="1129502" cy="705939"/>
        </a:xfrm>
        <a:prstGeom prst="roundRect">
          <a:avLst>
            <a:gd name="adj" fmla="val 10000"/>
          </a:avLst>
        </a:prstGeom>
      </dsp:spPr>
      <dsp:style>
        <a:lnRef idx="2">
          <a:schemeClr val="accent1"/>
        </a:lnRef>
        <a:fillRef idx="1">
          <a:schemeClr val="lt1">
            <a:alpha val="90000"/>
          </a:schemeClr>
        </a:fillRef>
        <a:effectRef idx="0">
          <a:scrgbClr r="0" g="0" b="0"/>
        </a:effectRef>
        <a:fontRef idx="minor"/>
      </dsp:style>
      <dsp:txBody>
        <a:bodyPr lIns="20955" tIns="13970" rIns="20955" bIns="13970" anchor="ctr"/>
        <a:lstStyle>
          <a:lvl1pPr algn="ctr">
            <a:defRPr sz="1100"/>
          </a:lvl1pPr>
          <a:lvl2pPr marL="57150" indent="-57150" algn="ctr">
            <a:defRPr sz="800"/>
          </a:lvl2pPr>
          <a:lvl3pPr marL="114300" indent="-57150" algn="ctr">
            <a:defRPr sz="800"/>
          </a:lvl3pPr>
          <a:lvl4pPr marL="171450" indent="-57150" algn="ctr">
            <a:defRPr sz="800"/>
          </a:lvl4pPr>
          <a:lvl5pPr marL="228600" indent="-57150" algn="ctr">
            <a:defRPr sz="800"/>
          </a:lvl5pPr>
          <a:lvl6pPr marL="285750" indent="-57150" algn="ctr">
            <a:defRPr sz="800"/>
          </a:lvl6pPr>
          <a:lvl7pPr marL="342900" indent="-57150" algn="ctr">
            <a:defRPr sz="800"/>
          </a:lvl7pPr>
          <a:lvl8pPr marL="400050" indent="-57150" algn="ctr">
            <a:defRPr sz="800"/>
          </a:lvl8pPr>
          <a:lvl9pPr marL="457200" indent="-57150" algn="ctr">
            <a:defRPr sz="800"/>
          </a:lvl9pPr>
        </a:lstStyle>
        <a:p>
          <a:pPr lvl="0">
            <a:lnSpc>
              <a:spcPct val="100000"/>
            </a:lnSpc>
            <a:spcBef>
              <a:spcPct val="0"/>
            </a:spcBef>
            <a:spcAft>
              <a:spcPct val="35000"/>
            </a:spcAft>
          </a:pPr>
          <a:r>
            <a:rPr lang="" b="0" i="0" u="none" baseline="0">
              <a:solidFill>
                <a:schemeClr val="dk1"/>
              </a:solidFill>
              <a:rtl val="0"/>
            </a:rPr>
            <a:t>Biểu đồ phân bố tần suất (Histogram plot)</a:t>
          </a:r>
          <a:r>
            <a:rPr lang="en-US" b="0" i="0" u="none" baseline="0">
              <a:solidFill>
                <a:schemeClr val="dk1"/>
              </a:solidFill>
              <a:rtl val="0"/>
            </a:rPr>
            <a:t>              </a:t>
          </a:r>
          <a:endParaRPr altLang="en-US">
            <a:solidFill>
              <a:schemeClr val="dk1"/>
            </a:solidFill>
          </a:endParaRPr>
        </a:p>
      </dsp:txBody>
      <dsp:txXfrm>
        <a:off x="965817" y="882423"/>
        <a:ext cx="1129502" cy="705939"/>
      </dsp:txXfrm>
    </dsp:sp>
    <dsp:sp modelId="{F9992D72-F4AD-4894-85DF-EAE38C0DDBEA}">
      <dsp:nvSpPr>
        <dsp:cNvPr id="7" name="Freeform 6"/>
        <dsp:cNvSpPr/>
      </dsp:nvSpPr>
      <dsp:spPr bwMode="white">
        <a:xfrm>
          <a:off x="824629" y="705939"/>
          <a:ext cx="141188" cy="1411877"/>
        </a:xfrm>
        <a:custGeom>
          <a:avLst/>
          <a:gdLst/>
          <a:ahLst/>
          <a:cxnLst/>
          <a:pathLst>
            <a:path w="222" h="2223">
              <a:moveTo>
                <a:pt x="0" y="0"/>
              </a:moveTo>
              <a:lnTo>
                <a:pt x="0" y="2223"/>
              </a:lnTo>
              <a:lnTo>
                <a:pt x="222" y="2223"/>
              </a:lnTo>
            </a:path>
          </a:pathLst>
        </a:custGeom>
      </dsp:spPr>
      <dsp:style>
        <a:lnRef idx="2">
          <a:schemeClr val="accent1">
            <a:shade val="60000"/>
          </a:schemeClr>
        </a:lnRef>
        <a:fillRef idx="0">
          <a:schemeClr val="accent1"/>
        </a:fillRef>
        <a:effectRef idx="0">
          <a:scrgbClr r="0" g="0" b="0"/>
        </a:effectRef>
        <a:fontRef idx="minor"/>
      </dsp:style>
      <dsp:txXfrm>
        <a:off x="824629" y="705939"/>
        <a:ext cx="141188" cy="1411877"/>
      </dsp:txXfrm>
    </dsp:sp>
    <dsp:sp modelId="{90FAFD61-1F35-4ADB-8D77-FB427B389179}">
      <dsp:nvSpPr>
        <dsp:cNvPr id="8" name="Rounded Rectangle 7"/>
        <dsp:cNvSpPr/>
      </dsp:nvSpPr>
      <dsp:spPr bwMode="white">
        <a:xfrm>
          <a:off x="965817" y="1764846"/>
          <a:ext cx="1129502" cy="705939"/>
        </a:xfrm>
        <a:prstGeom prst="roundRect">
          <a:avLst>
            <a:gd name="adj" fmla="val 10000"/>
          </a:avLst>
        </a:prstGeom>
      </dsp:spPr>
      <dsp:style>
        <a:lnRef idx="2">
          <a:schemeClr val="accent1"/>
        </a:lnRef>
        <a:fillRef idx="1">
          <a:schemeClr val="lt1">
            <a:alpha val="90000"/>
          </a:schemeClr>
        </a:fillRef>
        <a:effectRef idx="0">
          <a:scrgbClr r="0" g="0" b="0"/>
        </a:effectRef>
        <a:fontRef idx="minor"/>
      </dsp:style>
      <dsp:txBody>
        <a:bodyPr lIns="20955" tIns="13970" rIns="20955" bIns="13970" anchor="ctr"/>
        <a:lstStyle>
          <a:lvl1pPr algn="ctr">
            <a:defRPr sz="1100"/>
          </a:lvl1pPr>
          <a:lvl2pPr marL="57150" indent="-57150" algn="ctr">
            <a:defRPr sz="800"/>
          </a:lvl2pPr>
          <a:lvl3pPr marL="114300" indent="-57150" algn="ctr">
            <a:defRPr sz="800"/>
          </a:lvl3pPr>
          <a:lvl4pPr marL="171450" indent="-57150" algn="ctr">
            <a:defRPr sz="800"/>
          </a:lvl4pPr>
          <a:lvl5pPr marL="228600" indent="-57150" algn="ctr">
            <a:defRPr sz="800"/>
          </a:lvl5pPr>
          <a:lvl6pPr marL="285750" indent="-57150" algn="ctr">
            <a:defRPr sz="800"/>
          </a:lvl6pPr>
          <a:lvl7pPr marL="342900" indent="-57150" algn="ctr">
            <a:defRPr sz="800"/>
          </a:lvl7pPr>
          <a:lvl8pPr marL="400050" indent="-57150" algn="ctr">
            <a:defRPr sz="800"/>
          </a:lvl8pPr>
          <a:lvl9pPr marL="457200" indent="-57150" algn="ctr">
            <a:defRPr sz="800"/>
          </a:lvl9pPr>
        </a:lstStyle>
        <a:p>
          <a:pPr lvl="0">
            <a:lnSpc>
              <a:spcPct val="100000"/>
            </a:lnSpc>
            <a:spcBef>
              <a:spcPct val="0"/>
            </a:spcBef>
            <a:spcAft>
              <a:spcPct val="35000"/>
            </a:spcAft>
          </a:pPr>
          <a:r>
            <a:rPr lang="" b="0" i="0" u="none" baseline="0">
              <a:solidFill>
                <a:schemeClr val="dk1"/>
              </a:solidFill>
              <a:rtl val="0"/>
            </a:rPr>
            <a:t>Biểu đồ xác suất chuẩn (QQ plot)</a:t>
          </a:r>
          <a:endParaRPr altLang="en-US">
            <a:solidFill>
              <a:schemeClr val="dk1"/>
            </a:solidFill>
          </a:endParaRPr>
        </a:p>
      </dsp:txBody>
      <dsp:txXfrm>
        <a:off x="965817" y="1764846"/>
        <a:ext cx="1129502" cy="705939"/>
      </dsp:txXfrm>
    </dsp:sp>
    <dsp:sp modelId="{A349F92F-64BC-4E7F-ADBE-7414E9799AEB}">
      <dsp:nvSpPr>
        <dsp:cNvPr id="4" name="Rounded Rectangle 3" hidden="1"/>
        <dsp:cNvSpPr/>
      </dsp:nvSpPr>
      <dsp:spPr>
        <a:xfrm>
          <a:off x="683441" y="0"/>
          <a:ext cx="282375" cy="705939"/>
        </a:xfrm>
        <a:prstGeom prst="roundRect">
          <a:avLst>
            <a:gd name="adj" fmla="val 10000"/>
          </a:avLst>
        </a:prstGeom>
      </dsp:spPr>
      <dsp:txXfrm>
        <a:off x="683441" y="0"/>
        <a:ext cx="282375" cy="705939"/>
      </dsp:txXfrm>
    </dsp:sp>
  </dsp:spTree>
</dsp:drawing>
</file>

<file path=ppt/diagrams/drawing2.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3493770" cy="3762375"/>
        <a:chOff x="0" y="0"/>
        <a:chExt cx="3493770" cy="3762375"/>
      </a:xfrm>
    </dsp:grpSpPr>
    <dsp:sp modelId="{45BAE195-F8CA-4CBD-A205-AA8EEDE05741}">
      <dsp:nvSpPr>
        <dsp:cNvPr id="3" name="Rounded Rectangle 2"/>
        <dsp:cNvSpPr/>
      </dsp:nvSpPr>
      <dsp:spPr bwMode="white">
        <a:xfrm>
          <a:off x="1119823" y="0"/>
          <a:ext cx="1254125" cy="627063"/>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vert="horz" wrap="square" lIns="26670" tIns="17780" rIns="26670" bIns="17780" anchor="ctr"/>
        <a:lstStyle>
          <a:lvl1pPr algn="ctr">
            <a:defRPr sz="1400"/>
          </a:lvl1pPr>
          <a:lvl2pPr marL="57150" indent="-57150" algn="ctr">
            <a:defRPr sz="1000"/>
          </a:lvl2pPr>
          <a:lvl3pPr marL="114300" indent="-57150" algn="ctr">
            <a:defRPr sz="1000"/>
          </a:lvl3pPr>
          <a:lvl4pPr marL="171450" indent="-57150" algn="ctr">
            <a:defRPr sz="1000"/>
          </a:lvl4pPr>
          <a:lvl5pPr marL="228600" indent="-57150" algn="ctr">
            <a:defRPr sz="1000"/>
          </a:lvl5pPr>
          <a:lvl6pPr marL="285750" indent="-57150" algn="ctr">
            <a:defRPr sz="1000"/>
          </a:lvl6pPr>
          <a:lvl7pPr marL="342900" indent="-57150" algn="ctr">
            <a:defRPr sz="1000"/>
          </a:lvl7pPr>
          <a:lvl8pPr marL="400050" indent="-57150" algn="ctr">
            <a:defRPr sz="1000"/>
          </a:lvl8pPr>
          <a:lvl9pPr marL="457200" indent="-57150" algn="ctr">
            <a:defRPr sz="1000"/>
          </a:lvl9pPr>
        </a:lstStyle>
        <a:p>
          <a:pPr lvl="0">
            <a:lnSpc>
              <a:spcPct val="100000"/>
            </a:lnSpc>
            <a:spcBef>
              <a:spcPct val="0"/>
            </a:spcBef>
            <a:spcAft>
              <a:spcPct val="35000"/>
            </a:spcAft>
          </a:pPr>
          <a:r>
            <a:rPr lang="" i="0" u="none" baseline="0">
              <a:solidFill>
                <a:schemeClr val="tx1"/>
              </a:solidFill>
              <a:rtl val="0"/>
            </a:rPr>
            <a:t>Phương pháp </a:t>
          </a:r>
          <a:r>
            <a:rPr lang="en-US" i="0" u="none" baseline="0">
              <a:solidFill>
                <a:schemeClr val="tx1"/>
              </a:solidFill>
              <a:rtl val="0"/>
            </a:rPr>
            <a:t>thống kê </a:t>
          </a:r>
          <a:r>
            <a:rPr lang="en-US" b="1" i="0" u="none" baseline="0">
              <a:rtl val="0"/>
            </a:rPr>
            <a:t>  </a:t>
          </a:r>
          <a:r>
            <a:rPr lang="en-US" b="0" i="0" u="none" baseline="0">
              <a:rtl val="0"/>
            </a:rPr>
            <a:t>                                       </a:t>
          </a:r>
          <a:r>
            <a:rPr lang="" b="0" i="0" u="none" baseline="0">
              <a:rtl val="0"/>
            </a:rPr>
            <a:t>  </a:t>
          </a:r>
          <a:endParaRPr altLang="en-US"/>
        </a:p>
      </dsp:txBody>
      <dsp:txXfrm>
        <a:off x="1119823" y="0"/>
        <a:ext cx="1254125" cy="627063"/>
      </dsp:txXfrm>
    </dsp:sp>
    <dsp:sp modelId="{306FA1C0-C906-4BB5-B948-A8F22B1E0990}">
      <dsp:nvSpPr>
        <dsp:cNvPr id="5" name="Freeform 4"/>
        <dsp:cNvSpPr/>
      </dsp:nvSpPr>
      <dsp:spPr bwMode="white">
        <a:xfrm>
          <a:off x="1245235" y="627063"/>
          <a:ext cx="125413" cy="470297"/>
        </a:xfrm>
        <a:custGeom>
          <a:avLst/>
          <a:gdLst/>
          <a:ahLst/>
          <a:cxnLst/>
          <a:pathLst>
            <a:path w="198" h="741">
              <a:moveTo>
                <a:pt x="0" y="0"/>
              </a:moveTo>
              <a:lnTo>
                <a:pt x="0" y="741"/>
              </a:lnTo>
              <a:lnTo>
                <a:pt x="198" y="741"/>
              </a:lnTo>
            </a:path>
          </a:pathLst>
        </a:custGeom>
      </dsp:spPr>
      <dsp:style>
        <a:lnRef idx="2">
          <a:schemeClr val="accent1">
            <a:shade val="60000"/>
          </a:schemeClr>
        </a:lnRef>
        <a:fillRef idx="0">
          <a:schemeClr val="accent1"/>
        </a:fillRef>
        <a:effectRef idx="0">
          <a:scrgbClr r="0" g="0" b="0"/>
        </a:effectRef>
        <a:fontRef idx="minor"/>
      </dsp:style>
      <dsp:txXfrm>
        <a:off x="1245235" y="627063"/>
        <a:ext cx="125413" cy="470297"/>
      </dsp:txXfrm>
    </dsp:sp>
    <dsp:sp modelId="{25F56AFE-F5EC-438F-8411-F943CDB48BB9}">
      <dsp:nvSpPr>
        <dsp:cNvPr id="6" name="Rounded Rectangle 5"/>
        <dsp:cNvSpPr/>
      </dsp:nvSpPr>
      <dsp:spPr bwMode="white">
        <a:xfrm>
          <a:off x="1370648" y="783828"/>
          <a:ext cx="1003300" cy="627063"/>
        </a:xfrm>
        <a:prstGeom prst="roundRect">
          <a:avLst>
            <a:gd name="adj" fmla="val 10000"/>
          </a:avLst>
        </a:prstGeom>
      </dsp:spPr>
      <dsp:style>
        <a:lnRef idx="2">
          <a:schemeClr val="accent1"/>
        </a:lnRef>
        <a:fillRef idx="1">
          <a:schemeClr val="lt1">
            <a:alpha val="90000"/>
          </a:schemeClr>
        </a:fillRef>
        <a:effectRef idx="0">
          <a:scrgbClr r="0" g="0" b="0"/>
        </a:effectRef>
        <a:fontRef idx="minor"/>
      </dsp:style>
      <dsp:txBody>
        <a:bodyPr lIns="22859" tIns="15240" rIns="22859" bIns="15240" anchor="ctr"/>
        <a:lstStyle>
          <a:lvl1pPr algn="ctr">
            <a:defRPr sz="1200"/>
          </a:lvl1pPr>
          <a:lvl2pPr marL="57150" indent="-57150" algn="ctr">
            <a:defRPr sz="900"/>
          </a:lvl2pPr>
          <a:lvl3pPr marL="114300" indent="-57150" algn="ctr">
            <a:defRPr sz="900"/>
          </a:lvl3pPr>
          <a:lvl4pPr marL="171450" indent="-57150" algn="ctr">
            <a:defRPr sz="900"/>
          </a:lvl4pPr>
          <a:lvl5pPr marL="228600" indent="-57150" algn="ctr">
            <a:defRPr sz="900"/>
          </a:lvl5pPr>
          <a:lvl6pPr marL="285750" indent="-57150" algn="ctr">
            <a:defRPr sz="900"/>
          </a:lvl6pPr>
          <a:lvl7pPr marL="342900" indent="-57150" algn="ctr">
            <a:defRPr sz="900"/>
          </a:lvl7pPr>
          <a:lvl8pPr marL="400050" indent="-57150" algn="ctr">
            <a:defRPr sz="900"/>
          </a:lvl8pPr>
          <a:lvl9pPr marL="457200" indent="-57150" algn="ctr">
            <a:defRPr sz="900"/>
          </a:lvl9pPr>
        </a:lstStyle>
        <a:p>
          <a:pPr lvl="0">
            <a:lnSpc>
              <a:spcPct val="100000"/>
            </a:lnSpc>
            <a:spcBef>
              <a:spcPct val="0"/>
            </a:spcBef>
            <a:spcAft>
              <a:spcPct val="35000"/>
            </a:spcAft>
          </a:pPr>
          <a:r>
            <a:rPr lang="en-US" b="0" i="0" u="none" baseline="0">
              <a:solidFill>
                <a:schemeClr val="dk1"/>
              </a:solidFill>
              <a:rtl val="0"/>
            </a:rPr>
            <a:t>Shapiro Test</a:t>
          </a:r>
          <a:endParaRPr altLang="en-US">
            <a:solidFill>
              <a:schemeClr val="dk1"/>
            </a:solidFill>
          </a:endParaRPr>
        </a:p>
      </dsp:txBody>
      <dsp:txXfrm>
        <a:off x="1370648" y="783828"/>
        <a:ext cx="1003300" cy="627063"/>
      </dsp:txXfrm>
    </dsp:sp>
    <dsp:sp modelId="{66EB62D1-372B-4CB6-8CA1-BC717046AC18}">
      <dsp:nvSpPr>
        <dsp:cNvPr id="7" name="Freeform 6"/>
        <dsp:cNvSpPr/>
      </dsp:nvSpPr>
      <dsp:spPr bwMode="white">
        <a:xfrm>
          <a:off x="1245235" y="627063"/>
          <a:ext cx="125413" cy="1254125"/>
        </a:xfrm>
        <a:custGeom>
          <a:avLst/>
          <a:gdLst/>
          <a:ahLst/>
          <a:cxnLst/>
          <a:pathLst>
            <a:path w="198" h="1975">
              <a:moveTo>
                <a:pt x="0" y="0"/>
              </a:moveTo>
              <a:lnTo>
                <a:pt x="0" y="1975"/>
              </a:lnTo>
              <a:lnTo>
                <a:pt x="198" y="1975"/>
              </a:lnTo>
            </a:path>
          </a:pathLst>
        </a:custGeom>
      </dsp:spPr>
      <dsp:style>
        <a:lnRef idx="2">
          <a:schemeClr val="accent1">
            <a:shade val="60000"/>
          </a:schemeClr>
        </a:lnRef>
        <a:fillRef idx="0">
          <a:schemeClr val="accent1"/>
        </a:fillRef>
        <a:effectRef idx="0">
          <a:scrgbClr r="0" g="0" b="0"/>
        </a:effectRef>
        <a:fontRef idx="minor"/>
      </dsp:style>
      <dsp:txXfrm>
        <a:off x="1245235" y="627063"/>
        <a:ext cx="125413" cy="1254125"/>
      </dsp:txXfrm>
    </dsp:sp>
    <dsp:sp modelId="{C085B8E1-3468-41A8-AFB5-002B94634E72}">
      <dsp:nvSpPr>
        <dsp:cNvPr id="8" name="Rounded Rectangle 7"/>
        <dsp:cNvSpPr/>
      </dsp:nvSpPr>
      <dsp:spPr bwMode="white">
        <a:xfrm>
          <a:off x="1370648" y="1567656"/>
          <a:ext cx="1003300" cy="627063"/>
        </a:xfrm>
        <a:prstGeom prst="roundRect">
          <a:avLst>
            <a:gd name="adj" fmla="val 10000"/>
          </a:avLst>
        </a:prstGeom>
      </dsp:spPr>
      <dsp:style>
        <a:lnRef idx="2">
          <a:schemeClr val="accent1"/>
        </a:lnRef>
        <a:fillRef idx="1">
          <a:schemeClr val="lt1">
            <a:alpha val="90000"/>
          </a:schemeClr>
        </a:fillRef>
        <a:effectRef idx="0">
          <a:scrgbClr r="0" g="0" b="0"/>
        </a:effectRef>
        <a:fontRef idx="minor"/>
      </dsp:style>
      <dsp:txBody>
        <a:bodyPr lIns="22859" tIns="15240" rIns="22859" bIns="15240" anchor="ctr"/>
        <a:lstStyle>
          <a:lvl1pPr algn="ctr">
            <a:defRPr sz="1200"/>
          </a:lvl1pPr>
          <a:lvl2pPr marL="57150" indent="-57150" algn="ctr">
            <a:defRPr sz="900"/>
          </a:lvl2pPr>
          <a:lvl3pPr marL="114300" indent="-57150" algn="ctr">
            <a:defRPr sz="900"/>
          </a:lvl3pPr>
          <a:lvl4pPr marL="171450" indent="-57150" algn="ctr">
            <a:defRPr sz="900"/>
          </a:lvl4pPr>
          <a:lvl5pPr marL="228600" indent="-57150" algn="ctr">
            <a:defRPr sz="900"/>
          </a:lvl5pPr>
          <a:lvl6pPr marL="285750" indent="-57150" algn="ctr">
            <a:defRPr sz="900"/>
          </a:lvl6pPr>
          <a:lvl7pPr marL="342900" indent="-57150" algn="ctr">
            <a:defRPr sz="900"/>
          </a:lvl7pPr>
          <a:lvl8pPr marL="400050" indent="-57150" algn="ctr">
            <a:defRPr sz="900"/>
          </a:lvl8pPr>
          <a:lvl9pPr marL="457200" indent="-57150" algn="ctr">
            <a:defRPr sz="900"/>
          </a:lvl9pPr>
        </a:lstStyle>
        <a:p>
          <a:pPr lvl="0">
            <a:lnSpc>
              <a:spcPct val="100000"/>
            </a:lnSpc>
            <a:spcBef>
              <a:spcPct val="0"/>
            </a:spcBef>
            <a:spcAft>
              <a:spcPct val="35000"/>
            </a:spcAft>
          </a:pPr>
          <a:r>
            <a:rPr lang="en-US" b="0" i="0" u="none" baseline="0">
              <a:solidFill>
                <a:schemeClr val="dk1"/>
              </a:solidFill>
              <a:rtl val="0"/>
            </a:rPr>
            <a:t>D'Agostino and Pearson test</a:t>
          </a:r>
          <a:endParaRPr altLang="en-US">
            <a:solidFill>
              <a:schemeClr val="dk1"/>
            </a:solidFill>
          </a:endParaRPr>
        </a:p>
      </dsp:txBody>
      <dsp:txXfrm>
        <a:off x="1370648" y="1567656"/>
        <a:ext cx="1003300" cy="627063"/>
      </dsp:txXfrm>
    </dsp:sp>
    <dsp:sp modelId="{072CED7E-02CD-4876-AD4F-5D3FDFA6015C}">
      <dsp:nvSpPr>
        <dsp:cNvPr id="9" name="Freeform 8"/>
        <dsp:cNvSpPr/>
      </dsp:nvSpPr>
      <dsp:spPr bwMode="white">
        <a:xfrm>
          <a:off x="1245235" y="627063"/>
          <a:ext cx="125413" cy="2037953"/>
        </a:xfrm>
        <a:custGeom>
          <a:avLst/>
          <a:gdLst/>
          <a:ahLst/>
          <a:cxnLst/>
          <a:pathLst>
            <a:path w="198" h="3209">
              <a:moveTo>
                <a:pt x="0" y="0"/>
              </a:moveTo>
              <a:lnTo>
                <a:pt x="0" y="3209"/>
              </a:lnTo>
              <a:lnTo>
                <a:pt x="198" y="3209"/>
              </a:lnTo>
            </a:path>
          </a:pathLst>
        </a:custGeom>
      </dsp:spPr>
      <dsp:style>
        <a:lnRef idx="2">
          <a:schemeClr val="accent1">
            <a:shade val="60000"/>
          </a:schemeClr>
        </a:lnRef>
        <a:fillRef idx="0">
          <a:schemeClr val="accent1"/>
        </a:fillRef>
        <a:effectRef idx="0">
          <a:scrgbClr r="0" g="0" b="0"/>
        </a:effectRef>
        <a:fontRef idx="minor"/>
      </dsp:style>
      <dsp:txXfrm>
        <a:off x="1245235" y="627063"/>
        <a:ext cx="125413" cy="2037953"/>
      </dsp:txXfrm>
    </dsp:sp>
    <dsp:sp modelId="{D0D2B2E3-0CC6-468F-A9D3-4629D5FF124E}">
      <dsp:nvSpPr>
        <dsp:cNvPr id="10" name="Rounded Rectangle 9"/>
        <dsp:cNvSpPr/>
      </dsp:nvSpPr>
      <dsp:spPr bwMode="white">
        <a:xfrm>
          <a:off x="1370648" y="2351484"/>
          <a:ext cx="1003300" cy="627063"/>
        </a:xfrm>
        <a:prstGeom prst="roundRect">
          <a:avLst>
            <a:gd name="adj" fmla="val 10000"/>
          </a:avLst>
        </a:prstGeom>
      </dsp:spPr>
      <dsp:style>
        <a:lnRef idx="2">
          <a:schemeClr val="accent1"/>
        </a:lnRef>
        <a:fillRef idx="1">
          <a:schemeClr val="lt1">
            <a:alpha val="90000"/>
          </a:schemeClr>
        </a:fillRef>
        <a:effectRef idx="0">
          <a:scrgbClr r="0" g="0" b="0"/>
        </a:effectRef>
        <a:fontRef idx="minor"/>
      </dsp:style>
      <dsp:txBody>
        <a:bodyPr lIns="22859" tIns="15240" rIns="22859" bIns="15240" anchor="ctr"/>
        <a:lstStyle>
          <a:lvl1pPr algn="ctr">
            <a:defRPr sz="1200"/>
          </a:lvl1pPr>
          <a:lvl2pPr marL="57150" indent="-57150" algn="ctr">
            <a:defRPr sz="900"/>
          </a:lvl2pPr>
          <a:lvl3pPr marL="114300" indent="-57150" algn="ctr">
            <a:defRPr sz="900"/>
          </a:lvl3pPr>
          <a:lvl4pPr marL="171450" indent="-57150" algn="ctr">
            <a:defRPr sz="900"/>
          </a:lvl4pPr>
          <a:lvl5pPr marL="228600" indent="-57150" algn="ctr">
            <a:defRPr sz="900"/>
          </a:lvl5pPr>
          <a:lvl6pPr marL="285750" indent="-57150" algn="ctr">
            <a:defRPr sz="900"/>
          </a:lvl6pPr>
          <a:lvl7pPr marL="342900" indent="-57150" algn="ctr">
            <a:defRPr sz="900"/>
          </a:lvl7pPr>
          <a:lvl8pPr marL="400050" indent="-57150" algn="ctr">
            <a:defRPr sz="900"/>
          </a:lvl8pPr>
          <a:lvl9pPr marL="457200" indent="-57150" algn="ctr">
            <a:defRPr sz="900"/>
          </a:lvl9pPr>
        </a:lstStyle>
        <a:p>
          <a:pPr lvl="0">
            <a:lnSpc>
              <a:spcPct val="100000"/>
            </a:lnSpc>
            <a:spcBef>
              <a:spcPct val="0"/>
            </a:spcBef>
            <a:spcAft>
              <a:spcPct val="35000"/>
            </a:spcAft>
          </a:pPr>
          <a:r>
            <a:rPr lang="en-US" b="0" i="0" u="none" baseline="0">
              <a:solidFill>
                <a:schemeClr val="dk1"/>
              </a:solidFill>
              <a:rtl val="0"/>
            </a:rPr>
            <a:t>Anderson-Darling test  </a:t>
          </a:r>
          <a:endParaRPr altLang="en-US">
            <a:solidFill>
              <a:schemeClr val="dk1"/>
            </a:solidFill>
          </a:endParaRPr>
        </a:p>
      </dsp:txBody>
      <dsp:txXfrm>
        <a:off x="1370648" y="2351484"/>
        <a:ext cx="1003300" cy="627063"/>
      </dsp:txXfrm>
    </dsp:sp>
    <dsp:sp modelId="{BBD1F0C7-87D2-4CDC-829F-482531552856}">
      <dsp:nvSpPr>
        <dsp:cNvPr id="11" name="Freeform 10"/>
        <dsp:cNvSpPr/>
      </dsp:nvSpPr>
      <dsp:spPr bwMode="white">
        <a:xfrm>
          <a:off x="1245235" y="627063"/>
          <a:ext cx="125413" cy="2821781"/>
        </a:xfrm>
        <a:custGeom>
          <a:avLst/>
          <a:gdLst/>
          <a:ahLst/>
          <a:cxnLst/>
          <a:pathLst>
            <a:path w="198" h="4444">
              <a:moveTo>
                <a:pt x="0" y="0"/>
              </a:moveTo>
              <a:lnTo>
                <a:pt x="0" y="4444"/>
              </a:lnTo>
              <a:lnTo>
                <a:pt x="198" y="4444"/>
              </a:lnTo>
            </a:path>
          </a:pathLst>
        </a:custGeom>
      </dsp:spPr>
      <dsp:style>
        <a:lnRef idx="2">
          <a:schemeClr val="accent1">
            <a:shade val="60000"/>
          </a:schemeClr>
        </a:lnRef>
        <a:fillRef idx="0">
          <a:schemeClr val="accent1"/>
        </a:fillRef>
        <a:effectRef idx="0">
          <a:scrgbClr r="0" g="0" b="0"/>
        </a:effectRef>
        <a:fontRef idx="minor"/>
      </dsp:style>
      <dsp:txXfrm>
        <a:off x="1245235" y="627063"/>
        <a:ext cx="125413" cy="2821781"/>
      </dsp:txXfrm>
    </dsp:sp>
    <dsp:sp modelId="{239831A5-8199-49EC-A13C-7E3A6BEC1283}">
      <dsp:nvSpPr>
        <dsp:cNvPr id="12" name="Rounded Rectangle 11"/>
        <dsp:cNvSpPr/>
      </dsp:nvSpPr>
      <dsp:spPr bwMode="white">
        <a:xfrm>
          <a:off x="1370648" y="3135313"/>
          <a:ext cx="1003300" cy="627063"/>
        </a:xfrm>
        <a:prstGeom prst="roundRect">
          <a:avLst>
            <a:gd name="adj" fmla="val 10000"/>
          </a:avLst>
        </a:prstGeom>
      </dsp:spPr>
      <dsp:style>
        <a:lnRef idx="2">
          <a:schemeClr val="accent1"/>
        </a:lnRef>
        <a:fillRef idx="1">
          <a:schemeClr val="lt1">
            <a:alpha val="90000"/>
          </a:schemeClr>
        </a:fillRef>
        <a:effectRef idx="0">
          <a:scrgbClr r="0" g="0" b="0"/>
        </a:effectRef>
        <a:fontRef idx="minor"/>
      </dsp:style>
      <dsp:txBody>
        <a:bodyPr lIns="22859" tIns="15240" rIns="22859" bIns="15240" anchor="ctr"/>
        <a:lstStyle>
          <a:lvl1pPr algn="ctr">
            <a:defRPr sz="1200"/>
          </a:lvl1pPr>
          <a:lvl2pPr marL="57150" indent="-57150" algn="ctr">
            <a:defRPr sz="900"/>
          </a:lvl2pPr>
          <a:lvl3pPr marL="114300" indent="-57150" algn="ctr">
            <a:defRPr sz="900"/>
          </a:lvl3pPr>
          <a:lvl4pPr marL="171450" indent="-57150" algn="ctr">
            <a:defRPr sz="900"/>
          </a:lvl4pPr>
          <a:lvl5pPr marL="228600" indent="-57150" algn="ctr">
            <a:defRPr sz="900"/>
          </a:lvl5pPr>
          <a:lvl6pPr marL="285750" indent="-57150" algn="ctr">
            <a:defRPr sz="900"/>
          </a:lvl6pPr>
          <a:lvl7pPr marL="342900" indent="-57150" algn="ctr">
            <a:defRPr sz="900"/>
          </a:lvl7pPr>
          <a:lvl8pPr marL="400050" indent="-57150" algn="ctr">
            <a:defRPr sz="900"/>
          </a:lvl8pPr>
          <a:lvl9pPr marL="457200" indent="-57150" algn="ctr">
            <a:defRPr sz="900"/>
          </a:lvl9pPr>
        </a:lstStyle>
        <a:p>
          <a:pPr lvl="0">
            <a:lnSpc>
              <a:spcPct val="100000"/>
            </a:lnSpc>
            <a:spcBef>
              <a:spcPct val="0"/>
            </a:spcBef>
            <a:spcAft>
              <a:spcPct val="35000"/>
            </a:spcAft>
          </a:pPr>
          <a:r>
            <a:rPr lang="en-US" b="0" i="0" u="none" baseline="0">
              <a:solidFill>
                <a:schemeClr val="dk1"/>
              </a:solidFill>
              <a:rtl val="0"/>
            </a:rPr>
            <a:t>Kolmogorvo-Smirnov Test</a:t>
          </a:r>
          <a:endParaRPr altLang="en-US">
            <a:solidFill>
              <a:schemeClr val="dk1"/>
            </a:solidFill>
          </a:endParaRPr>
        </a:p>
      </dsp:txBody>
      <dsp:txXfrm>
        <a:off x="1370648" y="3135313"/>
        <a:ext cx="1003300" cy="627063"/>
      </dsp:txXfrm>
    </dsp:sp>
    <dsp:sp modelId="{E77F18EA-EB15-4CB4-BAF4-FF9880437910}">
      <dsp:nvSpPr>
        <dsp:cNvPr id="4" name="Rounded Rectangle 3" hidden="1"/>
        <dsp:cNvSpPr/>
      </dsp:nvSpPr>
      <dsp:spPr>
        <a:xfrm>
          <a:off x="1119823" y="0"/>
          <a:ext cx="250825" cy="627063"/>
        </a:xfrm>
        <a:prstGeom prst="roundRect">
          <a:avLst>
            <a:gd name="adj" fmla="val 10000"/>
          </a:avLst>
        </a:prstGeom>
      </dsp:spPr>
      <dsp:txXfrm>
        <a:off x="1119823" y="0"/>
        <a:ext cx="250825" cy="627063"/>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rSet qsTypeId="urn:microsoft.com/office/officeart/2005/8/quickstyle/simple5"/>
        </dgm:pt>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linDir" val="fromT"/>
              <dgm:param type="chAlign" val="l"/>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srcNode" val="rootConnector"/>
                        <dgm:param type="dim" val="1D"/>
                        <dgm:param type="endSty" val="noArr"/>
                        <dgm:param type="connRout" val="bend"/>
                        <dgm:param type="begPts" val="bCtr"/>
                        <dgm:param type="endPts" val="midL"/>
                      </dgm:alg>
                    </dgm:if>
                    <dgm:else name="Name16">
                      <dgm:alg type="conn">
                        <dgm:param type="srcNode" val="rootConnector"/>
                        <dgm:param type="dim" val="1D"/>
                        <dgm:param type="endSty" val="noArr"/>
                        <dgm:param type="connRout" val="bend"/>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rSet qsTypeId="urn:microsoft.com/office/officeart/2005/8/quickstyle/simple5"/>
        </dgm:pt>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linDir" val="fromT"/>
              <dgm:param type="chAlign" val="l"/>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srcNode" val="rootConnector"/>
                        <dgm:param type="dim" val="1D"/>
                        <dgm:param type="endSty" val="noArr"/>
                        <dgm:param type="connRout" val="bend"/>
                        <dgm:param type="begPts" val="bCtr"/>
                        <dgm:param type="endPts" val="midL"/>
                      </dgm:alg>
                    </dgm:if>
                    <dgm:else name="Name16">
                      <dgm:alg type="conn">
                        <dgm:param type="srcNode" val="rootConnector"/>
                        <dgm:param type="dim" val="1D"/>
                        <dgm:param type="endSty" val="noArr"/>
                        <dgm:param type="connRout" val="bend"/>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6.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7.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8.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86" name="Shape 86"/>
        <p:cNvGrpSpPr/>
        <p:nvPr/>
      </p:nvGrpSpPr>
      <p:grpSpPr>
        <a:xfrm>
          <a:off x="0" y="0"/>
          <a:ext cx="0" cy="0"/>
          <a:chOff x="0" y="0"/>
          <a:chExt cx="0" cy="0"/>
        </a:xfrm>
      </p:grpSpPr>
      <p:sp>
        <p:nvSpPr>
          <p:cNvPr id="87" name="Google Shape;87;g35f391192_00:notes"/>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35f391192_0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7" name="Shape 107"/>
        <p:cNvGrpSpPr/>
        <p:nvPr/>
      </p:nvGrpSpPr>
      <p:grpSpPr>
        <a:xfrm>
          <a:off x="0" y="0"/>
          <a:ext cx="0" cy="0"/>
          <a:chOff x="0" y="0"/>
          <a:chExt cx="0" cy="0"/>
        </a:xfrm>
      </p:grpSpPr>
      <p:sp>
        <p:nvSpPr>
          <p:cNvPr id="108" name="Google Shape;108;g35f391192_04:notes"/>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 name="Google Shape;109;g35f391192_0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524" name="Shape 524"/>
        <p:cNvGrpSpPr/>
        <p:nvPr/>
      </p:nvGrpSpPr>
      <p:grpSpPr>
        <a:xfrm>
          <a:off x="0" y="0"/>
          <a:ext cx="0" cy="0"/>
          <a:chOff x="0" y="0"/>
          <a:chExt cx="0" cy="0"/>
        </a:xfrm>
      </p:grpSpPr>
      <p:sp>
        <p:nvSpPr>
          <p:cNvPr id="525" name="Google Shape;525;gd9e327104c_0_378:notes"/>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6" name="Google Shape;526;gd9e327104c_0_37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392" name="Shape 392"/>
        <p:cNvGrpSpPr/>
        <p:nvPr/>
      </p:nvGrpSpPr>
      <p:grpSpPr>
        <a:xfrm>
          <a:off x="0" y="0"/>
          <a:ext cx="0" cy="0"/>
          <a:chOff x="0" y="0"/>
          <a:chExt cx="0" cy="0"/>
        </a:xfrm>
      </p:grpSpPr>
      <p:sp>
        <p:nvSpPr>
          <p:cNvPr id="393" name="Google Shape;393;gd9e327104c_0_189:notes"/>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d9e327104c_0_18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5" name="Shape 115"/>
        <p:cNvGrpSpPr/>
        <p:nvPr/>
      </p:nvGrpSpPr>
      <p:grpSpPr>
        <a:xfrm>
          <a:off x="0" y="0"/>
          <a:ext cx="0" cy="0"/>
          <a:chOff x="0" y="0"/>
          <a:chExt cx="0" cy="0"/>
        </a:xfrm>
      </p:grpSpPr>
      <p:sp>
        <p:nvSpPr>
          <p:cNvPr id="116" name="Google Shape;116;g35f391192_029:notes"/>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 name="Google Shape;117;g35f391192_02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65"/>
        <p:cNvGrpSpPr/>
        <p:nvPr/>
      </p:nvGrpSpPr>
      <p:grpSpPr>
        <a:xfrm>
          <a:off x="0" y="0"/>
          <a:ext cx="0" cy="0"/>
          <a:chOff x="0" y="0"/>
          <a:chExt cx="0" cy="0"/>
        </a:xfrm>
      </p:grpSpPr>
      <p:sp>
        <p:nvSpPr>
          <p:cNvPr id="166" name="Google Shape;166;g35f391192_0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 name="Google Shape;167;g35f391192_0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73"/>
        <p:cNvGrpSpPr/>
        <p:nvPr/>
      </p:nvGrpSpPr>
      <p:grpSpPr>
        <a:xfrm>
          <a:off x="0" y="0"/>
          <a:ext cx="0" cy="0"/>
          <a:chOff x="0" y="0"/>
          <a:chExt cx="0" cy="0"/>
        </a:xfrm>
      </p:grpSpPr>
      <p:sp>
        <p:nvSpPr>
          <p:cNvPr id="174" name="Google Shape;174;g35f391192_0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5" name="Google Shape;175;g35f391192_0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23"/>
        <p:cNvGrpSpPr/>
        <p:nvPr/>
      </p:nvGrpSpPr>
      <p:grpSpPr>
        <a:xfrm>
          <a:off x="0" y="0"/>
          <a:ext cx="0" cy="0"/>
          <a:chOff x="0" y="0"/>
          <a:chExt cx="0" cy="0"/>
        </a:xfrm>
      </p:grpSpPr>
      <p:sp>
        <p:nvSpPr>
          <p:cNvPr id="124" name="Google Shape;124;g35f391192_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5f391192_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342" name="Shape 342"/>
        <p:cNvGrpSpPr/>
        <p:nvPr/>
      </p:nvGrpSpPr>
      <p:grpSpPr>
        <a:xfrm>
          <a:off x="0" y="0"/>
          <a:ext cx="0" cy="0"/>
          <a:chOff x="0" y="0"/>
          <a:chExt cx="0" cy="0"/>
        </a:xfrm>
      </p:grpSpPr>
      <p:sp>
        <p:nvSpPr>
          <p:cNvPr id="343" name="Google Shape;343;gd9e327104c_0_142:notes"/>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gd9e327104c_0_14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28"/>
        <p:cNvGrpSpPr/>
        <p:nvPr/>
      </p:nvGrpSpPr>
      <p:grpSpPr>
        <a:xfrm>
          <a:off x="0" y="0"/>
          <a:ext cx="0" cy="0"/>
          <a:chOff x="0" y="0"/>
          <a:chExt cx="0" cy="0"/>
        </a:xfrm>
      </p:grpSpPr>
      <p:sp>
        <p:nvSpPr>
          <p:cNvPr id="629" name="Google Shape;629;gd9e327104c_0_4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0" name="Google Shape;630;gd9e327104c_0_4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29"/>
        <p:cNvGrpSpPr/>
        <p:nvPr/>
      </p:nvGrpSpPr>
      <p:grpSpPr>
        <a:xfrm>
          <a:off x="0" y="0"/>
          <a:ext cx="0" cy="0"/>
          <a:chOff x="0" y="0"/>
          <a:chExt cx="0" cy="0"/>
        </a:xfrm>
      </p:grpSpPr>
      <p:sp>
        <p:nvSpPr>
          <p:cNvPr id="130" name="Google Shape;130;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28"/>
        <p:cNvGrpSpPr/>
        <p:nvPr/>
      </p:nvGrpSpPr>
      <p:grpSpPr>
        <a:xfrm>
          <a:off x="0" y="0"/>
          <a:ext cx="0" cy="0"/>
          <a:chOff x="0" y="0"/>
          <a:chExt cx="0" cy="0"/>
        </a:xfrm>
      </p:grpSpPr>
      <p:sp>
        <p:nvSpPr>
          <p:cNvPr id="629" name="Google Shape;629;gd9e327104c_0_4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0" name="Google Shape;630;gd9e327104c_0_4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334"/>
        <p:cNvGrpSpPr/>
        <p:nvPr/>
      </p:nvGrpSpPr>
      <p:grpSpPr>
        <a:xfrm>
          <a:off x="0" y="0"/>
          <a:ext cx="0" cy="0"/>
          <a:chOff x="0" y="0"/>
          <a:chExt cx="0" cy="0"/>
        </a:xfrm>
      </p:grpSpPr>
      <p:sp>
        <p:nvSpPr>
          <p:cNvPr id="335" name="Google Shape;335;g35ed75ccf_01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35ed75ccf_01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9" name="Shape 449"/>
        <p:cNvGrpSpPr/>
        <p:nvPr/>
      </p:nvGrpSpPr>
      <p:grpSpPr>
        <a:xfrm>
          <a:off x="0" y="0"/>
          <a:ext cx="0" cy="0"/>
          <a:chOff x="0" y="0"/>
          <a:chExt cx="0" cy="0"/>
        </a:xfrm>
      </p:grpSpPr>
      <p:sp>
        <p:nvSpPr>
          <p:cNvPr id="450" name="Google Shape;450;gd9e327104c_0_305:notes"/>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1" name="Google Shape;451;gd9e327104c_0_30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449" name="Shape 449"/>
        <p:cNvGrpSpPr/>
        <p:nvPr/>
      </p:nvGrpSpPr>
      <p:grpSpPr>
        <a:xfrm>
          <a:off x="0" y="0"/>
          <a:ext cx="0" cy="0"/>
          <a:chOff x="0" y="0"/>
          <a:chExt cx="0" cy="0"/>
        </a:xfrm>
      </p:grpSpPr>
      <p:sp>
        <p:nvSpPr>
          <p:cNvPr id="450" name="Google Shape;450;gd9e327104c_0_305:notes"/>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1" name="Google Shape;451;gd9e327104c_0_30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56"/>
        <p:cNvGrpSpPr/>
        <p:nvPr/>
      </p:nvGrpSpPr>
      <p:grpSpPr>
        <a:xfrm>
          <a:off x="0" y="0"/>
          <a:ext cx="0" cy="0"/>
          <a:chOff x="0" y="0"/>
          <a:chExt cx="0" cy="0"/>
        </a:xfrm>
      </p:grpSpPr>
      <p:sp>
        <p:nvSpPr>
          <p:cNvPr id="257" name="Google Shape;257;gd9e327104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d9e327104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334"/>
        <p:cNvGrpSpPr/>
        <p:nvPr/>
      </p:nvGrpSpPr>
      <p:grpSpPr>
        <a:xfrm>
          <a:off x="0" y="0"/>
          <a:ext cx="0" cy="0"/>
          <a:chOff x="0" y="0"/>
          <a:chExt cx="0" cy="0"/>
        </a:xfrm>
      </p:grpSpPr>
      <p:sp>
        <p:nvSpPr>
          <p:cNvPr id="335" name="Google Shape;335;g35ed75ccf_01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35ed75ccf_01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56"/>
        <p:cNvGrpSpPr/>
        <p:nvPr/>
      </p:nvGrpSpPr>
      <p:grpSpPr>
        <a:xfrm>
          <a:off x="0" y="0"/>
          <a:ext cx="0" cy="0"/>
          <a:chOff x="0" y="0"/>
          <a:chExt cx="0" cy="0"/>
        </a:xfrm>
      </p:grpSpPr>
      <p:sp>
        <p:nvSpPr>
          <p:cNvPr id="257" name="Google Shape;257;gd9e327104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d9e327104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44"/>
        <p:cNvGrpSpPr/>
        <p:nvPr/>
      </p:nvGrpSpPr>
      <p:grpSpPr>
        <a:xfrm>
          <a:off x="0" y="0"/>
          <a:ext cx="0" cy="0"/>
          <a:chOff x="0" y="0"/>
          <a:chExt cx="0" cy="0"/>
        </a:xfrm>
      </p:grpSpPr>
      <p:sp>
        <p:nvSpPr>
          <p:cNvPr id="245" name="Google Shape;245;g35ed75ccf_0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35ed75ccf_0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98"/>
        <p:cNvGrpSpPr/>
        <p:nvPr/>
      </p:nvGrpSpPr>
      <p:grpSpPr>
        <a:xfrm>
          <a:off x="0" y="0"/>
          <a:ext cx="0" cy="0"/>
          <a:chOff x="0" y="0"/>
          <a:chExt cx="0" cy="0"/>
        </a:xfrm>
      </p:grpSpPr>
      <p:sp>
        <p:nvSpPr>
          <p:cNvPr id="99" name="Google Shape;99;g3606f1c2d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606f1c2d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56"/>
        <p:cNvGrpSpPr/>
        <p:nvPr/>
      </p:nvGrpSpPr>
      <p:grpSpPr>
        <a:xfrm>
          <a:off x="0" y="0"/>
          <a:ext cx="0" cy="0"/>
          <a:chOff x="0" y="0"/>
          <a:chExt cx="0" cy="0"/>
        </a:xfrm>
      </p:grpSpPr>
      <p:sp>
        <p:nvSpPr>
          <p:cNvPr id="257" name="Google Shape;257;gd9e327104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d9e327104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342" name="Shape 342"/>
        <p:cNvGrpSpPr/>
        <p:nvPr/>
      </p:nvGrpSpPr>
      <p:grpSpPr>
        <a:xfrm>
          <a:off x="0" y="0"/>
          <a:ext cx="0" cy="0"/>
          <a:chOff x="0" y="0"/>
          <a:chExt cx="0" cy="0"/>
        </a:xfrm>
      </p:grpSpPr>
      <p:sp>
        <p:nvSpPr>
          <p:cNvPr id="343" name="Google Shape;343;gd9e327104c_0_142:notes"/>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gd9e327104c_0_14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349"/>
        <p:cNvGrpSpPr/>
        <p:nvPr/>
      </p:nvGrpSpPr>
      <p:grpSpPr>
        <a:xfrm>
          <a:off x="0" y="0"/>
          <a:ext cx="0" cy="0"/>
          <a:chOff x="0" y="0"/>
          <a:chExt cx="0" cy="0"/>
        </a:xfrm>
      </p:grpSpPr>
      <p:sp>
        <p:nvSpPr>
          <p:cNvPr id="350" name="Google Shape;350;gd9e327104c_0_1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1" name="Google Shape;351;gd9e327104c_0_1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56"/>
        <p:cNvGrpSpPr/>
        <p:nvPr/>
      </p:nvGrpSpPr>
      <p:grpSpPr>
        <a:xfrm>
          <a:off x="0" y="0"/>
          <a:ext cx="0" cy="0"/>
          <a:chOff x="0" y="0"/>
          <a:chExt cx="0" cy="0"/>
        </a:xfrm>
      </p:grpSpPr>
      <p:sp>
        <p:nvSpPr>
          <p:cNvPr id="257" name="Google Shape;257;gd9e327104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d9e327104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98"/>
        <p:cNvGrpSpPr/>
        <p:nvPr/>
      </p:nvGrpSpPr>
      <p:grpSpPr>
        <a:xfrm>
          <a:off x="0" y="0"/>
          <a:ext cx="0" cy="0"/>
          <a:chOff x="0" y="0"/>
          <a:chExt cx="0" cy="0"/>
        </a:xfrm>
      </p:grpSpPr>
      <p:sp>
        <p:nvSpPr>
          <p:cNvPr id="99" name="Google Shape;99;g3606f1c2d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606f1c2d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28"/>
        <p:cNvGrpSpPr/>
        <p:nvPr/>
      </p:nvGrpSpPr>
      <p:grpSpPr>
        <a:xfrm>
          <a:off x="0" y="0"/>
          <a:ext cx="0" cy="0"/>
          <a:chOff x="0" y="0"/>
          <a:chExt cx="0" cy="0"/>
        </a:xfrm>
      </p:grpSpPr>
      <p:sp>
        <p:nvSpPr>
          <p:cNvPr id="629" name="Google Shape;629;gd9e327104c_0_4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0" name="Google Shape;630;gd9e327104c_0_4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91"/>
        <p:cNvGrpSpPr/>
        <p:nvPr/>
      </p:nvGrpSpPr>
      <p:grpSpPr>
        <a:xfrm>
          <a:off x="0" y="0"/>
          <a:ext cx="0" cy="0"/>
          <a:chOff x="0" y="0"/>
          <a:chExt cx="0" cy="0"/>
        </a:xfrm>
      </p:grpSpPr>
      <p:sp>
        <p:nvSpPr>
          <p:cNvPr id="192" name="Google Shape;192;g35f391192_0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 name="Google Shape;193;g35f391192_0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306"/>
        <p:cNvGrpSpPr/>
        <p:nvPr/>
      </p:nvGrpSpPr>
      <p:grpSpPr>
        <a:xfrm>
          <a:off x="0" y="0"/>
          <a:ext cx="0" cy="0"/>
          <a:chOff x="0" y="0"/>
          <a:chExt cx="0" cy="0"/>
        </a:xfrm>
      </p:grpSpPr>
      <p:sp>
        <p:nvSpPr>
          <p:cNvPr id="307" name="Google Shape;307;g35ed75ccf_0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35ed75ccf_0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PhAnim="0" showMasterSp="0">
  <p:cSld>
    <p:spTree>
      <p:nvGrpSpPr>
        <p:cNvPr id="342" name="Shape 342"/>
        <p:cNvGrpSpPr/>
        <p:nvPr/>
      </p:nvGrpSpPr>
      <p:grpSpPr>
        <a:xfrm>
          <a:off x="0" y="0"/>
          <a:ext cx="0" cy="0"/>
          <a:chOff x="0" y="0"/>
          <a:chExt cx="0" cy="0"/>
        </a:xfrm>
      </p:grpSpPr>
      <p:sp>
        <p:nvSpPr>
          <p:cNvPr id="343" name="Google Shape;343;gd9e327104c_0_142:notes"/>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gd9e327104c_0_14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29"/>
        <p:cNvGrpSpPr/>
        <p:nvPr/>
      </p:nvGrpSpPr>
      <p:grpSpPr>
        <a:xfrm>
          <a:off x="0" y="0"/>
          <a:ext cx="0" cy="0"/>
          <a:chOff x="0" y="0"/>
          <a:chExt cx="0" cy="0"/>
        </a:xfrm>
      </p:grpSpPr>
      <p:sp>
        <p:nvSpPr>
          <p:cNvPr id="130" name="Google Shape;130;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327"/>
        <p:cNvGrpSpPr/>
        <p:nvPr/>
      </p:nvGrpSpPr>
      <p:grpSpPr>
        <a:xfrm>
          <a:off x="0" y="0"/>
          <a:ext cx="0" cy="0"/>
          <a:chOff x="0" y="0"/>
          <a:chExt cx="0" cy="0"/>
        </a:xfrm>
      </p:grpSpPr>
      <p:sp>
        <p:nvSpPr>
          <p:cNvPr id="328" name="Google Shape;328;g35ed75ccf_01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9" name="Google Shape;329;g35ed75ccf_0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28"/>
        <p:cNvGrpSpPr/>
        <p:nvPr/>
      </p:nvGrpSpPr>
      <p:grpSpPr>
        <a:xfrm>
          <a:off x="0" y="0"/>
          <a:ext cx="0" cy="0"/>
          <a:chOff x="0" y="0"/>
          <a:chExt cx="0" cy="0"/>
        </a:xfrm>
      </p:grpSpPr>
      <p:sp>
        <p:nvSpPr>
          <p:cNvPr id="629" name="Google Shape;629;gd9e327104c_0_4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0" name="Google Shape;630;gd9e327104c_0_4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28"/>
        <p:cNvGrpSpPr/>
        <p:nvPr/>
      </p:nvGrpSpPr>
      <p:grpSpPr>
        <a:xfrm>
          <a:off x="0" y="0"/>
          <a:ext cx="0" cy="0"/>
          <a:chOff x="0" y="0"/>
          <a:chExt cx="0" cy="0"/>
        </a:xfrm>
      </p:grpSpPr>
      <p:sp>
        <p:nvSpPr>
          <p:cNvPr id="629" name="Google Shape;629;gd9e327104c_0_4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0" name="Google Shape;630;gd9e327104c_0_4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28"/>
        <p:cNvGrpSpPr/>
        <p:nvPr/>
      </p:nvGrpSpPr>
      <p:grpSpPr>
        <a:xfrm>
          <a:off x="0" y="0"/>
          <a:ext cx="0" cy="0"/>
          <a:chOff x="0" y="0"/>
          <a:chExt cx="0" cy="0"/>
        </a:xfrm>
      </p:grpSpPr>
      <p:sp>
        <p:nvSpPr>
          <p:cNvPr id="629" name="Google Shape;629;gd9e327104c_0_4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0" name="Google Shape;630;gd9e327104c_0_4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28"/>
        <p:cNvGrpSpPr/>
        <p:nvPr/>
      </p:nvGrpSpPr>
      <p:grpSpPr>
        <a:xfrm>
          <a:off x="0" y="0"/>
          <a:ext cx="0" cy="0"/>
          <a:chOff x="0" y="0"/>
          <a:chExt cx="0" cy="0"/>
        </a:xfrm>
      </p:grpSpPr>
      <p:sp>
        <p:nvSpPr>
          <p:cNvPr id="629" name="Google Shape;629;gd9e327104c_0_4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0" name="Google Shape;630;gd9e327104c_0_4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PhAnim="0" showMasterSp="0">
  <p:cSld>
    <p:spTree>
      <p:nvGrpSpPr>
        <p:cNvPr id="342" name="Shape 342"/>
        <p:cNvGrpSpPr/>
        <p:nvPr/>
      </p:nvGrpSpPr>
      <p:grpSpPr>
        <a:xfrm>
          <a:off x="0" y="0"/>
          <a:ext cx="0" cy="0"/>
          <a:chOff x="0" y="0"/>
          <a:chExt cx="0" cy="0"/>
        </a:xfrm>
      </p:grpSpPr>
      <p:sp>
        <p:nvSpPr>
          <p:cNvPr id="343" name="Google Shape;343;gd9e327104c_0_142:notes"/>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gd9e327104c_0_14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33"/>
        <p:cNvGrpSpPr/>
        <p:nvPr/>
      </p:nvGrpSpPr>
      <p:grpSpPr>
        <a:xfrm>
          <a:off x="0" y="0"/>
          <a:ext cx="0" cy="0"/>
          <a:chOff x="0" y="0"/>
          <a:chExt cx="0" cy="0"/>
        </a:xfrm>
      </p:grpSpPr>
      <p:sp>
        <p:nvSpPr>
          <p:cNvPr id="234" name="Google Shape;234;g35ed75ccf_0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35ed75ccf_0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36"/>
        <p:cNvGrpSpPr/>
        <p:nvPr/>
      </p:nvGrpSpPr>
      <p:grpSpPr>
        <a:xfrm>
          <a:off x="0" y="0"/>
          <a:ext cx="0" cy="0"/>
          <a:chOff x="0" y="0"/>
          <a:chExt cx="0" cy="0"/>
        </a:xfrm>
      </p:grpSpPr>
      <p:sp>
        <p:nvSpPr>
          <p:cNvPr id="137" name="Google Shape;137;g35ed75ccf_0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5ed75ccf_0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48"/>
        <p:cNvGrpSpPr/>
        <p:nvPr/>
      </p:nvGrpSpPr>
      <p:grpSpPr>
        <a:xfrm>
          <a:off x="0" y="0"/>
          <a:ext cx="0" cy="0"/>
          <a:chOff x="0" y="0"/>
          <a:chExt cx="0" cy="0"/>
        </a:xfrm>
      </p:grpSpPr>
      <p:sp>
        <p:nvSpPr>
          <p:cNvPr id="149" name="Google Shape;149;g35f391192_0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35f391192_0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431"/>
        <p:cNvGrpSpPr/>
        <p:nvPr/>
      </p:nvGrpSpPr>
      <p:grpSpPr>
        <a:xfrm>
          <a:off x="0" y="0"/>
          <a:ext cx="0" cy="0"/>
          <a:chOff x="0" y="0"/>
          <a:chExt cx="0" cy="0"/>
        </a:xfrm>
      </p:grpSpPr>
      <p:sp>
        <p:nvSpPr>
          <p:cNvPr id="432" name="Google Shape;432;gd9e327104c_0_2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3" name="Google Shape;433;gd9e327104c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PhAnim="0" showMasterSp="0">
  <p:cSld>
    <p:spTree>
      <p:nvGrpSpPr>
        <p:cNvPr id="342" name="Shape 342"/>
        <p:cNvGrpSpPr/>
        <p:nvPr/>
      </p:nvGrpSpPr>
      <p:grpSpPr>
        <a:xfrm>
          <a:off x="0" y="0"/>
          <a:ext cx="0" cy="0"/>
          <a:chOff x="0" y="0"/>
          <a:chExt cx="0" cy="0"/>
        </a:xfrm>
      </p:grpSpPr>
      <p:sp>
        <p:nvSpPr>
          <p:cNvPr id="343" name="Google Shape;343;gd9e327104c_0_142:notes"/>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4" name="Google Shape;344;gd9e327104c_0_14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9" name="Shape 129"/>
        <p:cNvGrpSpPr/>
        <p:nvPr/>
      </p:nvGrpSpPr>
      <p:grpSpPr>
        <a:xfrm>
          <a:off x="0" y="0"/>
          <a:ext cx="0" cy="0"/>
          <a:chOff x="0" y="0"/>
          <a:chExt cx="0" cy="0"/>
        </a:xfrm>
      </p:grpSpPr>
      <p:sp>
        <p:nvSpPr>
          <p:cNvPr id="130" name="Google Shape;130;p:notes"/>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12"/>
        <p:cNvGrpSpPr/>
        <p:nvPr/>
      </p:nvGrpSpPr>
      <p:grpSpPr>
        <a:xfrm>
          <a:off x="0" y="0"/>
          <a:ext cx="0" cy="0"/>
          <a:chOff x="0" y="0"/>
          <a:chExt cx="0" cy="0"/>
        </a:xfrm>
      </p:grpSpPr>
      <p:sp>
        <p:nvSpPr>
          <p:cNvPr id="213" name="Google Shape;213;g35ed75ccf_0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 name="Google Shape;214;g35ed75ccf_0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22"/>
        <p:cNvGrpSpPr/>
        <p:nvPr/>
      </p:nvGrpSpPr>
      <p:grpSpPr>
        <a:xfrm>
          <a:off x="0" y="0"/>
          <a:ext cx="0" cy="0"/>
          <a:chOff x="0" y="0"/>
          <a:chExt cx="0" cy="0"/>
        </a:xfrm>
      </p:grpSpPr>
      <p:sp>
        <p:nvSpPr>
          <p:cNvPr id="223" name="Google Shape;223;g35ed75ccf_0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35ed75ccf_0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28"/>
        <p:cNvGrpSpPr/>
        <p:nvPr/>
      </p:nvGrpSpPr>
      <p:grpSpPr>
        <a:xfrm>
          <a:off x="0" y="0"/>
          <a:ext cx="0" cy="0"/>
          <a:chOff x="0" y="0"/>
          <a:chExt cx="0" cy="0"/>
        </a:xfrm>
      </p:grpSpPr>
      <p:sp>
        <p:nvSpPr>
          <p:cNvPr id="629" name="Google Shape;629;gd9e327104c_0_4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0" name="Google Shape;630;gd9e327104c_0_4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319"/>
        <p:cNvGrpSpPr/>
        <p:nvPr/>
      </p:nvGrpSpPr>
      <p:grpSpPr>
        <a:xfrm>
          <a:off x="0" y="0"/>
          <a:ext cx="0" cy="0"/>
          <a:chOff x="0" y="0"/>
          <a:chExt cx="0" cy="0"/>
        </a:xfrm>
      </p:grpSpPr>
      <p:sp>
        <p:nvSpPr>
          <p:cNvPr id="320" name="Google Shape;320;g35ed75ccf_0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35ed75ccf_0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p:cSld name="TITLE">
    <p:bg>
      <p:bgPr>
        <a:solidFill>
          <a:schemeClr val="accent1"/>
        </a:solidFill>
        <a:effectLst/>
      </p:bgPr>
    </p:bg>
    <p:spTree>
      <p:nvGrpSpPr>
        <p:cNvPr id="1" name="Shape 9"/>
        <p:cNvGrpSpPr/>
        <p:nvPr/>
      </p:nvGrpSpPr>
      <p:grpSpPr>
        <a:xfrm>
          <a:off x="0" y="0"/>
          <a:ext cx="0" cy="0"/>
          <a:chOff x="0" y="0"/>
          <a:chExt cx="0" cy="0"/>
        </a:xfrm>
      </p:grpSpPr>
      <p:pic>
        <p:nvPicPr>
          <p:cNvPr id="10" name="Google Shape;10;p2" descr="organic-01.png"/>
          <p:cNvPicPr preferRelativeResize="0"/>
          <p:nvPr/>
        </p:nvPicPr>
        <p:blipFill>
          <a:blip r:embed="rId2">
            <a:alphaModFix amt="30000"/>
          </a:blip>
          <a:stretch>
            <a:fillRect/>
          </a:stretch>
        </p:blipFill>
        <p:spPr>
          <a:xfrm>
            <a:off x="0" y="0"/>
            <a:ext cx="9144000" cy="5143500"/>
          </a:xfrm>
          <a:prstGeom prst="rect">
            <a:avLst/>
          </a:prstGeom>
          <a:noFill/>
          <a:ln>
            <a:noFill/>
          </a:ln>
        </p:spPr>
      </p:pic>
      <p:sp>
        <p:nvSpPr>
          <p:cNvPr id="11" name="Google Shape;11;p2"/>
          <p:cNvSpPr/>
          <p:nvPr/>
        </p:nvSpPr>
        <p:spPr>
          <a:xfrm>
            <a:off x="2022375" y="1022175"/>
            <a:ext cx="5099400" cy="3135900"/>
          </a:xfrm>
          <a:prstGeom prst="rect">
            <a:avLst/>
          </a:prstGeom>
          <a:solidFill>
            <a:schemeClr val="lt1"/>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12" name="Google Shape;12;p2"/>
          <p:cNvSpPr txBox="1">
            <a:spLocks noGrp="1"/>
          </p:cNvSpPr>
          <p:nvPr>
            <p:ph type="ctrTitle"/>
          </p:nvPr>
        </p:nvSpPr>
        <p:spPr>
          <a:xfrm>
            <a:off x="2510400" y="2092225"/>
            <a:ext cx="4123200" cy="1159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a:latin typeface="Courant" panose="02000509030000020004" charset="0"/>
                <a:ea typeface="Courant" panose="02000509030000020004" charset="0"/>
                <a:cs typeface="Courant" panose="02000509030000020004" charset="0"/>
                <a:sym typeface="Courant" panose="02000509030000020004" charset="0"/>
              </a:defRPr>
            </a:lvl1pPr>
            <a:lvl2pPr lvl="1" algn="ctr">
              <a:spcBef>
                <a:spcPts val="0"/>
              </a:spcBef>
              <a:spcAft>
                <a:spcPts val="0"/>
              </a:spcAft>
              <a:buSzPts val="4000"/>
              <a:buNone/>
              <a:defRPr sz="4000"/>
            </a:lvl2pPr>
            <a:lvl3pPr lvl="2" algn="ctr">
              <a:spcBef>
                <a:spcPts val="0"/>
              </a:spcBef>
              <a:spcAft>
                <a:spcPts val="0"/>
              </a:spcAft>
              <a:buSzPts val="4000"/>
              <a:buNone/>
              <a:defRPr sz="4000"/>
            </a:lvl3pPr>
            <a:lvl4pPr lvl="3" algn="ctr">
              <a:spcBef>
                <a:spcPts val="0"/>
              </a:spcBef>
              <a:spcAft>
                <a:spcPts val="0"/>
              </a:spcAft>
              <a:buSzPts val="4000"/>
              <a:buNone/>
              <a:defRPr sz="4000"/>
            </a:lvl4pPr>
            <a:lvl5pPr lvl="4" algn="ctr">
              <a:spcBef>
                <a:spcPts val="0"/>
              </a:spcBef>
              <a:spcAft>
                <a:spcPts val="0"/>
              </a:spcAft>
              <a:buSzPts val="4000"/>
              <a:buNone/>
              <a:defRPr sz="4000"/>
            </a:lvl5pPr>
            <a:lvl6pPr lvl="5" algn="ctr">
              <a:spcBef>
                <a:spcPts val="0"/>
              </a:spcBef>
              <a:spcAft>
                <a:spcPts val="0"/>
              </a:spcAft>
              <a:buSzPts val="4000"/>
              <a:buNone/>
              <a:defRPr sz="4000"/>
            </a:lvl6pPr>
            <a:lvl7pPr lvl="6" algn="ctr">
              <a:spcBef>
                <a:spcPts val="0"/>
              </a:spcBef>
              <a:spcAft>
                <a:spcPts val="0"/>
              </a:spcAft>
              <a:buSzPts val="4000"/>
              <a:buNone/>
              <a:defRPr sz="4000"/>
            </a:lvl7pPr>
            <a:lvl8pPr lvl="7" algn="ctr">
              <a:spcBef>
                <a:spcPts val="0"/>
              </a:spcBef>
              <a:spcAft>
                <a:spcPts val="0"/>
              </a:spcAft>
              <a:buSzPts val="4000"/>
              <a:buNone/>
              <a:defRPr sz="4000"/>
            </a:lvl8pPr>
            <a:lvl9pPr lvl="8" algn="ctr">
              <a:spcBef>
                <a:spcPts val="0"/>
              </a:spcBef>
              <a:spcAft>
                <a:spcPts val="0"/>
              </a:spcAft>
              <a:buSzPts val="4000"/>
              <a:buNone/>
              <a:defRPr sz="4000"/>
            </a:lvl9pPr>
          </a:lstStyle>
          <a:p/>
        </p:txBody>
      </p:sp>
      <p:sp>
        <p:nvSpPr>
          <p:cNvPr id="13" name="Google Shape;13;p2"/>
          <p:cNvSpPr/>
          <p:nvPr/>
        </p:nvSpPr>
        <p:spPr>
          <a:xfrm>
            <a:off x="4162050" y="756837"/>
            <a:ext cx="819900" cy="819900"/>
          </a:xfrm>
          <a:prstGeom prst="rect">
            <a:avLst/>
          </a:prstGeom>
          <a:solidFill>
            <a:schemeClr val="dk1"/>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ubtitle">
  <p:cSld name="TITLE_1">
    <p:bg>
      <p:bgPr>
        <a:solidFill>
          <a:schemeClr val="accent1"/>
        </a:solidFill>
        <a:effectLst/>
      </p:bgPr>
    </p:bg>
    <p:spTree>
      <p:nvGrpSpPr>
        <p:cNvPr id="1" name="Shape 14"/>
        <p:cNvGrpSpPr/>
        <p:nvPr/>
      </p:nvGrpSpPr>
      <p:grpSpPr>
        <a:xfrm>
          <a:off x="0" y="0"/>
          <a:ext cx="0" cy="0"/>
          <a:chOff x="0" y="0"/>
          <a:chExt cx="0" cy="0"/>
        </a:xfrm>
      </p:grpSpPr>
      <p:pic>
        <p:nvPicPr>
          <p:cNvPr id="15" name="Google Shape;15;p3" descr="organic-02.png"/>
          <p:cNvPicPr preferRelativeResize="0"/>
          <p:nvPr/>
        </p:nvPicPr>
        <p:blipFill>
          <a:blip r:embed="rId2">
            <a:alphaModFix amt="24000"/>
          </a:blip>
          <a:stretch>
            <a:fillRect/>
          </a:stretch>
        </p:blipFill>
        <p:spPr>
          <a:xfrm>
            <a:off x="0" y="0"/>
            <a:ext cx="9144000" cy="5143500"/>
          </a:xfrm>
          <a:prstGeom prst="rect">
            <a:avLst/>
          </a:prstGeom>
          <a:noFill/>
          <a:ln>
            <a:noFill/>
          </a:ln>
        </p:spPr>
      </p:pic>
      <p:sp>
        <p:nvSpPr>
          <p:cNvPr id="16" name="Google Shape;16;p3"/>
          <p:cNvSpPr/>
          <p:nvPr/>
        </p:nvSpPr>
        <p:spPr>
          <a:xfrm>
            <a:off x="2022375" y="1022175"/>
            <a:ext cx="5099400" cy="3135900"/>
          </a:xfrm>
          <a:prstGeom prst="rect">
            <a:avLst/>
          </a:prstGeom>
          <a:solidFill>
            <a:schemeClr val="dk1"/>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 name="Google Shape;17;p3"/>
          <p:cNvSpPr/>
          <p:nvPr/>
        </p:nvSpPr>
        <p:spPr>
          <a:xfrm>
            <a:off x="4162050" y="756837"/>
            <a:ext cx="819900" cy="819900"/>
          </a:xfrm>
          <a:prstGeom prst="rect">
            <a:avLst/>
          </a:prstGeom>
          <a:solidFill>
            <a:srgbClr val="FFFFFF"/>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 name="Google Shape;18;p3"/>
          <p:cNvSpPr txBox="1">
            <a:spLocks noGrp="1"/>
          </p:cNvSpPr>
          <p:nvPr>
            <p:ph type="ctrTitle"/>
          </p:nvPr>
        </p:nvSpPr>
        <p:spPr>
          <a:xfrm>
            <a:off x="2361000" y="1735750"/>
            <a:ext cx="4335000" cy="11598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lt1"/>
              </a:buClr>
              <a:buSzPts val="3600"/>
              <a:buNone/>
              <a:defRPr sz="3600">
                <a:solidFill>
                  <a:schemeClr val="lt1"/>
                </a:solidFill>
                <a:latin typeface="Courant" panose="02000509030000020004" charset="0"/>
                <a:ea typeface="Courant" panose="02000509030000020004" charset="0"/>
                <a:cs typeface="Courant" panose="02000509030000020004" charset="0"/>
                <a:sym typeface="Courant" panose="02000509030000020004" charset="0"/>
              </a:defRPr>
            </a:lvl1pPr>
            <a:lvl2pPr lvl="1" algn="ctr" rtl="0">
              <a:spcBef>
                <a:spcPts val="0"/>
              </a:spcBef>
              <a:spcAft>
                <a:spcPts val="0"/>
              </a:spcAft>
              <a:buClr>
                <a:schemeClr val="lt1"/>
              </a:buClr>
              <a:buSzPts val="3600"/>
              <a:buNone/>
              <a:defRPr sz="3600">
                <a:solidFill>
                  <a:schemeClr val="lt1"/>
                </a:solidFill>
              </a:defRPr>
            </a:lvl2pPr>
            <a:lvl3pPr lvl="2" algn="ctr" rtl="0">
              <a:spcBef>
                <a:spcPts val="0"/>
              </a:spcBef>
              <a:spcAft>
                <a:spcPts val="0"/>
              </a:spcAft>
              <a:buClr>
                <a:schemeClr val="lt1"/>
              </a:buClr>
              <a:buSzPts val="3600"/>
              <a:buNone/>
              <a:defRPr sz="3600">
                <a:solidFill>
                  <a:schemeClr val="lt1"/>
                </a:solidFill>
              </a:defRPr>
            </a:lvl3pPr>
            <a:lvl4pPr lvl="3" algn="ctr" rtl="0">
              <a:spcBef>
                <a:spcPts val="0"/>
              </a:spcBef>
              <a:spcAft>
                <a:spcPts val="0"/>
              </a:spcAft>
              <a:buClr>
                <a:schemeClr val="lt1"/>
              </a:buClr>
              <a:buSzPts val="3600"/>
              <a:buNone/>
              <a:defRPr sz="3600">
                <a:solidFill>
                  <a:schemeClr val="lt1"/>
                </a:solidFill>
              </a:defRPr>
            </a:lvl4pPr>
            <a:lvl5pPr lvl="4" algn="ctr" rtl="0">
              <a:spcBef>
                <a:spcPts val="0"/>
              </a:spcBef>
              <a:spcAft>
                <a:spcPts val="0"/>
              </a:spcAft>
              <a:buClr>
                <a:schemeClr val="lt1"/>
              </a:buClr>
              <a:buSzPts val="3600"/>
              <a:buNone/>
              <a:defRPr sz="3600">
                <a:solidFill>
                  <a:schemeClr val="lt1"/>
                </a:solidFill>
              </a:defRPr>
            </a:lvl5pPr>
            <a:lvl6pPr lvl="5" algn="ctr" rtl="0">
              <a:spcBef>
                <a:spcPts val="0"/>
              </a:spcBef>
              <a:spcAft>
                <a:spcPts val="0"/>
              </a:spcAft>
              <a:buClr>
                <a:schemeClr val="lt1"/>
              </a:buClr>
              <a:buSzPts val="3600"/>
              <a:buNone/>
              <a:defRPr sz="3600">
                <a:solidFill>
                  <a:schemeClr val="lt1"/>
                </a:solidFill>
              </a:defRPr>
            </a:lvl6pPr>
            <a:lvl7pPr lvl="6" algn="ctr" rtl="0">
              <a:spcBef>
                <a:spcPts val="0"/>
              </a:spcBef>
              <a:spcAft>
                <a:spcPts val="0"/>
              </a:spcAft>
              <a:buClr>
                <a:schemeClr val="lt1"/>
              </a:buClr>
              <a:buSzPts val="3600"/>
              <a:buNone/>
              <a:defRPr sz="3600">
                <a:solidFill>
                  <a:schemeClr val="lt1"/>
                </a:solidFill>
              </a:defRPr>
            </a:lvl7pPr>
            <a:lvl8pPr lvl="7" algn="ctr" rtl="0">
              <a:spcBef>
                <a:spcPts val="0"/>
              </a:spcBef>
              <a:spcAft>
                <a:spcPts val="0"/>
              </a:spcAft>
              <a:buClr>
                <a:schemeClr val="lt1"/>
              </a:buClr>
              <a:buSzPts val="3600"/>
              <a:buNone/>
              <a:defRPr sz="3600">
                <a:solidFill>
                  <a:schemeClr val="lt1"/>
                </a:solidFill>
              </a:defRPr>
            </a:lvl8pPr>
            <a:lvl9pPr lvl="8" algn="ctr" rtl="0">
              <a:spcBef>
                <a:spcPts val="0"/>
              </a:spcBef>
              <a:spcAft>
                <a:spcPts val="0"/>
              </a:spcAft>
              <a:buClr>
                <a:schemeClr val="lt1"/>
              </a:buClr>
              <a:buSzPts val="3600"/>
              <a:buNone/>
              <a:defRPr sz="3600">
                <a:solidFill>
                  <a:schemeClr val="lt1"/>
                </a:solidFill>
              </a:defRPr>
            </a:lvl9pPr>
          </a:lstStyle>
          <a:p/>
        </p:txBody>
      </p:sp>
      <p:sp>
        <p:nvSpPr>
          <p:cNvPr id="19" name="Google Shape;19;p3"/>
          <p:cNvSpPr txBox="1">
            <a:spLocks noGrp="1"/>
          </p:cNvSpPr>
          <p:nvPr>
            <p:ph type="subTitle" idx="1"/>
          </p:nvPr>
        </p:nvSpPr>
        <p:spPr>
          <a:xfrm>
            <a:off x="2361075" y="2840050"/>
            <a:ext cx="4335000" cy="7848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accent1"/>
              </a:buClr>
              <a:buSzPts val="1800"/>
              <a:buNone/>
              <a:defRPr sz="1800">
                <a:solidFill>
                  <a:schemeClr val="accent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ctr" rtl="0">
              <a:spcBef>
                <a:spcPts val="0"/>
              </a:spcBef>
              <a:spcAft>
                <a:spcPts val="0"/>
              </a:spcAft>
              <a:buClr>
                <a:schemeClr val="accent1"/>
              </a:buClr>
              <a:buSzPts val="1800"/>
              <a:buNone/>
              <a:defRPr sz="1800">
                <a:solidFill>
                  <a:schemeClr val="accent1"/>
                </a:solidFill>
              </a:defRPr>
            </a:lvl2pPr>
            <a:lvl3pPr lvl="2" algn="ctr" rtl="0">
              <a:spcBef>
                <a:spcPts val="0"/>
              </a:spcBef>
              <a:spcAft>
                <a:spcPts val="0"/>
              </a:spcAft>
              <a:buClr>
                <a:schemeClr val="accent1"/>
              </a:buClr>
              <a:buSzPts val="1800"/>
              <a:buNone/>
              <a:defRPr sz="1800">
                <a:solidFill>
                  <a:schemeClr val="accent1"/>
                </a:solidFill>
              </a:defRPr>
            </a:lvl3pPr>
            <a:lvl4pPr lvl="3" algn="ctr" rtl="0">
              <a:spcBef>
                <a:spcPts val="0"/>
              </a:spcBef>
              <a:spcAft>
                <a:spcPts val="0"/>
              </a:spcAft>
              <a:buClr>
                <a:schemeClr val="accent1"/>
              </a:buClr>
              <a:buSzPts val="1800"/>
              <a:buNone/>
              <a:defRPr>
                <a:solidFill>
                  <a:schemeClr val="accent1"/>
                </a:solidFill>
              </a:defRPr>
            </a:lvl4pPr>
            <a:lvl5pPr lvl="4" algn="ctr" rtl="0">
              <a:spcBef>
                <a:spcPts val="0"/>
              </a:spcBef>
              <a:spcAft>
                <a:spcPts val="0"/>
              </a:spcAft>
              <a:buClr>
                <a:schemeClr val="accent1"/>
              </a:buClr>
              <a:buSzPts val="1800"/>
              <a:buNone/>
              <a:defRPr>
                <a:solidFill>
                  <a:schemeClr val="accent1"/>
                </a:solidFill>
              </a:defRPr>
            </a:lvl5pPr>
            <a:lvl6pPr lvl="5" algn="ctr" rtl="0">
              <a:spcBef>
                <a:spcPts val="0"/>
              </a:spcBef>
              <a:spcAft>
                <a:spcPts val="0"/>
              </a:spcAft>
              <a:buClr>
                <a:schemeClr val="accent1"/>
              </a:buClr>
              <a:buSzPts val="1800"/>
              <a:buNone/>
              <a:defRPr>
                <a:solidFill>
                  <a:schemeClr val="accent1"/>
                </a:solidFill>
              </a:defRPr>
            </a:lvl6pPr>
            <a:lvl7pPr lvl="6" algn="ctr" rtl="0">
              <a:spcBef>
                <a:spcPts val="0"/>
              </a:spcBef>
              <a:spcAft>
                <a:spcPts val="0"/>
              </a:spcAft>
              <a:buClr>
                <a:schemeClr val="accent1"/>
              </a:buClr>
              <a:buSzPts val="1800"/>
              <a:buNone/>
              <a:defRPr>
                <a:solidFill>
                  <a:schemeClr val="accent1"/>
                </a:solidFill>
              </a:defRPr>
            </a:lvl7pPr>
            <a:lvl8pPr lvl="7" algn="ctr" rtl="0">
              <a:spcBef>
                <a:spcPts val="0"/>
              </a:spcBef>
              <a:spcAft>
                <a:spcPts val="0"/>
              </a:spcAft>
              <a:buClr>
                <a:schemeClr val="accent1"/>
              </a:buClr>
              <a:buSzPts val="1800"/>
              <a:buNone/>
              <a:defRPr>
                <a:solidFill>
                  <a:schemeClr val="accent1"/>
                </a:solidFill>
              </a:defRPr>
            </a:lvl8pPr>
            <a:lvl9pPr lvl="8" algn="ctr" rtl="0">
              <a:spcBef>
                <a:spcPts val="0"/>
              </a:spcBef>
              <a:spcAft>
                <a:spcPts val="0"/>
              </a:spcAft>
              <a:buClr>
                <a:schemeClr val="accent1"/>
              </a:buClr>
              <a:buSzPts val="1800"/>
              <a:buNone/>
              <a:defRPr>
                <a:solidFill>
                  <a:schemeClr val="accent1"/>
                </a:solidFill>
              </a:defRPr>
            </a:lvl9pPr>
          </a:lstStyle>
          <a:p/>
        </p:txBody>
      </p:sp>
      <p:sp>
        <p:nvSpPr>
          <p:cNvPr id="20" name="Google Shape;20;p3"/>
          <p:cNvSpPr txBox="1">
            <a:spLocks noGrp="1"/>
          </p:cNvSpPr>
          <p:nvPr>
            <p:ph type="sldNum" idx="12"/>
          </p:nvPr>
        </p:nvSpPr>
        <p:spPr>
          <a:xfrm>
            <a:off x="4297650" y="4749851"/>
            <a:ext cx="548700" cy="393600"/>
          </a:xfrm>
          <a:prstGeom prst="rect">
            <a:avLst/>
          </a:prstGeom>
        </p:spPr>
        <p:txBody>
          <a:bodyPr spcFirstLastPara="1" wrap="square" lIns="91425" tIns="91425" rIns="91425" bIns="91425" anchor="t" anchorCtr="0">
            <a:noAutofit/>
          </a:bodyPr>
          <a:lstStyle>
            <a:lvl1pPr lvl="0" algn="ctr">
              <a:buNone/>
              <a:defRPr>
                <a:solidFill>
                  <a:srgbClr val="4D4A56"/>
                </a:solidFill>
              </a:defRPr>
            </a:lvl1pPr>
            <a:lvl2pPr lvl="1" algn="ctr">
              <a:buNone/>
              <a:defRPr>
                <a:solidFill>
                  <a:srgbClr val="4D4A56"/>
                </a:solidFill>
              </a:defRPr>
            </a:lvl2pPr>
            <a:lvl3pPr lvl="2" algn="ctr">
              <a:buNone/>
              <a:defRPr>
                <a:solidFill>
                  <a:srgbClr val="4D4A56"/>
                </a:solidFill>
              </a:defRPr>
            </a:lvl3pPr>
            <a:lvl4pPr lvl="3" algn="ctr">
              <a:buNone/>
              <a:defRPr>
                <a:solidFill>
                  <a:srgbClr val="4D4A56"/>
                </a:solidFill>
              </a:defRPr>
            </a:lvl4pPr>
            <a:lvl5pPr lvl="4" algn="ctr">
              <a:buNone/>
              <a:defRPr>
                <a:solidFill>
                  <a:srgbClr val="4D4A56"/>
                </a:solidFill>
              </a:defRPr>
            </a:lvl5pPr>
            <a:lvl6pPr lvl="5" algn="ctr">
              <a:buNone/>
              <a:defRPr>
                <a:solidFill>
                  <a:srgbClr val="4D4A56"/>
                </a:solidFill>
              </a:defRPr>
            </a:lvl6pPr>
            <a:lvl7pPr lvl="6" algn="ctr">
              <a:buNone/>
              <a:defRPr>
                <a:solidFill>
                  <a:srgbClr val="4D4A56"/>
                </a:solidFill>
              </a:defRPr>
            </a:lvl7pPr>
            <a:lvl8pPr lvl="7" algn="ctr">
              <a:buNone/>
              <a:defRPr>
                <a:solidFill>
                  <a:srgbClr val="4D4A56"/>
                </a:solidFill>
              </a:defRPr>
            </a:lvl8pPr>
            <a:lvl9pPr lvl="8" algn="ctr">
              <a:buNone/>
              <a:defRPr>
                <a:solidFill>
                  <a:srgbClr val="4D4A56"/>
                </a:solidFill>
              </a:defRPr>
            </a:lvl9pPr>
          </a:lstStyle>
          <a:p>
            <a:pPr marL="0" lvl="0" indent="0" algn="ct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Quote">
  <p:cSld name="TITLE_1_1">
    <p:bg>
      <p:bgPr>
        <a:solidFill>
          <a:schemeClr val="dk1"/>
        </a:solidFill>
        <a:effectLst/>
      </p:bgPr>
    </p:bg>
    <p:spTree>
      <p:nvGrpSpPr>
        <p:cNvPr id="1" name="Shape 21"/>
        <p:cNvGrpSpPr/>
        <p:nvPr/>
      </p:nvGrpSpPr>
      <p:grpSpPr>
        <a:xfrm>
          <a:off x="0" y="0"/>
          <a:ext cx="0" cy="0"/>
          <a:chOff x="0" y="0"/>
          <a:chExt cx="0" cy="0"/>
        </a:xfrm>
      </p:grpSpPr>
      <p:pic>
        <p:nvPicPr>
          <p:cNvPr id="22" name="Google Shape;22;p4" descr="organic-04.png"/>
          <p:cNvPicPr preferRelativeResize="0"/>
          <p:nvPr/>
        </p:nvPicPr>
        <p:blipFill>
          <a:blip r:embed="rId2">
            <a:alphaModFix amt="5000"/>
          </a:blip>
          <a:stretch>
            <a:fillRect/>
          </a:stretch>
        </p:blipFill>
        <p:spPr>
          <a:xfrm>
            <a:off x="0" y="0"/>
            <a:ext cx="9144000" cy="5143500"/>
          </a:xfrm>
          <a:prstGeom prst="rect">
            <a:avLst/>
          </a:prstGeom>
          <a:noFill/>
          <a:ln>
            <a:noFill/>
          </a:ln>
        </p:spPr>
      </p:pic>
      <p:sp>
        <p:nvSpPr>
          <p:cNvPr id="23" name="Google Shape;23;p4"/>
          <p:cNvSpPr/>
          <p:nvPr/>
        </p:nvSpPr>
        <p:spPr>
          <a:xfrm>
            <a:off x="880525" y="1098363"/>
            <a:ext cx="7383000" cy="3135900"/>
          </a:xfrm>
          <a:prstGeom prst="rect">
            <a:avLst/>
          </a:prstGeom>
          <a:solidFill>
            <a:schemeClr val="accent1"/>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 name="Google Shape;24;p4"/>
          <p:cNvSpPr/>
          <p:nvPr/>
        </p:nvSpPr>
        <p:spPr>
          <a:xfrm>
            <a:off x="4162050" y="833037"/>
            <a:ext cx="819900" cy="819900"/>
          </a:xfrm>
          <a:prstGeom prst="rect">
            <a:avLst/>
          </a:prstGeom>
          <a:solidFill>
            <a:srgbClr val="FFFFFF"/>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 name="Google Shape;25;p4"/>
          <p:cNvSpPr txBox="1">
            <a:spLocks noGrp="1"/>
          </p:cNvSpPr>
          <p:nvPr>
            <p:ph type="body" idx="1"/>
          </p:nvPr>
        </p:nvSpPr>
        <p:spPr>
          <a:xfrm>
            <a:off x="1493850" y="1933200"/>
            <a:ext cx="6156300" cy="819900"/>
          </a:xfrm>
          <a:prstGeom prst="rect">
            <a:avLst/>
          </a:prstGeom>
        </p:spPr>
        <p:txBody>
          <a:bodyPr spcFirstLastPara="1" wrap="square" lIns="91425" tIns="91425" rIns="91425" bIns="91425" anchor="t" anchorCtr="0">
            <a:noAutofit/>
          </a:bodyPr>
          <a:lstStyle>
            <a:lvl1pPr marL="457200" lvl="0" indent="-381000" algn="ctr" rtl="0">
              <a:lnSpc>
                <a:spcPct val="115000"/>
              </a:lnSpc>
              <a:spcBef>
                <a:spcPts val="600"/>
              </a:spcBef>
              <a:spcAft>
                <a:spcPts val="0"/>
              </a:spcAft>
              <a:buClr>
                <a:srgbClr val="4D4A56"/>
              </a:buClr>
              <a:buSzPts val="2400"/>
              <a:buFont typeface="Playfair Display"/>
              <a:buChar char="▹"/>
              <a:defRPr sz="2400" b="1" i="1">
                <a:solidFill>
                  <a:srgbClr val="4D4A56"/>
                </a:solidFill>
                <a:latin typeface="Courant" panose="02000509030000020004" charset="0"/>
                <a:ea typeface="Courant" panose="02000509030000020004" charset="0"/>
                <a:cs typeface="Courant" panose="02000509030000020004" charset="0"/>
                <a:sym typeface="Courant" panose="02000509030000020004" charset="0"/>
              </a:defRPr>
            </a:lvl1pPr>
            <a:lvl2pPr marL="914400" lvl="1" indent="-381000" algn="ctr" rtl="0">
              <a:lnSpc>
                <a:spcPct val="115000"/>
              </a:lnSpc>
              <a:spcBef>
                <a:spcPts val="0"/>
              </a:spcBef>
              <a:spcAft>
                <a:spcPts val="0"/>
              </a:spcAft>
              <a:buClr>
                <a:srgbClr val="4D4A56"/>
              </a:buClr>
              <a:buSzPts val="2400"/>
              <a:buFont typeface="Playfair Display"/>
              <a:buChar char="▸"/>
              <a:defRPr b="1" i="1">
                <a:solidFill>
                  <a:srgbClr val="4D4A56"/>
                </a:solidFill>
                <a:latin typeface="Playfair Display"/>
                <a:ea typeface="Playfair Display"/>
                <a:cs typeface="Playfair Display"/>
                <a:sym typeface="Playfair Display"/>
              </a:defRPr>
            </a:lvl2pPr>
            <a:lvl3pPr marL="1371600" lvl="2" indent="-381000" algn="ctr" rtl="0">
              <a:lnSpc>
                <a:spcPct val="115000"/>
              </a:lnSpc>
              <a:spcBef>
                <a:spcPts val="0"/>
              </a:spcBef>
              <a:spcAft>
                <a:spcPts val="0"/>
              </a:spcAft>
              <a:buClr>
                <a:srgbClr val="4D4A56"/>
              </a:buClr>
              <a:buSzPts val="2400"/>
              <a:buFont typeface="Playfair Display"/>
              <a:buChar char="◦"/>
              <a:defRPr b="1" i="1">
                <a:solidFill>
                  <a:srgbClr val="4D4A56"/>
                </a:solidFill>
                <a:latin typeface="Playfair Display"/>
                <a:ea typeface="Playfair Display"/>
                <a:cs typeface="Playfair Display"/>
                <a:sym typeface="Playfair Display"/>
              </a:defRPr>
            </a:lvl3pPr>
            <a:lvl4pPr marL="1828800" lvl="3" indent="-381000" algn="ctr" rtl="0">
              <a:lnSpc>
                <a:spcPct val="115000"/>
              </a:lnSpc>
              <a:spcBef>
                <a:spcPts val="0"/>
              </a:spcBef>
              <a:spcAft>
                <a:spcPts val="0"/>
              </a:spcAft>
              <a:buClr>
                <a:srgbClr val="4D4A56"/>
              </a:buClr>
              <a:buSzPts val="2400"/>
              <a:buFont typeface="Playfair Display"/>
              <a:buChar char="●"/>
              <a:defRPr sz="2400" b="1" i="1">
                <a:solidFill>
                  <a:srgbClr val="4D4A56"/>
                </a:solidFill>
                <a:latin typeface="Playfair Display"/>
                <a:ea typeface="Playfair Display"/>
                <a:cs typeface="Playfair Display"/>
                <a:sym typeface="Playfair Display"/>
              </a:defRPr>
            </a:lvl4pPr>
            <a:lvl5pPr marL="2286000" lvl="4" indent="-381000" algn="ctr" rtl="0">
              <a:lnSpc>
                <a:spcPct val="115000"/>
              </a:lnSpc>
              <a:spcBef>
                <a:spcPts val="0"/>
              </a:spcBef>
              <a:spcAft>
                <a:spcPts val="0"/>
              </a:spcAft>
              <a:buClr>
                <a:srgbClr val="4D4A56"/>
              </a:buClr>
              <a:buSzPts val="2400"/>
              <a:buFont typeface="Playfair Display"/>
              <a:buChar char="○"/>
              <a:defRPr sz="2400" b="1" i="1">
                <a:solidFill>
                  <a:srgbClr val="4D4A56"/>
                </a:solidFill>
                <a:latin typeface="Playfair Display"/>
                <a:ea typeface="Playfair Display"/>
                <a:cs typeface="Playfair Display"/>
                <a:sym typeface="Playfair Display"/>
              </a:defRPr>
            </a:lvl5pPr>
            <a:lvl6pPr marL="2743200" lvl="5" indent="-381000" algn="ctr" rtl="0">
              <a:lnSpc>
                <a:spcPct val="115000"/>
              </a:lnSpc>
              <a:spcBef>
                <a:spcPts val="0"/>
              </a:spcBef>
              <a:spcAft>
                <a:spcPts val="0"/>
              </a:spcAft>
              <a:buClr>
                <a:srgbClr val="4D4A56"/>
              </a:buClr>
              <a:buSzPts val="2400"/>
              <a:buFont typeface="Playfair Display"/>
              <a:buChar char="■"/>
              <a:defRPr sz="2400" b="1" i="1">
                <a:solidFill>
                  <a:srgbClr val="4D4A56"/>
                </a:solidFill>
                <a:latin typeface="Playfair Display"/>
                <a:ea typeface="Playfair Display"/>
                <a:cs typeface="Playfair Display"/>
                <a:sym typeface="Playfair Display"/>
              </a:defRPr>
            </a:lvl6pPr>
            <a:lvl7pPr marL="3200400" lvl="6" indent="-381000" algn="ctr" rtl="0">
              <a:lnSpc>
                <a:spcPct val="115000"/>
              </a:lnSpc>
              <a:spcBef>
                <a:spcPts val="0"/>
              </a:spcBef>
              <a:spcAft>
                <a:spcPts val="0"/>
              </a:spcAft>
              <a:buClr>
                <a:srgbClr val="4D4A56"/>
              </a:buClr>
              <a:buSzPts val="2400"/>
              <a:buFont typeface="Playfair Display"/>
              <a:buChar char="●"/>
              <a:defRPr sz="2400" b="1" i="1">
                <a:solidFill>
                  <a:srgbClr val="4D4A56"/>
                </a:solidFill>
                <a:latin typeface="Playfair Display"/>
                <a:ea typeface="Playfair Display"/>
                <a:cs typeface="Playfair Display"/>
                <a:sym typeface="Playfair Display"/>
              </a:defRPr>
            </a:lvl7pPr>
            <a:lvl8pPr marL="3657600" lvl="7" indent="-381000" algn="ctr" rtl="0">
              <a:lnSpc>
                <a:spcPct val="115000"/>
              </a:lnSpc>
              <a:spcBef>
                <a:spcPts val="0"/>
              </a:spcBef>
              <a:spcAft>
                <a:spcPts val="0"/>
              </a:spcAft>
              <a:buClr>
                <a:srgbClr val="4D4A56"/>
              </a:buClr>
              <a:buSzPts val="2400"/>
              <a:buFont typeface="Playfair Display"/>
              <a:buChar char="○"/>
              <a:defRPr sz="2400" b="1" i="1">
                <a:solidFill>
                  <a:srgbClr val="4D4A56"/>
                </a:solidFill>
                <a:latin typeface="Playfair Display"/>
                <a:ea typeface="Playfair Display"/>
                <a:cs typeface="Playfair Display"/>
                <a:sym typeface="Playfair Display"/>
              </a:defRPr>
            </a:lvl8pPr>
            <a:lvl9pPr marL="4114800" lvl="8" indent="-381000" algn="ctr">
              <a:lnSpc>
                <a:spcPct val="115000"/>
              </a:lnSpc>
              <a:spcBef>
                <a:spcPts val="0"/>
              </a:spcBef>
              <a:spcAft>
                <a:spcPts val="0"/>
              </a:spcAft>
              <a:buClr>
                <a:srgbClr val="4D4A56"/>
              </a:buClr>
              <a:buSzPts val="2400"/>
              <a:buFont typeface="Playfair Display"/>
              <a:buChar char="■"/>
              <a:defRPr sz="2400" b="1" i="1">
                <a:solidFill>
                  <a:srgbClr val="4D4A56"/>
                </a:solidFill>
                <a:latin typeface="Playfair Display"/>
                <a:ea typeface="Playfair Display"/>
                <a:cs typeface="Playfair Display"/>
                <a:sym typeface="Playfair Display"/>
              </a:defRPr>
            </a:lvl9pPr>
          </a:lstStyle>
          <a:p/>
        </p:txBody>
      </p:sp>
      <p:sp>
        <p:nvSpPr>
          <p:cNvPr id="26" name="Google Shape;26;p4"/>
          <p:cNvSpPr txBox="1"/>
          <p:nvPr/>
        </p:nvSpPr>
        <p:spPr>
          <a:xfrm>
            <a:off x="3593400" y="824919"/>
            <a:ext cx="1957200" cy="653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GB" sz="6000" b="1">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6000" b="1">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7" name="Google Shape;27;p4"/>
          <p:cNvSpPr txBox="1">
            <a:spLocks noGrp="1"/>
          </p:cNvSpPr>
          <p:nvPr>
            <p:ph type="sldNum" idx="12"/>
          </p:nvPr>
        </p:nvSpPr>
        <p:spPr>
          <a:xfrm>
            <a:off x="4297650" y="4749851"/>
            <a:ext cx="548700" cy="393600"/>
          </a:xfrm>
          <a:prstGeom prst="rect">
            <a:avLst/>
          </a:prstGeom>
        </p:spPr>
        <p:txBody>
          <a:bodyPr spcFirstLastPara="1" wrap="square" lIns="91425" tIns="91425" rIns="91425" bIns="91425" anchor="t" anchorCtr="0">
            <a:noAutofit/>
          </a:bodyPr>
          <a:lstStyle>
            <a:lvl1pPr lvl="0" algn="ctr">
              <a:buNone/>
              <a:defRPr>
                <a:latin typeface="Courant" panose="02000509030000020004" charset="0"/>
                <a:ea typeface="Courant" panose="02000509030000020004" charset="0"/>
                <a:cs typeface="Courant" panose="02000509030000020004" charset="0"/>
                <a:sym typeface="Courant" panose="02000509030000020004" charset="0"/>
              </a:defRPr>
            </a:lvl1pPr>
            <a:lvl2pPr lvl="1" algn="ctr">
              <a:buNone/>
              <a:defRPr>
                <a:latin typeface="Playfair Display"/>
                <a:ea typeface="Playfair Display"/>
                <a:cs typeface="Playfair Display"/>
                <a:sym typeface="Playfair Display"/>
              </a:defRPr>
            </a:lvl2pPr>
            <a:lvl3pPr lvl="2" algn="ctr">
              <a:buNone/>
              <a:defRPr>
                <a:latin typeface="Playfair Display"/>
                <a:ea typeface="Playfair Display"/>
                <a:cs typeface="Playfair Display"/>
                <a:sym typeface="Playfair Display"/>
              </a:defRPr>
            </a:lvl3pPr>
            <a:lvl4pPr lvl="3" algn="ctr">
              <a:buNone/>
              <a:defRPr>
                <a:latin typeface="Playfair Display"/>
                <a:ea typeface="Playfair Display"/>
                <a:cs typeface="Playfair Display"/>
                <a:sym typeface="Playfair Display"/>
              </a:defRPr>
            </a:lvl4pPr>
            <a:lvl5pPr lvl="4" algn="ctr">
              <a:buNone/>
              <a:defRPr>
                <a:latin typeface="Playfair Display"/>
                <a:ea typeface="Playfair Display"/>
                <a:cs typeface="Playfair Display"/>
                <a:sym typeface="Playfair Display"/>
              </a:defRPr>
            </a:lvl5pPr>
            <a:lvl6pPr lvl="5" algn="ctr">
              <a:buNone/>
              <a:defRPr>
                <a:latin typeface="Playfair Display"/>
                <a:ea typeface="Playfair Display"/>
                <a:cs typeface="Playfair Display"/>
                <a:sym typeface="Playfair Display"/>
              </a:defRPr>
            </a:lvl6pPr>
            <a:lvl7pPr lvl="6" algn="ctr">
              <a:buNone/>
              <a:defRPr>
                <a:latin typeface="Playfair Display"/>
                <a:ea typeface="Playfair Display"/>
                <a:cs typeface="Playfair Display"/>
                <a:sym typeface="Playfair Display"/>
              </a:defRPr>
            </a:lvl7pPr>
            <a:lvl8pPr lvl="7" algn="ctr">
              <a:buNone/>
              <a:defRPr>
                <a:latin typeface="Playfair Display"/>
                <a:ea typeface="Playfair Display"/>
                <a:cs typeface="Playfair Display"/>
                <a:sym typeface="Playfair Display"/>
              </a:defRPr>
            </a:lvl8pPr>
            <a:lvl9pPr lvl="8" algn="ctr">
              <a:buNone/>
              <a:defRPr>
                <a:latin typeface="Playfair Display"/>
                <a:ea typeface="Playfair Display"/>
                <a:cs typeface="Playfair Display"/>
                <a:sym typeface="Playfair Display"/>
              </a:defRPr>
            </a:lvl9pPr>
          </a:lstStyle>
          <a:p>
            <a:pPr marL="0" lvl="0" indent="0" algn="ct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x" matchingName="Title + 1 column">
  <p:cSld name="TITLE_AND_BODY">
    <p:bg>
      <p:bgPr>
        <a:solidFill>
          <a:schemeClr val="dk1"/>
        </a:solidFill>
        <a:effectLst/>
      </p:bgPr>
    </p:bg>
    <p:spTree>
      <p:nvGrpSpPr>
        <p:cNvPr id="1" name="Shape 28"/>
        <p:cNvGrpSpPr/>
        <p:nvPr/>
      </p:nvGrpSpPr>
      <p:grpSpPr>
        <a:xfrm>
          <a:off x="0" y="0"/>
          <a:ext cx="0" cy="0"/>
          <a:chOff x="0" y="0"/>
          <a:chExt cx="0" cy="0"/>
        </a:xfrm>
      </p:grpSpPr>
      <p:pic>
        <p:nvPicPr>
          <p:cNvPr id="29" name="Google Shape;29;p5" descr="organic-01.png"/>
          <p:cNvPicPr preferRelativeResize="0"/>
          <p:nvPr/>
        </p:nvPicPr>
        <p:blipFill>
          <a:blip r:embed="rId2">
            <a:alphaModFix amt="4000"/>
          </a:blip>
          <a:stretch>
            <a:fillRect/>
          </a:stretch>
        </p:blipFill>
        <p:spPr>
          <a:xfrm>
            <a:off x="0" y="0"/>
            <a:ext cx="9144000" cy="5143500"/>
          </a:xfrm>
          <a:prstGeom prst="rect">
            <a:avLst/>
          </a:prstGeom>
          <a:noFill/>
          <a:ln>
            <a:noFill/>
          </a:ln>
        </p:spPr>
      </p:pic>
      <p:sp>
        <p:nvSpPr>
          <p:cNvPr id="30" name="Google Shape;30;p5"/>
          <p:cNvSpPr/>
          <p:nvPr/>
        </p:nvSpPr>
        <p:spPr>
          <a:xfrm>
            <a:off x="2066125" y="715358"/>
            <a:ext cx="6596700" cy="3910800"/>
          </a:xfrm>
          <a:prstGeom prst="rect">
            <a:avLst/>
          </a:prstGeom>
          <a:solidFill>
            <a:srgbClr val="FFFFFF"/>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 name="Google Shape;31;p5"/>
          <p:cNvSpPr/>
          <p:nvPr/>
        </p:nvSpPr>
        <p:spPr>
          <a:xfrm>
            <a:off x="404975" y="441142"/>
            <a:ext cx="1980300" cy="1980300"/>
          </a:xfrm>
          <a:prstGeom prst="rect">
            <a:avLst/>
          </a:prstGeom>
          <a:solidFill>
            <a:schemeClr val="accent1"/>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 name="Google Shape;32;p5"/>
          <p:cNvSpPr txBox="1">
            <a:spLocks noGrp="1"/>
          </p:cNvSpPr>
          <p:nvPr>
            <p:ph type="title"/>
          </p:nvPr>
        </p:nvSpPr>
        <p:spPr>
          <a:xfrm>
            <a:off x="539023" y="536390"/>
            <a:ext cx="1613400" cy="857400"/>
          </a:xfrm>
          <a:prstGeom prst="rect">
            <a:avLst/>
          </a:prstGeom>
        </p:spPr>
        <p:txBody>
          <a:bodyPr spcFirstLastPara="1" wrap="square" lIns="91425" tIns="91425" rIns="91425" bIns="91425" anchor="t" anchorCtr="0">
            <a:noAutofit/>
          </a:bodyPr>
          <a:lstStyle>
            <a:lvl1pPr lvl="0" algn="r">
              <a:spcBef>
                <a:spcPts val="0"/>
              </a:spcBef>
              <a:spcAft>
                <a:spcPts val="0"/>
              </a:spcAft>
              <a:buClr>
                <a:schemeClr val="lt1"/>
              </a:buClr>
              <a:buSzPts val="1800"/>
              <a:buNone/>
              <a:defRPr>
                <a:solidFill>
                  <a:schemeClr val="lt1"/>
                </a:solidFill>
                <a:latin typeface="Courant" panose="02000509030000020004" charset="0"/>
                <a:ea typeface="Courant" panose="02000509030000020004" charset="0"/>
                <a:cs typeface="Courant" panose="02000509030000020004" charset="0"/>
                <a:sym typeface="Courant" panose="02000509030000020004" charset="0"/>
              </a:defRPr>
            </a:lvl1pPr>
            <a:lvl2pPr lvl="1" algn="r">
              <a:spcBef>
                <a:spcPts val="0"/>
              </a:spcBef>
              <a:spcAft>
                <a:spcPts val="0"/>
              </a:spcAft>
              <a:buClr>
                <a:schemeClr val="lt1"/>
              </a:buClr>
              <a:buSzPts val="1800"/>
              <a:buNone/>
              <a:defRPr>
                <a:solidFill>
                  <a:schemeClr val="lt1"/>
                </a:solidFill>
              </a:defRPr>
            </a:lvl2pPr>
            <a:lvl3pPr lvl="2" algn="r">
              <a:spcBef>
                <a:spcPts val="0"/>
              </a:spcBef>
              <a:spcAft>
                <a:spcPts val="0"/>
              </a:spcAft>
              <a:buClr>
                <a:schemeClr val="lt1"/>
              </a:buClr>
              <a:buSzPts val="1800"/>
              <a:buNone/>
              <a:defRPr>
                <a:solidFill>
                  <a:schemeClr val="lt1"/>
                </a:solidFill>
              </a:defRPr>
            </a:lvl3pPr>
            <a:lvl4pPr lvl="3" algn="r">
              <a:spcBef>
                <a:spcPts val="0"/>
              </a:spcBef>
              <a:spcAft>
                <a:spcPts val="0"/>
              </a:spcAft>
              <a:buClr>
                <a:schemeClr val="lt1"/>
              </a:buClr>
              <a:buSzPts val="1800"/>
              <a:buNone/>
              <a:defRPr>
                <a:solidFill>
                  <a:schemeClr val="lt1"/>
                </a:solidFill>
              </a:defRPr>
            </a:lvl4pPr>
            <a:lvl5pPr lvl="4" algn="r">
              <a:spcBef>
                <a:spcPts val="0"/>
              </a:spcBef>
              <a:spcAft>
                <a:spcPts val="0"/>
              </a:spcAft>
              <a:buClr>
                <a:schemeClr val="lt1"/>
              </a:buClr>
              <a:buSzPts val="1800"/>
              <a:buNone/>
              <a:defRPr>
                <a:solidFill>
                  <a:schemeClr val="lt1"/>
                </a:solidFill>
              </a:defRPr>
            </a:lvl5pPr>
            <a:lvl6pPr lvl="5" algn="r">
              <a:spcBef>
                <a:spcPts val="0"/>
              </a:spcBef>
              <a:spcAft>
                <a:spcPts val="0"/>
              </a:spcAft>
              <a:buClr>
                <a:schemeClr val="lt1"/>
              </a:buClr>
              <a:buSzPts val="1800"/>
              <a:buNone/>
              <a:defRPr>
                <a:solidFill>
                  <a:schemeClr val="lt1"/>
                </a:solidFill>
              </a:defRPr>
            </a:lvl6pPr>
            <a:lvl7pPr lvl="6" algn="r">
              <a:spcBef>
                <a:spcPts val="0"/>
              </a:spcBef>
              <a:spcAft>
                <a:spcPts val="0"/>
              </a:spcAft>
              <a:buClr>
                <a:schemeClr val="lt1"/>
              </a:buClr>
              <a:buSzPts val="1800"/>
              <a:buNone/>
              <a:defRPr>
                <a:solidFill>
                  <a:schemeClr val="lt1"/>
                </a:solidFill>
              </a:defRPr>
            </a:lvl7pPr>
            <a:lvl8pPr lvl="7" algn="r">
              <a:spcBef>
                <a:spcPts val="0"/>
              </a:spcBef>
              <a:spcAft>
                <a:spcPts val="0"/>
              </a:spcAft>
              <a:buClr>
                <a:schemeClr val="lt1"/>
              </a:buClr>
              <a:buSzPts val="1800"/>
              <a:buNone/>
              <a:defRPr>
                <a:solidFill>
                  <a:schemeClr val="lt1"/>
                </a:solidFill>
              </a:defRPr>
            </a:lvl8pPr>
            <a:lvl9pPr lvl="8" algn="r">
              <a:spcBef>
                <a:spcPts val="0"/>
              </a:spcBef>
              <a:spcAft>
                <a:spcPts val="0"/>
              </a:spcAft>
              <a:buClr>
                <a:schemeClr val="lt1"/>
              </a:buClr>
              <a:buSzPts val="1800"/>
              <a:buNone/>
              <a:defRPr>
                <a:solidFill>
                  <a:schemeClr val="lt1"/>
                </a:solidFill>
              </a:defRPr>
            </a:lvl9pPr>
          </a:lstStyle>
          <a:p/>
        </p:txBody>
      </p:sp>
      <p:sp>
        <p:nvSpPr>
          <p:cNvPr id="33" name="Google Shape;33;p5"/>
          <p:cNvSpPr txBox="1">
            <a:spLocks noGrp="1"/>
          </p:cNvSpPr>
          <p:nvPr>
            <p:ph type="body" idx="1"/>
          </p:nvPr>
        </p:nvSpPr>
        <p:spPr>
          <a:xfrm>
            <a:off x="2798250" y="958750"/>
            <a:ext cx="5503800" cy="3240600"/>
          </a:xfrm>
          <a:prstGeom prst="rect">
            <a:avLst/>
          </a:prstGeom>
        </p:spPr>
        <p:txBody>
          <a:bodyPr spcFirstLastPara="1" wrap="square" lIns="91425" tIns="91425" rIns="91425" bIns="91425" anchor="t" anchorCtr="0">
            <a:noAutofit/>
          </a:bodyPr>
          <a:lstStyle>
            <a:lvl1pPr marL="457200" lvl="0" indent="-381000">
              <a:spcBef>
                <a:spcPts val="600"/>
              </a:spcBef>
              <a:spcAft>
                <a:spcPts val="0"/>
              </a:spcAft>
              <a:buSzPts val="2400"/>
              <a:buChar char="▹"/>
              <a:defRPr sz="24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81000">
              <a:spcBef>
                <a:spcPts val="0"/>
              </a:spcBef>
              <a:spcAft>
                <a:spcPts val="0"/>
              </a:spcAft>
              <a:buSzPts val="2400"/>
              <a:buChar char="●"/>
              <a:defRPr sz="2400"/>
            </a:lvl4pPr>
            <a:lvl5pPr marL="2286000" lvl="4" indent="-381000">
              <a:spcBef>
                <a:spcPts val="0"/>
              </a:spcBef>
              <a:spcAft>
                <a:spcPts val="0"/>
              </a:spcAft>
              <a:buSzPts val="2400"/>
              <a:buChar char="○"/>
              <a:defRPr sz="2400"/>
            </a:lvl5pPr>
            <a:lvl6pPr marL="2743200" lvl="5" indent="-381000">
              <a:spcBef>
                <a:spcPts val="0"/>
              </a:spcBef>
              <a:spcAft>
                <a:spcPts val="0"/>
              </a:spcAft>
              <a:buSzPts val="2400"/>
              <a:buChar char="■"/>
              <a:defRPr sz="2400"/>
            </a:lvl6pPr>
            <a:lvl7pPr marL="3200400" lvl="6" indent="-381000">
              <a:spcBef>
                <a:spcPts val="0"/>
              </a:spcBef>
              <a:spcAft>
                <a:spcPts val="0"/>
              </a:spcAft>
              <a:buSzPts val="2400"/>
              <a:buChar char="●"/>
              <a:defRPr sz="2400"/>
            </a:lvl7pPr>
            <a:lvl8pPr marL="3657600" lvl="7" indent="-381000">
              <a:spcBef>
                <a:spcPts val="0"/>
              </a:spcBef>
              <a:spcAft>
                <a:spcPts val="0"/>
              </a:spcAft>
              <a:buSzPts val="2400"/>
              <a:buChar char="○"/>
              <a:defRPr sz="2400"/>
            </a:lvl8pPr>
            <a:lvl9pPr marL="4114800" lvl="8" indent="-381000">
              <a:spcBef>
                <a:spcPts val="0"/>
              </a:spcBef>
              <a:spcAft>
                <a:spcPts val="0"/>
              </a:spcAft>
              <a:buSzPts val="2400"/>
              <a:buChar char="■"/>
              <a:defRPr sz="2400"/>
            </a:lvl9pPr>
          </a:lstStyle>
          <a:p/>
        </p:txBody>
      </p:sp>
      <p:sp>
        <p:nvSpPr>
          <p:cNvPr id="34" name="Google Shape;34;p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 picture">
  <p:cSld name="TITLE_AND_BODY_1">
    <p:bg>
      <p:bgPr>
        <a:solidFill>
          <a:schemeClr val="dk1"/>
        </a:solidFill>
        <a:effectLst/>
      </p:bgPr>
    </p:bg>
    <p:spTree>
      <p:nvGrpSpPr>
        <p:cNvPr id="1" name="Shape 35"/>
        <p:cNvGrpSpPr/>
        <p:nvPr/>
      </p:nvGrpSpPr>
      <p:grpSpPr>
        <a:xfrm>
          <a:off x="0" y="0"/>
          <a:ext cx="0" cy="0"/>
          <a:chOff x="0" y="0"/>
          <a:chExt cx="0" cy="0"/>
        </a:xfrm>
      </p:grpSpPr>
      <p:pic>
        <p:nvPicPr>
          <p:cNvPr id="36" name="Google Shape;36;p6" descr="organic-01.png"/>
          <p:cNvPicPr preferRelativeResize="0"/>
          <p:nvPr/>
        </p:nvPicPr>
        <p:blipFill>
          <a:blip r:embed="rId2">
            <a:alphaModFix amt="4000"/>
          </a:blip>
          <a:stretch>
            <a:fillRect/>
          </a:stretch>
        </p:blipFill>
        <p:spPr>
          <a:xfrm>
            <a:off x="0" y="0"/>
            <a:ext cx="9144000" cy="5143500"/>
          </a:xfrm>
          <a:prstGeom prst="rect">
            <a:avLst/>
          </a:prstGeom>
          <a:noFill/>
          <a:ln>
            <a:noFill/>
          </a:ln>
        </p:spPr>
      </p:pic>
      <p:sp>
        <p:nvSpPr>
          <p:cNvPr id="37" name="Google Shape;37;p6"/>
          <p:cNvSpPr/>
          <p:nvPr/>
        </p:nvSpPr>
        <p:spPr>
          <a:xfrm>
            <a:off x="595200" y="588531"/>
            <a:ext cx="7953600" cy="3910800"/>
          </a:xfrm>
          <a:prstGeom prst="rect">
            <a:avLst/>
          </a:prstGeom>
          <a:solidFill>
            <a:srgbClr val="FFFFFF"/>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 name="Google Shape;38;p6"/>
          <p:cNvSpPr txBox="1">
            <a:spLocks noGrp="1"/>
          </p:cNvSpPr>
          <p:nvPr>
            <p:ph type="body" idx="1"/>
          </p:nvPr>
        </p:nvSpPr>
        <p:spPr>
          <a:xfrm>
            <a:off x="1052400" y="1577225"/>
            <a:ext cx="2686200" cy="2622000"/>
          </a:xfrm>
          <a:prstGeom prst="rect">
            <a:avLst/>
          </a:prstGeom>
        </p:spPr>
        <p:txBody>
          <a:bodyPr spcFirstLastPara="1" wrap="square" lIns="91425" tIns="91425" rIns="91425" bIns="91425" anchor="t" anchorCtr="0">
            <a:noAutofit/>
          </a:bodyPr>
          <a:lstStyle>
            <a:lvl1pPr marL="457200" lvl="0" indent="-342900" algn="r" rtl="0">
              <a:spcBef>
                <a:spcPts val="600"/>
              </a:spcBef>
              <a:spcAft>
                <a:spcPts val="0"/>
              </a:spcAft>
              <a:buSzPts val="1800"/>
              <a:buChar char="▹"/>
              <a:defRPr sz="18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42900" algn="r" rtl="0">
              <a:spcBef>
                <a:spcPts val="0"/>
              </a:spcBef>
              <a:spcAft>
                <a:spcPts val="0"/>
              </a:spcAft>
              <a:buSzPts val="1800"/>
              <a:buChar char="▸"/>
              <a:defRPr sz="1800"/>
            </a:lvl2pPr>
            <a:lvl3pPr marL="1371600" lvl="2" indent="-342900" algn="r" rtl="0">
              <a:spcBef>
                <a:spcPts val="0"/>
              </a:spcBef>
              <a:spcAft>
                <a:spcPts val="0"/>
              </a:spcAft>
              <a:buSzPts val="1800"/>
              <a:buChar char="◦"/>
              <a:defRPr sz="1800"/>
            </a:lvl3pPr>
            <a:lvl4pPr marL="1828800" lvl="3" indent="-342900" algn="r" rtl="0">
              <a:spcBef>
                <a:spcPts val="0"/>
              </a:spcBef>
              <a:spcAft>
                <a:spcPts val="0"/>
              </a:spcAft>
              <a:buSzPts val="1800"/>
              <a:buChar char="●"/>
              <a:defRPr/>
            </a:lvl4pPr>
            <a:lvl5pPr marL="2286000" lvl="4" indent="-342900" algn="r" rtl="0">
              <a:spcBef>
                <a:spcPts val="0"/>
              </a:spcBef>
              <a:spcAft>
                <a:spcPts val="0"/>
              </a:spcAft>
              <a:buSzPts val="1800"/>
              <a:buChar char="○"/>
              <a:defRPr/>
            </a:lvl5pPr>
            <a:lvl6pPr marL="2743200" lvl="5" indent="-342900" algn="r" rtl="0">
              <a:spcBef>
                <a:spcPts val="0"/>
              </a:spcBef>
              <a:spcAft>
                <a:spcPts val="0"/>
              </a:spcAft>
              <a:buSzPts val="1800"/>
              <a:buChar char="■"/>
              <a:defRPr/>
            </a:lvl6pPr>
            <a:lvl7pPr marL="3200400" lvl="6" indent="-342900" algn="r" rtl="0">
              <a:spcBef>
                <a:spcPts val="0"/>
              </a:spcBef>
              <a:spcAft>
                <a:spcPts val="0"/>
              </a:spcAft>
              <a:buSzPts val="1800"/>
              <a:buChar char="●"/>
              <a:defRPr/>
            </a:lvl7pPr>
            <a:lvl8pPr marL="3657600" lvl="7" indent="-342900" algn="r" rtl="0">
              <a:spcBef>
                <a:spcPts val="0"/>
              </a:spcBef>
              <a:spcAft>
                <a:spcPts val="0"/>
              </a:spcAft>
              <a:buSzPts val="1800"/>
              <a:buChar char="○"/>
              <a:defRPr/>
            </a:lvl8pPr>
            <a:lvl9pPr marL="4114800" lvl="8" indent="-342900" algn="r" rtl="0">
              <a:spcBef>
                <a:spcPts val="0"/>
              </a:spcBef>
              <a:spcAft>
                <a:spcPts val="0"/>
              </a:spcAft>
              <a:buSzPts val="1800"/>
              <a:buChar char="■"/>
              <a:defRPr/>
            </a:lvl9pPr>
          </a:lstStyle>
          <a:p/>
        </p:txBody>
      </p:sp>
      <p:sp>
        <p:nvSpPr>
          <p:cNvPr id="39" name="Google Shape;39;p6"/>
          <p:cNvSpPr txBox="1">
            <a:spLocks noGrp="1"/>
          </p:cNvSpPr>
          <p:nvPr>
            <p:ph type="title"/>
          </p:nvPr>
        </p:nvSpPr>
        <p:spPr>
          <a:xfrm>
            <a:off x="1052325" y="757150"/>
            <a:ext cx="2686200" cy="870900"/>
          </a:xfrm>
          <a:prstGeom prst="rect">
            <a:avLst/>
          </a:prstGeom>
        </p:spPr>
        <p:txBody>
          <a:bodyPr spcFirstLastPara="1" wrap="square" lIns="91425" tIns="91425" rIns="91425" bIns="91425" anchor="b" anchorCtr="0">
            <a:noAutofit/>
          </a:bodyPr>
          <a:lstStyle>
            <a:lvl1pPr lvl="0" algn="r" rtl="0">
              <a:spcBef>
                <a:spcPts val="0"/>
              </a:spcBef>
              <a:spcAft>
                <a:spcPts val="0"/>
              </a:spcAft>
              <a:buClr>
                <a:srgbClr val="4D4A56"/>
              </a:buClr>
              <a:buSzPts val="1800"/>
              <a:buNone/>
              <a:defRPr>
                <a:solidFill>
                  <a:srgbClr val="4D4A56"/>
                </a:solidFill>
                <a:latin typeface="Courant" panose="02000509030000020004" charset="0"/>
                <a:ea typeface="Courant" panose="02000509030000020004" charset="0"/>
                <a:cs typeface="Courant" panose="02000509030000020004" charset="0"/>
                <a:sym typeface="Courant" panose="02000509030000020004" charset="0"/>
              </a:defRPr>
            </a:lvl1pPr>
            <a:lvl2pPr lvl="1" algn="r" rtl="0">
              <a:spcBef>
                <a:spcPts val="0"/>
              </a:spcBef>
              <a:spcAft>
                <a:spcPts val="0"/>
              </a:spcAft>
              <a:buClr>
                <a:srgbClr val="4D4A56"/>
              </a:buClr>
              <a:buSzPts val="1800"/>
              <a:buNone/>
              <a:defRPr>
                <a:solidFill>
                  <a:srgbClr val="4D4A56"/>
                </a:solidFill>
              </a:defRPr>
            </a:lvl2pPr>
            <a:lvl3pPr lvl="2" algn="r" rtl="0">
              <a:spcBef>
                <a:spcPts val="0"/>
              </a:spcBef>
              <a:spcAft>
                <a:spcPts val="0"/>
              </a:spcAft>
              <a:buClr>
                <a:srgbClr val="4D4A56"/>
              </a:buClr>
              <a:buSzPts val="1800"/>
              <a:buNone/>
              <a:defRPr>
                <a:solidFill>
                  <a:srgbClr val="4D4A56"/>
                </a:solidFill>
              </a:defRPr>
            </a:lvl3pPr>
            <a:lvl4pPr lvl="3" algn="r" rtl="0">
              <a:spcBef>
                <a:spcPts val="0"/>
              </a:spcBef>
              <a:spcAft>
                <a:spcPts val="0"/>
              </a:spcAft>
              <a:buClr>
                <a:srgbClr val="4D4A56"/>
              </a:buClr>
              <a:buSzPts val="1800"/>
              <a:buNone/>
              <a:defRPr>
                <a:solidFill>
                  <a:srgbClr val="4D4A56"/>
                </a:solidFill>
              </a:defRPr>
            </a:lvl4pPr>
            <a:lvl5pPr lvl="4" algn="r" rtl="0">
              <a:spcBef>
                <a:spcPts val="0"/>
              </a:spcBef>
              <a:spcAft>
                <a:spcPts val="0"/>
              </a:spcAft>
              <a:buClr>
                <a:srgbClr val="4D4A56"/>
              </a:buClr>
              <a:buSzPts val="1800"/>
              <a:buNone/>
              <a:defRPr>
                <a:solidFill>
                  <a:srgbClr val="4D4A56"/>
                </a:solidFill>
              </a:defRPr>
            </a:lvl5pPr>
            <a:lvl6pPr lvl="5" algn="r" rtl="0">
              <a:spcBef>
                <a:spcPts val="0"/>
              </a:spcBef>
              <a:spcAft>
                <a:spcPts val="0"/>
              </a:spcAft>
              <a:buClr>
                <a:srgbClr val="4D4A56"/>
              </a:buClr>
              <a:buSzPts val="1800"/>
              <a:buNone/>
              <a:defRPr>
                <a:solidFill>
                  <a:srgbClr val="4D4A56"/>
                </a:solidFill>
              </a:defRPr>
            </a:lvl6pPr>
            <a:lvl7pPr lvl="6" algn="r" rtl="0">
              <a:spcBef>
                <a:spcPts val="0"/>
              </a:spcBef>
              <a:spcAft>
                <a:spcPts val="0"/>
              </a:spcAft>
              <a:buClr>
                <a:srgbClr val="4D4A56"/>
              </a:buClr>
              <a:buSzPts val="1800"/>
              <a:buNone/>
              <a:defRPr>
                <a:solidFill>
                  <a:srgbClr val="4D4A56"/>
                </a:solidFill>
              </a:defRPr>
            </a:lvl7pPr>
            <a:lvl8pPr lvl="7" algn="r" rtl="0">
              <a:spcBef>
                <a:spcPts val="0"/>
              </a:spcBef>
              <a:spcAft>
                <a:spcPts val="0"/>
              </a:spcAft>
              <a:buClr>
                <a:srgbClr val="4D4A56"/>
              </a:buClr>
              <a:buSzPts val="1800"/>
              <a:buNone/>
              <a:defRPr>
                <a:solidFill>
                  <a:srgbClr val="4D4A56"/>
                </a:solidFill>
              </a:defRPr>
            </a:lvl8pPr>
            <a:lvl9pPr lvl="8" algn="r" rtl="0">
              <a:spcBef>
                <a:spcPts val="0"/>
              </a:spcBef>
              <a:spcAft>
                <a:spcPts val="0"/>
              </a:spcAft>
              <a:buClr>
                <a:srgbClr val="4D4A56"/>
              </a:buClr>
              <a:buSzPts val="1800"/>
              <a:buNone/>
              <a:defRPr>
                <a:solidFill>
                  <a:srgbClr val="4D4A56"/>
                </a:solidFill>
              </a:defRPr>
            </a:lvl9pPr>
          </a:lstStyle>
          <a:p/>
        </p:txBody>
      </p:sp>
      <p:sp>
        <p:nvSpPr>
          <p:cNvPr id="40" name="Google Shape;40;p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ColTx" matchingName="Title + 2 columns">
  <p:cSld name="TITLE_AND_TWO_COLUMNS">
    <p:bg>
      <p:bgPr>
        <a:solidFill>
          <a:schemeClr val="dk1"/>
        </a:solidFill>
        <a:effectLst/>
      </p:bgPr>
    </p:bg>
    <p:spTree>
      <p:nvGrpSpPr>
        <p:cNvPr id="1" name="Shape 41"/>
        <p:cNvGrpSpPr/>
        <p:nvPr/>
      </p:nvGrpSpPr>
      <p:grpSpPr>
        <a:xfrm>
          <a:off x="0" y="0"/>
          <a:ext cx="0" cy="0"/>
          <a:chOff x="0" y="0"/>
          <a:chExt cx="0" cy="0"/>
        </a:xfrm>
      </p:grpSpPr>
      <p:pic>
        <p:nvPicPr>
          <p:cNvPr id="42" name="Google Shape;42;p7" descr="organic-02.png"/>
          <p:cNvPicPr preferRelativeResize="0"/>
          <p:nvPr/>
        </p:nvPicPr>
        <p:blipFill>
          <a:blip r:embed="rId2">
            <a:alphaModFix amt="5000"/>
          </a:blip>
          <a:stretch>
            <a:fillRect/>
          </a:stretch>
        </p:blipFill>
        <p:spPr>
          <a:xfrm>
            <a:off x="0" y="0"/>
            <a:ext cx="9144000" cy="5143500"/>
          </a:xfrm>
          <a:prstGeom prst="rect">
            <a:avLst/>
          </a:prstGeom>
          <a:noFill/>
          <a:ln>
            <a:noFill/>
          </a:ln>
        </p:spPr>
      </p:pic>
      <p:sp>
        <p:nvSpPr>
          <p:cNvPr id="43" name="Google Shape;43;p7"/>
          <p:cNvSpPr/>
          <p:nvPr/>
        </p:nvSpPr>
        <p:spPr>
          <a:xfrm>
            <a:off x="2066125" y="715358"/>
            <a:ext cx="6596700" cy="3910800"/>
          </a:xfrm>
          <a:prstGeom prst="rect">
            <a:avLst/>
          </a:prstGeom>
          <a:solidFill>
            <a:srgbClr val="FFFFFF"/>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 name="Google Shape;44;p7"/>
          <p:cNvSpPr/>
          <p:nvPr/>
        </p:nvSpPr>
        <p:spPr>
          <a:xfrm>
            <a:off x="404975" y="441142"/>
            <a:ext cx="1980300" cy="1980300"/>
          </a:xfrm>
          <a:prstGeom prst="rect">
            <a:avLst/>
          </a:prstGeom>
          <a:solidFill>
            <a:schemeClr val="accent1"/>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 name="Google Shape;45;p7"/>
          <p:cNvSpPr txBox="1">
            <a:spLocks noGrp="1"/>
          </p:cNvSpPr>
          <p:nvPr>
            <p:ph type="title"/>
          </p:nvPr>
        </p:nvSpPr>
        <p:spPr>
          <a:xfrm>
            <a:off x="534610" y="541179"/>
            <a:ext cx="1613400" cy="857400"/>
          </a:xfrm>
          <a:prstGeom prst="rect">
            <a:avLst/>
          </a:prstGeom>
        </p:spPr>
        <p:txBody>
          <a:bodyPr spcFirstLastPara="1" wrap="square" lIns="91425" tIns="91425" rIns="91425" bIns="91425" anchor="t" anchorCtr="0">
            <a:noAutofit/>
          </a:bodyPr>
          <a:lstStyle>
            <a:lvl1pPr lvl="0" algn="r">
              <a:spcBef>
                <a:spcPts val="0"/>
              </a:spcBef>
              <a:spcAft>
                <a:spcPts val="0"/>
              </a:spcAft>
              <a:buClr>
                <a:schemeClr val="lt1"/>
              </a:buClr>
              <a:buSzPts val="1800"/>
              <a:buNone/>
              <a:defRPr>
                <a:solidFill>
                  <a:schemeClr val="lt1"/>
                </a:solidFill>
                <a:latin typeface="Courant" panose="02000509030000020004" charset="0"/>
                <a:ea typeface="Courant" panose="02000509030000020004" charset="0"/>
                <a:cs typeface="Courant" panose="02000509030000020004" charset="0"/>
                <a:sym typeface="Courant" panose="02000509030000020004" charset="0"/>
              </a:defRPr>
            </a:lvl1pPr>
            <a:lvl2pPr lvl="1" algn="r">
              <a:spcBef>
                <a:spcPts val="0"/>
              </a:spcBef>
              <a:spcAft>
                <a:spcPts val="0"/>
              </a:spcAft>
              <a:buClr>
                <a:schemeClr val="lt1"/>
              </a:buClr>
              <a:buSzPts val="1800"/>
              <a:buNone/>
              <a:defRPr>
                <a:solidFill>
                  <a:schemeClr val="lt1"/>
                </a:solidFill>
              </a:defRPr>
            </a:lvl2pPr>
            <a:lvl3pPr lvl="2" algn="r">
              <a:spcBef>
                <a:spcPts val="0"/>
              </a:spcBef>
              <a:spcAft>
                <a:spcPts val="0"/>
              </a:spcAft>
              <a:buClr>
                <a:schemeClr val="lt1"/>
              </a:buClr>
              <a:buSzPts val="1800"/>
              <a:buNone/>
              <a:defRPr>
                <a:solidFill>
                  <a:schemeClr val="lt1"/>
                </a:solidFill>
              </a:defRPr>
            </a:lvl3pPr>
            <a:lvl4pPr lvl="3" algn="r">
              <a:spcBef>
                <a:spcPts val="0"/>
              </a:spcBef>
              <a:spcAft>
                <a:spcPts val="0"/>
              </a:spcAft>
              <a:buClr>
                <a:schemeClr val="lt1"/>
              </a:buClr>
              <a:buSzPts val="1800"/>
              <a:buNone/>
              <a:defRPr>
                <a:solidFill>
                  <a:schemeClr val="lt1"/>
                </a:solidFill>
              </a:defRPr>
            </a:lvl4pPr>
            <a:lvl5pPr lvl="4" algn="r">
              <a:spcBef>
                <a:spcPts val="0"/>
              </a:spcBef>
              <a:spcAft>
                <a:spcPts val="0"/>
              </a:spcAft>
              <a:buClr>
                <a:schemeClr val="lt1"/>
              </a:buClr>
              <a:buSzPts val="1800"/>
              <a:buNone/>
              <a:defRPr>
                <a:solidFill>
                  <a:schemeClr val="lt1"/>
                </a:solidFill>
              </a:defRPr>
            </a:lvl5pPr>
            <a:lvl6pPr lvl="5" algn="r">
              <a:spcBef>
                <a:spcPts val="0"/>
              </a:spcBef>
              <a:spcAft>
                <a:spcPts val="0"/>
              </a:spcAft>
              <a:buClr>
                <a:schemeClr val="lt1"/>
              </a:buClr>
              <a:buSzPts val="1800"/>
              <a:buNone/>
              <a:defRPr>
                <a:solidFill>
                  <a:schemeClr val="lt1"/>
                </a:solidFill>
              </a:defRPr>
            </a:lvl6pPr>
            <a:lvl7pPr lvl="6" algn="r">
              <a:spcBef>
                <a:spcPts val="0"/>
              </a:spcBef>
              <a:spcAft>
                <a:spcPts val="0"/>
              </a:spcAft>
              <a:buClr>
                <a:schemeClr val="lt1"/>
              </a:buClr>
              <a:buSzPts val="1800"/>
              <a:buNone/>
              <a:defRPr>
                <a:solidFill>
                  <a:schemeClr val="lt1"/>
                </a:solidFill>
              </a:defRPr>
            </a:lvl7pPr>
            <a:lvl8pPr lvl="7" algn="r">
              <a:spcBef>
                <a:spcPts val="0"/>
              </a:spcBef>
              <a:spcAft>
                <a:spcPts val="0"/>
              </a:spcAft>
              <a:buClr>
                <a:schemeClr val="lt1"/>
              </a:buClr>
              <a:buSzPts val="1800"/>
              <a:buNone/>
              <a:defRPr>
                <a:solidFill>
                  <a:schemeClr val="lt1"/>
                </a:solidFill>
              </a:defRPr>
            </a:lvl8pPr>
            <a:lvl9pPr lvl="8" algn="r">
              <a:spcBef>
                <a:spcPts val="0"/>
              </a:spcBef>
              <a:spcAft>
                <a:spcPts val="0"/>
              </a:spcAft>
              <a:buClr>
                <a:schemeClr val="lt1"/>
              </a:buClr>
              <a:buSzPts val="1800"/>
              <a:buNone/>
              <a:defRPr>
                <a:solidFill>
                  <a:schemeClr val="lt1"/>
                </a:solidFill>
              </a:defRPr>
            </a:lvl9pPr>
          </a:lstStyle>
          <a:p/>
        </p:txBody>
      </p:sp>
      <p:sp>
        <p:nvSpPr>
          <p:cNvPr id="46" name="Google Shape;46;p7"/>
          <p:cNvSpPr txBox="1">
            <a:spLocks noGrp="1"/>
          </p:cNvSpPr>
          <p:nvPr>
            <p:ph type="body" idx="1"/>
          </p:nvPr>
        </p:nvSpPr>
        <p:spPr>
          <a:xfrm>
            <a:off x="2757725" y="1123950"/>
            <a:ext cx="2700600" cy="3096000"/>
          </a:xfrm>
          <a:prstGeom prst="rect">
            <a:avLst/>
          </a:prstGeom>
        </p:spPr>
        <p:txBody>
          <a:bodyPr spcFirstLastPara="1" wrap="square" lIns="91425" tIns="91425" rIns="91425" bIns="91425" anchor="t" anchorCtr="0">
            <a:noAutofit/>
          </a:bodyPr>
          <a:lstStyle>
            <a:lvl1pPr marL="457200" lvl="0" indent="-342900">
              <a:spcBef>
                <a:spcPts val="600"/>
              </a:spcBef>
              <a:spcAft>
                <a:spcPts val="0"/>
              </a:spcAft>
              <a:buSzPts val="1800"/>
              <a:buChar char="▹"/>
              <a:defRPr sz="18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42900">
              <a:spcBef>
                <a:spcPts val="0"/>
              </a:spcBef>
              <a:spcAft>
                <a:spcPts val="0"/>
              </a:spcAft>
              <a:buSzPts val="1800"/>
              <a:buChar char="▸"/>
              <a:defRPr sz="1800"/>
            </a:lvl2pPr>
            <a:lvl3pPr marL="1371600" lvl="2" indent="-342900">
              <a:spcBef>
                <a:spcPts val="0"/>
              </a:spcBef>
              <a:spcAft>
                <a:spcPts val="0"/>
              </a:spcAft>
              <a:buSzPts val="1800"/>
              <a:buChar char="◦"/>
              <a:defRPr sz="1800"/>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p:txBody>
      </p:sp>
      <p:sp>
        <p:nvSpPr>
          <p:cNvPr id="47" name="Google Shape;47;p7"/>
          <p:cNvSpPr txBox="1">
            <a:spLocks noGrp="1"/>
          </p:cNvSpPr>
          <p:nvPr>
            <p:ph type="body" idx="2"/>
          </p:nvPr>
        </p:nvSpPr>
        <p:spPr>
          <a:xfrm>
            <a:off x="5620903" y="1123950"/>
            <a:ext cx="2700600" cy="3096000"/>
          </a:xfrm>
          <a:prstGeom prst="rect">
            <a:avLst/>
          </a:prstGeom>
        </p:spPr>
        <p:txBody>
          <a:bodyPr spcFirstLastPara="1" wrap="square" lIns="91425" tIns="91425" rIns="91425" bIns="91425" anchor="t" anchorCtr="0">
            <a:noAutofit/>
          </a:bodyPr>
          <a:lstStyle>
            <a:lvl1pPr marL="457200" lvl="0" indent="-342900">
              <a:spcBef>
                <a:spcPts val="600"/>
              </a:spcBef>
              <a:spcAft>
                <a:spcPts val="0"/>
              </a:spcAft>
              <a:buSzPts val="1800"/>
              <a:buChar char="▹"/>
              <a:defRPr sz="18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42900">
              <a:spcBef>
                <a:spcPts val="0"/>
              </a:spcBef>
              <a:spcAft>
                <a:spcPts val="0"/>
              </a:spcAft>
              <a:buSzPts val="1800"/>
              <a:buChar char="▸"/>
              <a:defRPr sz="1800"/>
            </a:lvl2pPr>
            <a:lvl3pPr marL="1371600" lvl="2" indent="-342900">
              <a:spcBef>
                <a:spcPts val="0"/>
              </a:spcBef>
              <a:spcAft>
                <a:spcPts val="0"/>
              </a:spcAft>
              <a:buSzPts val="1800"/>
              <a:buChar char="◦"/>
              <a:defRPr sz="1800"/>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p:txBody>
      </p:sp>
      <p:sp>
        <p:nvSpPr>
          <p:cNvPr id="48" name="Google Shape;48;p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 3 columns">
  <p:cSld name="TITLE_AND_TWO_COLUMNS_1">
    <p:bg>
      <p:bgPr>
        <a:solidFill>
          <a:schemeClr val="dk1"/>
        </a:solidFill>
        <a:effectLst/>
      </p:bgPr>
    </p:bg>
    <p:spTree>
      <p:nvGrpSpPr>
        <p:cNvPr id="1" name="Shape 49"/>
        <p:cNvGrpSpPr/>
        <p:nvPr/>
      </p:nvGrpSpPr>
      <p:grpSpPr>
        <a:xfrm>
          <a:off x="0" y="0"/>
          <a:ext cx="0" cy="0"/>
          <a:chOff x="0" y="0"/>
          <a:chExt cx="0" cy="0"/>
        </a:xfrm>
      </p:grpSpPr>
      <p:pic>
        <p:nvPicPr>
          <p:cNvPr id="50" name="Google Shape;50;p8" descr="organic-03.png"/>
          <p:cNvPicPr preferRelativeResize="0"/>
          <p:nvPr/>
        </p:nvPicPr>
        <p:blipFill>
          <a:blip r:embed="rId2">
            <a:alphaModFix amt="5000"/>
          </a:blip>
          <a:stretch>
            <a:fillRect/>
          </a:stretch>
        </p:blipFill>
        <p:spPr>
          <a:xfrm>
            <a:off x="0" y="0"/>
            <a:ext cx="9144000" cy="5143500"/>
          </a:xfrm>
          <a:prstGeom prst="rect">
            <a:avLst/>
          </a:prstGeom>
          <a:noFill/>
          <a:ln>
            <a:noFill/>
          </a:ln>
        </p:spPr>
      </p:pic>
      <p:sp>
        <p:nvSpPr>
          <p:cNvPr id="51" name="Google Shape;51;p8"/>
          <p:cNvSpPr/>
          <p:nvPr/>
        </p:nvSpPr>
        <p:spPr>
          <a:xfrm>
            <a:off x="2066125" y="715358"/>
            <a:ext cx="6596700" cy="3910800"/>
          </a:xfrm>
          <a:prstGeom prst="rect">
            <a:avLst/>
          </a:prstGeom>
          <a:solidFill>
            <a:srgbClr val="FFFFFF"/>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 name="Google Shape;52;p8"/>
          <p:cNvSpPr/>
          <p:nvPr/>
        </p:nvSpPr>
        <p:spPr>
          <a:xfrm>
            <a:off x="404975" y="441142"/>
            <a:ext cx="1980300" cy="1980300"/>
          </a:xfrm>
          <a:prstGeom prst="rect">
            <a:avLst/>
          </a:prstGeom>
          <a:solidFill>
            <a:schemeClr val="accent1"/>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 name="Google Shape;53;p8"/>
          <p:cNvSpPr txBox="1">
            <a:spLocks noGrp="1"/>
          </p:cNvSpPr>
          <p:nvPr>
            <p:ph type="title"/>
          </p:nvPr>
        </p:nvSpPr>
        <p:spPr>
          <a:xfrm>
            <a:off x="381000" y="530127"/>
            <a:ext cx="1778100" cy="857400"/>
          </a:xfrm>
          <a:prstGeom prst="rect">
            <a:avLst/>
          </a:prstGeom>
        </p:spPr>
        <p:txBody>
          <a:bodyPr spcFirstLastPara="1" wrap="square" lIns="91425" tIns="91425" rIns="91425" bIns="91425" anchor="t" anchorCtr="0">
            <a:noAutofit/>
          </a:bodyPr>
          <a:lstStyle>
            <a:lvl1pPr lvl="0" algn="r" rtl="0">
              <a:spcBef>
                <a:spcPts val="0"/>
              </a:spcBef>
              <a:spcAft>
                <a:spcPts val="0"/>
              </a:spcAft>
              <a:buClr>
                <a:schemeClr val="lt1"/>
              </a:buClr>
              <a:buSzPts val="1800"/>
              <a:buNone/>
              <a:defRPr>
                <a:solidFill>
                  <a:schemeClr val="lt1"/>
                </a:solidFill>
                <a:latin typeface="Courant" panose="02000509030000020004" charset="0"/>
                <a:ea typeface="Courant" panose="02000509030000020004" charset="0"/>
                <a:cs typeface="Courant" panose="02000509030000020004" charset="0"/>
                <a:sym typeface="Courant" panose="02000509030000020004" charset="0"/>
              </a:defRPr>
            </a:lvl1pPr>
            <a:lvl2pPr lvl="1" algn="r" rtl="0">
              <a:spcBef>
                <a:spcPts val="0"/>
              </a:spcBef>
              <a:spcAft>
                <a:spcPts val="0"/>
              </a:spcAft>
              <a:buClr>
                <a:schemeClr val="lt1"/>
              </a:buClr>
              <a:buSzPts val="1800"/>
              <a:buNone/>
              <a:defRPr>
                <a:solidFill>
                  <a:schemeClr val="lt1"/>
                </a:solidFill>
              </a:defRPr>
            </a:lvl2pPr>
            <a:lvl3pPr lvl="2" algn="r" rtl="0">
              <a:spcBef>
                <a:spcPts val="0"/>
              </a:spcBef>
              <a:spcAft>
                <a:spcPts val="0"/>
              </a:spcAft>
              <a:buClr>
                <a:schemeClr val="lt1"/>
              </a:buClr>
              <a:buSzPts val="1800"/>
              <a:buNone/>
              <a:defRPr>
                <a:solidFill>
                  <a:schemeClr val="lt1"/>
                </a:solidFill>
              </a:defRPr>
            </a:lvl3pPr>
            <a:lvl4pPr lvl="3" algn="r" rtl="0">
              <a:spcBef>
                <a:spcPts val="0"/>
              </a:spcBef>
              <a:spcAft>
                <a:spcPts val="0"/>
              </a:spcAft>
              <a:buClr>
                <a:schemeClr val="lt1"/>
              </a:buClr>
              <a:buSzPts val="1800"/>
              <a:buNone/>
              <a:defRPr>
                <a:solidFill>
                  <a:schemeClr val="lt1"/>
                </a:solidFill>
              </a:defRPr>
            </a:lvl4pPr>
            <a:lvl5pPr lvl="4" algn="r" rtl="0">
              <a:spcBef>
                <a:spcPts val="0"/>
              </a:spcBef>
              <a:spcAft>
                <a:spcPts val="0"/>
              </a:spcAft>
              <a:buClr>
                <a:schemeClr val="lt1"/>
              </a:buClr>
              <a:buSzPts val="1800"/>
              <a:buNone/>
              <a:defRPr>
                <a:solidFill>
                  <a:schemeClr val="lt1"/>
                </a:solidFill>
              </a:defRPr>
            </a:lvl5pPr>
            <a:lvl6pPr lvl="5" algn="r" rtl="0">
              <a:spcBef>
                <a:spcPts val="0"/>
              </a:spcBef>
              <a:spcAft>
                <a:spcPts val="0"/>
              </a:spcAft>
              <a:buClr>
                <a:schemeClr val="lt1"/>
              </a:buClr>
              <a:buSzPts val="1800"/>
              <a:buNone/>
              <a:defRPr>
                <a:solidFill>
                  <a:schemeClr val="lt1"/>
                </a:solidFill>
              </a:defRPr>
            </a:lvl6pPr>
            <a:lvl7pPr lvl="6" algn="r" rtl="0">
              <a:spcBef>
                <a:spcPts val="0"/>
              </a:spcBef>
              <a:spcAft>
                <a:spcPts val="0"/>
              </a:spcAft>
              <a:buClr>
                <a:schemeClr val="lt1"/>
              </a:buClr>
              <a:buSzPts val="1800"/>
              <a:buNone/>
              <a:defRPr>
                <a:solidFill>
                  <a:schemeClr val="lt1"/>
                </a:solidFill>
              </a:defRPr>
            </a:lvl7pPr>
            <a:lvl8pPr lvl="7" algn="r" rtl="0">
              <a:spcBef>
                <a:spcPts val="0"/>
              </a:spcBef>
              <a:spcAft>
                <a:spcPts val="0"/>
              </a:spcAft>
              <a:buClr>
                <a:schemeClr val="lt1"/>
              </a:buClr>
              <a:buSzPts val="1800"/>
              <a:buNone/>
              <a:defRPr>
                <a:solidFill>
                  <a:schemeClr val="lt1"/>
                </a:solidFill>
              </a:defRPr>
            </a:lvl8pPr>
            <a:lvl9pPr lvl="8" algn="r" rtl="0">
              <a:spcBef>
                <a:spcPts val="0"/>
              </a:spcBef>
              <a:spcAft>
                <a:spcPts val="0"/>
              </a:spcAft>
              <a:buClr>
                <a:schemeClr val="lt1"/>
              </a:buClr>
              <a:buSzPts val="1800"/>
              <a:buNone/>
              <a:defRPr>
                <a:solidFill>
                  <a:schemeClr val="lt1"/>
                </a:solidFill>
              </a:defRPr>
            </a:lvl9pPr>
          </a:lstStyle>
          <a:p/>
        </p:txBody>
      </p:sp>
      <p:sp>
        <p:nvSpPr>
          <p:cNvPr id="54" name="Google Shape;54;p8"/>
          <p:cNvSpPr txBox="1">
            <a:spLocks noGrp="1"/>
          </p:cNvSpPr>
          <p:nvPr>
            <p:ph type="body" idx="1"/>
          </p:nvPr>
        </p:nvSpPr>
        <p:spPr>
          <a:xfrm>
            <a:off x="2652481" y="1054700"/>
            <a:ext cx="1855500" cy="3289800"/>
          </a:xfrm>
          <a:prstGeom prst="rect">
            <a:avLst/>
          </a:prstGeom>
        </p:spPr>
        <p:txBody>
          <a:bodyPr spcFirstLastPara="1" wrap="square" lIns="91425" tIns="91425" rIns="91425" bIns="91425" anchor="t" anchorCtr="0">
            <a:noAutofit/>
          </a:bodyPr>
          <a:lstStyle>
            <a:lvl1pPr marL="457200" lvl="0" indent="-317500" rtl="0">
              <a:spcBef>
                <a:spcPts val="600"/>
              </a:spcBef>
              <a:spcAft>
                <a:spcPts val="0"/>
              </a:spcAft>
              <a:buSzPts val="1400"/>
              <a:buChar char="▹"/>
              <a:defRPr sz="14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17500" rtl="0">
              <a:spcBef>
                <a:spcPts val="0"/>
              </a:spcBef>
              <a:spcAft>
                <a:spcPts val="0"/>
              </a:spcAft>
              <a:buSzPts val="1400"/>
              <a:buChar char="▸"/>
              <a:defRPr sz="1400"/>
            </a:lvl2pPr>
            <a:lvl3pPr marL="1371600" lvl="2" indent="-317500" rtl="0">
              <a:spcBef>
                <a:spcPts val="0"/>
              </a:spcBef>
              <a:spcAft>
                <a:spcPts val="0"/>
              </a:spcAft>
              <a:buSzPts val="1400"/>
              <a:buChar char="◦"/>
              <a:defRPr sz="1400"/>
            </a:lvl3pPr>
            <a:lvl4pPr marL="1828800" lvl="3" indent="-317500" rtl="0">
              <a:spcBef>
                <a:spcPts val="0"/>
              </a:spcBef>
              <a:spcAft>
                <a:spcPts val="0"/>
              </a:spcAft>
              <a:buSzPts val="1400"/>
              <a:buChar char="●"/>
              <a:defRPr sz="1400"/>
            </a:lvl4pPr>
            <a:lvl5pPr marL="2286000" lvl="4" indent="-317500" rtl="0">
              <a:spcBef>
                <a:spcPts val="0"/>
              </a:spcBef>
              <a:spcAft>
                <a:spcPts val="0"/>
              </a:spcAft>
              <a:buSzPts val="1400"/>
              <a:buChar char="○"/>
              <a:defRPr sz="1400"/>
            </a:lvl5pPr>
            <a:lvl6pPr marL="2743200" lvl="5" indent="-317500" rtl="0">
              <a:spcBef>
                <a:spcPts val="0"/>
              </a:spcBef>
              <a:spcAft>
                <a:spcPts val="0"/>
              </a:spcAft>
              <a:buSzPts val="1400"/>
              <a:buChar char="■"/>
              <a:defRPr sz="1400"/>
            </a:lvl6pPr>
            <a:lvl7pPr marL="3200400" lvl="6" indent="-317500" rtl="0">
              <a:spcBef>
                <a:spcPts val="0"/>
              </a:spcBef>
              <a:spcAft>
                <a:spcPts val="0"/>
              </a:spcAft>
              <a:buSzPts val="1400"/>
              <a:buChar char="●"/>
              <a:defRPr sz="1400"/>
            </a:lvl7pPr>
            <a:lvl8pPr marL="3657600" lvl="7" indent="-317500" rtl="0">
              <a:spcBef>
                <a:spcPts val="0"/>
              </a:spcBef>
              <a:spcAft>
                <a:spcPts val="0"/>
              </a:spcAft>
              <a:buSzPts val="1400"/>
              <a:buChar char="○"/>
              <a:defRPr sz="1400"/>
            </a:lvl8pPr>
            <a:lvl9pPr marL="4114800" lvl="8" indent="-317500" rtl="0">
              <a:spcBef>
                <a:spcPts val="0"/>
              </a:spcBef>
              <a:spcAft>
                <a:spcPts val="0"/>
              </a:spcAft>
              <a:buSzPts val="1400"/>
              <a:buChar char="■"/>
              <a:defRPr sz="1400"/>
            </a:lvl9pPr>
          </a:lstStyle>
          <a:p/>
        </p:txBody>
      </p:sp>
      <p:sp>
        <p:nvSpPr>
          <p:cNvPr id="55" name="Google Shape;55;p8"/>
          <p:cNvSpPr txBox="1">
            <a:spLocks noGrp="1"/>
          </p:cNvSpPr>
          <p:nvPr>
            <p:ph type="body" idx="2"/>
          </p:nvPr>
        </p:nvSpPr>
        <p:spPr>
          <a:xfrm>
            <a:off x="4603343" y="1054700"/>
            <a:ext cx="1855500" cy="3289800"/>
          </a:xfrm>
          <a:prstGeom prst="rect">
            <a:avLst/>
          </a:prstGeom>
        </p:spPr>
        <p:txBody>
          <a:bodyPr spcFirstLastPara="1" wrap="square" lIns="91425" tIns="91425" rIns="91425" bIns="91425" anchor="t" anchorCtr="0">
            <a:noAutofit/>
          </a:bodyPr>
          <a:lstStyle>
            <a:lvl1pPr marL="457200" lvl="0" indent="-317500" rtl="0">
              <a:spcBef>
                <a:spcPts val="600"/>
              </a:spcBef>
              <a:spcAft>
                <a:spcPts val="0"/>
              </a:spcAft>
              <a:buSzPts val="1400"/>
              <a:buChar char="▹"/>
              <a:defRPr sz="14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17500" rtl="0">
              <a:spcBef>
                <a:spcPts val="0"/>
              </a:spcBef>
              <a:spcAft>
                <a:spcPts val="0"/>
              </a:spcAft>
              <a:buSzPts val="1400"/>
              <a:buChar char="▸"/>
              <a:defRPr sz="1400"/>
            </a:lvl2pPr>
            <a:lvl3pPr marL="1371600" lvl="2" indent="-317500" rtl="0">
              <a:spcBef>
                <a:spcPts val="0"/>
              </a:spcBef>
              <a:spcAft>
                <a:spcPts val="0"/>
              </a:spcAft>
              <a:buSzPts val="1400"/>
              <a:buChar char="◦"/>
              <a:defRPr sz="1400"/>
            </a:lvl3pPr>
            <a:lvl4pPr marL="1828800" lvl="3" indent="-317500" rtl="0">
              <a:spcBef>
                <a:spcPts val="0"/>
              </a:spcBef>
              <a:spcAft>
                <a:spcPts val="0"/>
              </a:spcAft>
              <a:buSzPts val="1400"/>
              <a:buChar char="●"/>
              <a:defRPr sz="1400"/>
            </a:lvl4pPr>
            <a:lvl5pPr marL="2286000" lvl="4" indent="-317500" rtl="0">
              <a:spcBef>
                <a:spcPts val="0"/>
              </a:spcBef>
              <a:spcAft>
                <a:spcPts val="0"/>
              </a:spcAft>
              <a:buSzPts val="1400"/>
              <a:buChar char="○"/>
              <a:defRPr sz="1400"/>
            </a:lvl5pPr>
            <a:lvl6pPr marL="2743200" lvl="5" indent="-317500" rtl="0">
              <a:spcBef>
                <a:spcPts val="0"/>
              </a:spcBef>
              <a:spcAft>
                <a:spcPts val="0"/>
              </a:spcAft>
              <a:buSzPts val="1400"/>
              <a:buChar char="■"/>
              <a:defRPr sz="1400"/>
            </a:lvl6pPr>
            <a:lvl7pPr marL="3200400" lvl="6" indent="-317500" rtl="0">
              <a:spcBef>
                <a:spcPts val="0"/>
              </a:spcBef>
              <a:spcAft>
                <a:spcPts val="0"/>
              </a:spcAft>
              <a:buSzPts val="1400"/>
              <a:buChar char="●"/>
              <a:defRPr sz="1400"/>
            </a:lvl7pPr>
            <a:lvl8pPr marL="3657600" lvl="7" indent="-317500" rtl="0">
              <a:spcBef>
                <a:spcPts val="0"/>
              </a:spcBef>
              <a:spcAft>
                <a:spcPts val="0"/>
              </a:spcAft>
              <a:buSzPts val="1400"/>
              <a:buChar char="○"/>
              <a:defRPr sz="1400"/>
            </a:lvl8pPr>
            <a:lvl9pPr marL="4114800" lvl="8" indent="-317500" rtl="0">
              <a:spcBef>
                <a:spcPts val="0"/>
              </a:spcBef>
              <a:spcAft>
                <a:spcPts val="0"/>
              </a:spcAft>
              <a:buSzPts val="1400"/>
              <a:buChar char="■"/>
              <a:defRPr sz="1400"/>
            </a:lvl9pPr>
          </a:lstStyle>
          <a:p/>
        </p:txBody>
      </p:sp>
      <p:sp>
        <p:nvSpPr>
          <p:cNvPr id="56" name="Google Shape;56;p8"/>
          <p:cNvSpPr txBox="1">
            <a:spLocks noGrp="1"/>
          </p:cNvSpPr>
          <p:nvPr>
            <p:ph type="body" idx="3"/>
          </p:nvPr>
        </p:nvSpPr>
        <p:spPr>
          <a:xfrm>
            <a:off x="6554205" y="1054700"/>
            <a:ext cx="1855500" cy="3289800"/>
          </a:xfrm>
          <a:prstGeom prst="rect">
            <a:avLst/>
          </a:prstGeom>
        </p:spPr>
        <p:txBody>
          <a:bodyPr spcFirstLastPara="1" wrap="square" lIns="91425" tIns="91425" rIns="91425" bIns="91425" anchor="t" anchorCtr="0">
            <a:noAutofit/>
          </a:bodyPr>
          <a:lstStyle>
            <a:lvl1pPr marL="457200" lvl="0" indent="-317500" rtl="0">
              <a:spcBef>
                <a:spcPts val="600"/>
              </a:spcBef>
              <a:spcAft>
                <a:spcPts val="0"/>
              </a:spcAft>
              <a:buSzPts val="1400"/>
              <a:buChar char="▹"/>
              <a:defRPr sz="14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17500" rtl="0">
              <a:spcBef>
                <a:spcPts val="0"/>
              </a:spcBef>
              <a:spcAft>
                <a:spcPts val="0"/>
              </a:spcAft>
              <a:buSzPts val="1400"/>
              <a:buChar char="▸"/>
              <a:defRPr sz="1400"/>
            </a:lvl2pPr>
            <a:lvl3pPr marL="1371600" lvl="2" indent="-317500" rtl="0">
              <a:spcBef>
                <a:spcPts val="0"/>
              </a:spcBef>
              <a:spcAft>
                <a:spcPts val="0"/>
              </a:spcAft>
              <a:buSzPts val="1400"/>
              <a:buChar char="◦"/>
              <a:defRPr sz="1400"/>
            </a:lvl3pPr>
            <a:lvl4pPr marL="1828800" lvl="3" indent="-317500" rtl="0">
              <a:spcBef>
                <a:spcPts val="0"/>
              </a:spcBef>
              <a:spcAft>
                <a:spcPts val="0"/>
              </a:spcAft>
              <a:buSzPts val="1400"/>
              <a:buChar char="●"/>
              <a:defRPr sz="1400"/>
            </a:lvl4pPr>
            <a:lvl5pPr marL="2286000" lvl="4" indent="-317500" rtl="0">
              <a:spcBef>
                <a:spcPts val="0"/>
              </a:spcBef>
              <a:spcAft>
                <a:spcPts val="0"/>
              </a:spcAft>
              <a:buSzPts val="1400"/>
              <a:buChar char="○"/>
              <a:defRPr sz="1400"/>
            </a:lvl5pPr>
            <a:lvl6pPr marL="2743200" lvl="5" indent="-317500" rtl="0">
              <a:spcBef>
                <a:spcPts val="0"/>
              </a:spcBef>
              <a:spcAft>
                <a:spcPts val="0"/>
              </a:spcAft>
              <a:buSzPts val="1400"/>
              <a:buChar char="■"/>
              <a:defRPr sz="1400"/>
            </a:lvl6pPr>
            <a:lvl7pPr marL="3200400" lvl="6" indent="-317500" rtl="0">
              <a:spcBef>
                <a:spcPts val="0"/>
              </a:spcBef>
              <a:spcAft>
                <a:spcPts val="0"/>
              </a:spcAft>
              <a:buSzPts val="1400"/>
              <a:buChar char="●"/>
              <a:defRPr sz="1400"/>
            </a:lvl7pPr>
            <a:lvl8pPr marL="3657600" lvl="7" indent="-317500" rtl="0">
              <a:spcBef>
                <a:spcPts val="0"/>
              </a:spcBef>
              <a:spcAft>
                <a:spcPts val="0"/>
              </a:spcAft>
              <a:buSzPts val="1400"/>
              <a:buChar char="○"/>
              <a:defRPr sz="1400"/>
            </a:lvl8pPr>
            <a:lvl9pPr marL="4114800" lvl="8" indent="-317500" rtl="0">
              <a:spcBef>
                <a:spcPts val="0"/>
              </a:spcBef>
              <a:spcAft>
                <a:spcPts val="0"/>
              </a:spcAft>
              <a:buSzPts val="1400"/>
              <a:buChar char="■"/>
              <a:defRPr sz="1400"/>
            </a:lvl9pPr>
          </a:lstStyle>
          <a:p/>
        </p:txBody>
      </p:sp>
      <p:sp>
        <p:nvSpPr>
          <p:cNvPr id="57" name="Google Shape;57;p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matchingName="Title only">
  <p:cSld name="TITLE_ONLY">
    <p:bg>
      <p:bgPr>
        <a:solidFill>
          <a:schemeClr val="dk1"/>
        </a:solidFill>
        <a:effectLst/>
      </p:bgPr>
    </p:bg>
    <p:spTree>
      <p:nvGrpSpPr>
        <p:cNvPr id="1" name="Shape 58"/>
        <p:cNvGrpSpPr/>
        <p:nvPr/>
      </p:nvGrpSpPr>
      <p:grpSpPr>
        <a:xfrm>
          <a:off x="0" y="0"/>
          <a:ext cx="0" cy="0"/>
          <a:chOff x="0" y="0"/>
          <a:chExt cx="0" cy="0"/>
        </a:xfrm>
      </p:grpSpPr>
      <p:pic>
        <p:nvPicPr>
          <p:cNvPr id="59" name="Google Shape;59;p9" descr="organic-01.png"/>
          <p:cNvPicPr preferRelativeResize="0"/>
          <p:nvPr/>
        </p:nvPicPr>
        <p:blipFill>
          <a:blip r:embed="rId2">
            <a:alphaModFix amt="4000"/>
          </a:blip>
          <a:stretch>
            <a:fillRect/>
          </a:stretch>
        </p:blipFill>
        <p:spPr>
          <a:xfrm>
            <a:off x="0" y="0"/>
            <a:ext cx="9144000" cy="5143500"/>
          </a:xfrm>
          <a:prstGeom prst="rect">
            <a:avLst/>
          </a:prstGeom>
          <a:noFill/>
          <a:ln>
            <a:noFill/>
          </a:ln>
        </p:spPr>
      </p:pic>
      <p:sp>
        <p:nvSpPr>
          <p:cNvPr id="60" name="Google Shape;60;p9"/>
          <p:cNvSpPr/>
          <p:nvPr/>
        </p:nvSpPr>
        <p:spPr>
          <a:xfrm>
            <a:off x="404975" y="441142"/>
            <a:ext cx="1980300" cy="1980300"/>
          </a:xfrm>
          <a:prstGeom prst="rect">
            <a:avLst/>
          </a:prstGeom>
          <a:solidFill>
            <a:schemeClr val="accent1"/>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 name="Google Shape;61;p9"/>
          <p:cNvSpPr txBox="1">
            <a:spLocks noGrp="1"/>
          </p:cNvSpPr>
          <p:nvPr>
            <p:ph type="title"/>
          </p:nvPr>
        </p:nvSpPr>
        <p:spPr>
          <a:xfrm>
            <a:off x="428171" y="543067"/>
            <a:ext cx="1729500" cy="1616100"/>
          </a:xfrm>
          <a:prstGeom prst="rect">
            <a:avLst/>
          </a:prstGeom>
        </p:spPr>
        <p:txBody>
          <a:bodyPr spcFirstLastPara="1" wrap="square" lIns="91425" tIns="91425" rIns="91425" bIns="91425" anchor="t" anchorCtr="0">
            <a:noAutofit/>
          </a:bodyPr>
          <a:lstStyle>
            <a:lvl1pPr lvl="0" algn="r">
              <a:spcBef>
                <a:spcPts val="0"/>
              </a:spcBef>
              <a:spcAft>
                <a:spcPts val="0"/>
              </a:spcAft>
              <a:buClr>
                <a:schemeClr val="lt1"/>
              </a:buClr>
              <a:buSzPts val="1800"/>
              <a:buNone/>
              <a:defRPr>
                <a:solidFill>
                  <a:schemeClr val="lt1"/>
                </a:solidFill>
                <a:latin typeface="Courant" panose="02000509030000020004" charset="0"/>
                <a:ea typeface="Courant" panose="02000509030000020004" charset="0"/>
                <a:cs typeface="Courant" panose="02000509030000020004" charset="0"/>
                <a:sym typeface="Courant" panose="02000509030000020004" charset="0"/>
              </a:defRPr>
            </a:lvl1pPr>
            <a:lvl2pPr lvl="1" algn="r">
              <a:spcBef>
                <a:spcPts val="0"/>
              </a:spcBef>
              <a:spcAft>
                <a:spcPts val="0"/>
              </a:spcAft>
              <a:buClr>
                <a:schemeClr val="lt1"/>
              </a:buClr>
              <a:buSzPts val="1800"/>
              <a:buNone/>
              <a:defRPr>
                <a:solidFill>
                  <a:schemeClr val="lt1"/>
                </a:solidFill>
              </a:defRPr>
            </a:lvl2pPr>
            <a:lvl3pPr lvl="2" algn="r">
              <a:spcBef>
                <a:spcPts val="0"/>
              </a:spcBef>
              <a:spcAft>
                <a:spcPts val="0"/>
              </a:spcAft>
              <a:buClr>
                <a:schemeClr val="lt1"/>
              </a:buClr>
              <a:buSzPts val="1800"/>
              <a:buNone/>
              <a:defRPr>
                <a:solidFill>
                  <a:schemeClr val="lt1"/>
                </a:solidFill>
              </a:defRPr>
            </a:lvl3pPr>
            <a:lvl4pPr lvl="3" algn="r">
              <a:spcBef>
                <a:spcPts val="0"/>
              </a:spcBef>
              <a:spcAft>
                <a:spcPts val="0"/>
              </a:spcAft>
              <a:buClr>
                <a:schemeClr val="lt1"/>
              </a:buClr>
              <a:buSzPts val="1800"/>
              <a:buNone/>
              <a:defRPr>
                <a:solidFill>
                  <a:schemeClr val="lt1"/>
                </a:solidFill>
              </a:defRPr>
            </a:lvl4pPr>
            <a:lvl5pPr lvl="4" algn="r">
              <a:spcBef>
                <a:spcPts val="0"/>
              </a:spcBef>
              <a:spcAft>
                <a:spcPts val="0"/>
              </a:spcAft>
              <a:buClr>
                <a:schemeClr val="lt1"/>
              </a:buClr>
              <a:buSzPts val="1800"/>
              <a:buNone/>
              <a:defRPr>
                <a:solidFill>
                  <a:schemeClr val="lt1"/>
                </a:solidFill>
              </a:defRPr>
            </a:lvl5pPr>
            <a:lvl6pPr lvl="5" algn="r">
              <a:spcBef>
                <a:spcPts val="0"/>
              </a:spcBef>
              <a:spcAft>
                <a:spcPts val="0"/>
              </a:spcAft>
              <a:buClr>
                <a:schemeClr val="lt1"/>
              </a:buClr>
              <a:buSzPts val="1800"/>
              <a:buNone/>
              <a:defRPr>
                <a:solidFill>
                  <a:schemeClr val="lt1"/>
                </a:solidFill>
              </a:defRPr>
            </a:lvl6pPr>
            <a:lvl7pPr lvl="6" algn="r">
              <a:spcBef>
                <a:spcPts val="0"/>
              </a:spcBef>
              <a:spcAft>
                <a:spcPts val="0"/>
              </a:spcAft>
              <a:buClr>
                <a:schemeClr val="lt1"/>
              </a:buClr>
              <a:buSzPts val="1800"/>
              <a:buNone/>
              <a:defRPr>
                <a:solidFill>
                  <a:schemeClr val="lt1"/>
                </a:solidFill>
              </a:defRPr>
            </a:lvl7pPr>
            <a:lvl8pPr lvl="7" algn="r">
              <a:spcBef>
                <a:spcPts val="0"/>
              </a:spcBef>
              <a:spcAft>
                <a:spcPts val="0"/>
              </a:spcAft>
              <a:buClr>
                <a:schemeClr val="lt1"/>
              </a:buClr>
              <a:buSzPts val="1800"/>
              <a:buNone/>
              <a:defRPr>
                <a:solidFill>
                  <a:schemeClr val="lt1"/>
                </a:solidFill>
              </a:defRPr>
            </a:lvl8pPr>
            <a:lvl9pPr lvl="8" algn="r">
              <a:spcBef>
                <a:spcPts val="0"/>
              </a:spcBef>
              <a:spcAft>
                <a:spcPts val="0"/>
              </a:spcAft>
              <a:buClr>
                <a:schemeClr val="lt1"/>
              </a:buClr>
              <a:buSzPts val="1800"/>
              <a:buNone/>
              <a:defRPr>
                <a:solidFill>
                  <a:schemeClr val="lt1"/>
                </a:solidFill>
              </a:defRPr>
            </a:lvl9pPr>
          </a:lstStyle>
          <a:p/>
        </p:txBody>
      </p:sp>
      <p:sp>
        <p:nvSpPr>
          <p:cNvPr id="62" name="Google Shape;62;p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hort Title only">
  <p:cSld name="TITLE_ONLY_1">
    <p:bg>
      <p:bgPr>
        <a:solidFill>
          <a:schemeClr val="dk1"/>
        </a:solidFill>
        <a:effectLst/>
      </p:bgPr>
    </p:bg>
    <p:spTree>
      <p:nvGrpSpPr>
        <p:cNvPr id="1" name="Shape 63"/>
        <p:cNvGrpSpPr/>
        <p:nvPr/>
      </p:nvGrpSpPr>
      <p:grpSpPr>
        <a:xfrm>
          <a:off x="0" y="0"/>
          <a:ext cx="0" cy="0"/>
          <a:chOff x="0" y="0"/>
          <a:chExt cx="0" cy="0"/>
        </a:xfrm>
      </p:grpSpPr>
      <p:pic>
        <p:nvPicPr>
          <p:cNvPr id="64" name="Google Shape;64;p10" descr="organic-01.png"/>
          <p:cNvPicPr preferRelativeResize="0"/>
          <p:nvPr/>
        </p:nvPicPr>
        <p:blipFill>
          <a:blip r:embed="rId2">
            <a:alphaModFix amt="4000"/>
          </a:blip>
          <a:stretch>
            <a:fillRect/>
          </a:stretch>
        </p:blipFill>
        <p:spPr>
          <a:xfrm>
            <a:off x="0" y="0"/>
            <a:ext cx="9144000" cy="5143500"/>
          </a:xfrm>
          <a:prstGeom prst="rect">
            <a:avLst/>
          </a:prstGeom>
          <a:noFill/>
          <a:ln>
            <a:noFill/>
          </a:ln>
        </p:spPr>
      </p:pic>
      <p:sp>
        <p:nvSpPr>
          <p:cNvPr id="65" name="Google Shape;65;p10"/>
          <p:cNvSpPr/>
          <p:nvPr/>
        </p:nvSpPr>
        <p:spPr>
          <a:xfrm>
            <a:off x="404975" y="441145"/>
            <a:ext cx="1980300" cy="671700"/>
          </a:xfrm>
          <a:prstGeom prst="rect">
            <a:avLst/>
          </a:prstGeom>
          <a:solidFill>
            <a:schemeClr val="accent1"/>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 name="Google Shape;66;p10"/>
          <p:cNvSpPr txBox="1">
            <a:spLocks noGrp="1"/>
          </p:cNvSpPr>
          <p:nvPr>
            <p:ph type="title"/>
          </p:nvPr>
        </p:nvSpPr>
        <p:spPr>
          <a:xfrm>
            <a:off x="404975" y="441150"/>
            <a:ext cx="1832400" cy="671700"/>
          </a:xfrm>
          <a:prstGeom prst="rect">
            <a:avLst/>
          </a:prstGeom>
        </p:spPr>
        <p:txBody>
          <a:bodyPr spcFirstLastPara="1" wrap="square" lIns="0" tIns="0" rIns="0" bIns="0" anchor="ctr" anchorCtr="0">
            <a:noAutofit/>
          </a:bodyPr>
          <a:lstStyle>
            <a:lvl1pPr lvl="0" algn="r" rtl="0">
              <a:spcBef>
                <a:spcPts val="0"/>
              </a:spcBef>
              <a:spcAft>
                <a:spcPts val="0"/>
              </a:spcAft>
              <a:buClr>
                <a:schemeClr val="lt1"/>
              </a:buClr>
              <a:buSzPts val="1800"/>
              <a:buNone/>
              <a:defRPr>
                <a:solidFill>
                  <a:schemeClr val="lt1"/>
                </a:solidFill>
                <a:latin typeface="Courant" panose="02000509030000020004" charset="0"/>
                <a:ea typeface="Courant" panose="02000509030000020004" charset="0"/>
                <a:cs typeface="Courant" panose="02000509030000020004" charset="0"/>
                <a:sym typeface="Courant" panose="02000509030000020004" charset="0"/>
              </a:defRPr>
            </a:lvl1pPr>
            <a:lvl2pPr lvl="1" algn="r" rtl="0">
              <a:spcBef>
                <a:spcPts val="0"/>
              </a:spcBef>
              <a:spcAft>
                <a:spcPts val="0"/>
              </a:spcAft>
              <a:buClr>
                <a:schemeClr val="lt1"/>
              </a:buClr>
              <a:buSzPts val="1800"/>
              <a:buNone/>
              <a:defRPr>
                <a:solidFill>
                  <a:schemeClr val="lt1"/>
                </a:solidFill>
              </a:defRPr>
            </a:lvl2pPr>
            <a:lvl3pPr lvl="2" algn="r" rtl="0">
              <a:spcBef>
                <a:spcPts val="0"/>
              </a:spcBef>
              <a:spcAft>
                <a:spcPts val="0"/>
              </a:spcAft>
              <a:buClr>
                <a:schemeClr val="lt1"/>
              </a:buClr>
              <a:buSzPts val="1800"/>
              <a:buNone/>
              <a:defRPr>
                <a:solidFill>
                  <a:schemeClr val="lt1"/>
                </a:solidFill>
              </a:defRPr>
            </a:lvl3pPr>
            <a:lvl4pPr lvl="3" algn="r" rtl="0">
              <a:spcBef>
                <a:spcPts val="0"/>
              </a:spcBef>
              <a:spcAft>
                <a:spcPts val="0"/>
              </a:spcAft>
              <a:buClr>
                <a:schemeClr val="lt1"/>
              </a:buClr>
              <a:buSzPts val="1800"/>
              <a:buNone/>
              <a:defRPr>
                <a:solidFill>
                  <a:schemeClr val="lt1"/>
                </a:solidFill>
              </a:defRPr>
            </a:lvl4pPr>
            <a:lvl5pPr lvl="4" algn="r" rtl="0">
              <a:spcBef>
                <a:spcPts val="0"/>
              </a:spcBef>
              <a:spcAft>
                <a:spcPts val="0"/>
              </a:spcAft>
              <a:buClr>
                <a:schemeClr val="lt1"/>
              </a:buClr>
              <a:buSzPts val="1800"/>
              <a:buNone/>
              <a:defRPr>
                <a:solidFill>
                  <a:schemeClr val="lt1"/>
                </a:solidFill>
              </a:defRPr>
            </a:lvl5pPr>
            <a:lvl6pPr lvl="5" algn="r" rtl="0">
              <a:spcBef>
                <a:spcPts val="0"/>
              </a:spcBef>
              <a:spcAft>
                <a:spcPts val="0"/>
              </a:spcAft>
              <a:buClr>
                <a:schemeClr val="lt1"/>
              </a:buClr>
              <a:buSzPts val="1800"/>
              <a:buNone/>
              <a:defRPr>
                <a:solidFill>
                  <a:schemeClr val="lt1"/>
                </a:solidFill>
              </a:defRPr>
            </a:lvl6pPr>
            <a:lvl7pPr lvl="6" algn="r" rtl="0">
              <a:spcBef>
                <a:spcPts val="0"/>
              </a:spcBef>
              <a:spcAft>
                <a:spcPts val="0"/>
              </a:spcAft>
              <a:buClr>
                <a:schemeClr val="lt1"/>
              </a:buClr>
              <a:buSzPts val="1800"/>
              <a:buNone/>
              <a:defRPr>
                <a:solidFill>
                  <a:schemeClr val="lt1"/>
                </a:solidFill>
              </a:defRPr>
            </a:lvl7pPr>
            <a:lvl8pPr lvl="7" algn="r" rtl="0">
              <a:spcBef>
                <a:spcPts val="0"/>
              </a:spcBef>
              <a:spcAft>
                <a:spcPts val="0"/>
              </a:spcAft>
              <a:buClr>
                <a:schemeClr val="lt1"/>
              </a:buClr>
              <a:buSzPts val="1800"/>
              <a:buNone/>
              <a:defRPr>
                <a:solidFill>
                  <a:schemeClr val="lt1"/>
                </a:solidFill>
              </a:defRPr>
            </a:lvl8pPr>
            <a:lvl9pPr lvl="8" algn="r" rtl="0">
              <a:spcBef>
                <a:spcPts val="0"/>
              </a:spcBef>
              <a:spcAft>
                <a:spcPts val="0"/>
              </a:spcAft>
              <a:buClr>
                <a:schemeClr val="lt1"/>
              </a:buClr>
              <a:buSzPts val="1800"/>
              <a:buNone/>
              <a:defRPr>
                <a:solidFill>
                  <a:schemeClr val="lt1"/>
                </a:solidFill>
              </a:defRPr>
            </a:lvl9pPr>
          </a:lstStyle>
          <a:p/>
        </p:txBody>
      </p:sp>
      <p:sp>
        <p:nvSpPr>
          <p:cNvPr id="67" name="Google Shape;67;p1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aption">
  <p:cSld name="CAPTION_ONLY">
    <p:bg>
      <p:bgPr>
        <a:solidFill>
          <a:schemeClr val="dk1"/>
        </a:solidFill>
        <a:effectLst/>
      </p:bgPr>
    </p:bg>
    <p:spTree>
      <p:nvGrpSpPr>
        <p:cNvPr id="1" name="Shape 68"/>
        <p:cNvGrpSpPr/>
        <p:nvPr/>
      </p:nvGrpSpPr>
      <p:grpSpPr>
        <a:xfrm>
          <a:off x="0" y="0"/>
          <a:ext cx="0" cy="0"/>
          <a:chOff x="0" y="0"/>
          <a:chExt cx="0" cy="0"/>
        </a:xfrm>
      </p:grpSpPr>
      <p:pic>
        <p:nvPicPr>
          <p:cNvPr id="69" name="Google Shape;69;p11" descr="organic-04.png"/>
          <p:cNvPicPr preferRelativeResize="0"/>
          <p:nvPr/>
        </p:nvPicPr>
        <p:blipFill>
          <a:blip r:embed="rId2">
            <a:alphaModFix amt="5000"/>
          </a:blip>
          <a:stretch>
            <a:fillRect/>
          </a:stretch>
        </p:blipFill>
        <p:spPr>
          <a:xfrm>
            <a:off x="0" y="0"/>
            <a:ext cx="9144000" cy="5143500"/>
          </a:xfrm>
          <a:prstGeom prst="rect">
            <a:avLst/>
          </a:prstGeom>
          <a:noFill/>
          <a:ln>
            <a:noFill/>
          </a:ln>
        </p:spPr>
      </p:pic>
      <p:sp>
        <p:nvSpPr>
          <p:cNvPr id="70" name="Google Shape;70;p11"/>
          <p:cNvSpPr/>
          <p:nvPr/>
        </p:nvSpPr>
        <p:spPr>
          <a:xfrm>
            <a:off x="595200" y="588531"/>
            <a:ext cx="7953600" cy="3910800"/>
          </a:xfrm>
          <a:prstGeom prst="rect">
            <a:avLst/>
          </a:prstGeom>
          <a:solidFill>
            <a:srgbClr val="FFFFFF"/>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 name="Google Shape;71;p11"/>
          <p:cNvSpPr/>
          <p:nvPr/>
        </p:nvSpPr>
        <p:spPr>
          <a:xfrm>
            <a:off x="1794900" y="4199456"/>
            <a:ext cx="5554200" cy="629100"/>
          </a:xfrm>
          <a:prstGeom prst="rect">
            <a:avLst/>
          </a:prstGeom>
          <a:solidFill>
            <a:srgbClr val="ECC1C8"/>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 name="Google Shape;72;p11"/>
          <p:cNvSpPr txBox="1">
            <a:spLocks noGrp="1"/>
          </p:cNvSpPr>
          <p:nvPr>
            <p:ph type="body" idx="1"/>
          </p:nvPr>
        </p:nvSpPr>
        <p:spPr>
          <a:xfrm>
            <a:off x="1794900" y="4192781"/>
            <a:ext cx="5554200" cy="629100"/>
          </a:xfrm>
          <a:prstGeom prst="rect">
            <a:avLst/>
          </a:prstGeom>
          <a:solidFill>
            <a:schemeClr val="accent1"/>
          </a:solidFill>
        </p:spPr>
        <p:txBody>
          <a:bodyPr spcFirstLastPara="1" wrap="square" lIns="91425" tIns="91425" rIns="91425" bIns="91425" anchor="ctr" anchorCtr="0">
            <a:noAutofit/>
          </a:bodyPr>
          <a:lstStyle>
            <a:lvl1pPr marL="457200" lvl="0" indent="-228600" algn="ctr">
              <a:spcBef>
                <a:spcPts val="360"/>
              </a:spcBef>
              <a:spcAft>
                <a:spcPts val="0"/>
              </a:spcAft>
              <a:buSzPts val="1800"/>
              <a:buNone/>
              <a:defRPr sz="18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stStyle>
          <a:p/>
        </p:txBody>
      </p:sp>
      <p:sp>
        <p:nvSpPr>
          <p:cNvPr id="73" name="Google Shape;73;p11"/>
          <p:cNvSpPr txBox="1">
            <a:spLocks noGrp="1"/>
          </p:cNvSpPr>
          <p:nvPr>
            <p:ph type="sldNum" idx="12"/>
          </p:nvPr>
        </p:nvSpPr>
        <p:spPr>
          <a:xfrm>
            <a:off x="4297650" y="4749851"/>
            <a:ext cx="548700" cy="393600"/>
          </a:xfrm>
          <a:prstGeom prst="rect">
            <a:avLst/>
          </a:prstGeom>
        </p:spPr>
        <p:txBody>
          <a:bodyPr spcFirstLastPara="1" wrap="square" lIns="91425" tIns="91425" rIns="91425" bIns="91425" anchor="t" anchorCtr="0">
            <a:noAutofit/>
          </a:bodyPr>
          <a:lstStyle>
            <a:lvl1pPr lvl="0" algn="ctr" rtl="0">
              <a:buNone/>
              <a:defRPr>
                <a:latin typeface="Courant" panose="02000509030000020004" charset="0"/>
                <a:ea typeface="Courant" panose="02000509030000020004" charset="0"/>
                <a:cs typeface="Courant" panose="02000509030000020004" charset="0"/>
                <a:sym typeface="Courant" panose="02000509030000020004" charset="0"/>
              </a:defRPr>
            </a:lvl1pPr>
            <a:lvl2pPr lvl="1" algn="ctr" rtl="0">
              <a:buNone/>
              <a:defRPr>
                <a:latin typeface="Playfair Display"/>
                <a:ea typeface="Playfair Display"/>
                <a:cs typeface="Playfair Display"/>
                <a:sym typeface="Playfair Display"/>
              </a:defRPr>
            </a:lvl2pPr>
            <a:lvl3pPr lvl="2" algn="ctr" rtl="0">
              <a:buNone/>
              <a:defRPr>
                <a:latin typeface="Playfair Display"/>
                <a:ea typeface="Playfair Display"/>
                <a:cs typeface="Playfair Display"/>
                <a:sym typeface="Playfair Display"/>
              </a:defRPr>
            </a:lvl3pPr>
            <a:lvl4pPr lvl="3" algn="ctr" rtl="0">
              <a:buNone/>
              <a:defRPr>
                <a:latin typeface="Playfair Display"/>
                <a:ea typeface="Playfair Display"/>
                <a:cs typeface="Playfair Display"/>
                <a:sym typeface="Playfair Display"/>
              </a:defRPr>
            </a:lvl4pPr>
            <a:lvl5pPr lvl="4" algn="ctr" rtl="0">
              <a:buNone/>
              <a:defRPr>
                <a:latin typeface="Playfair Display"/>
                <a:ea typeface="Playfair Display"/>
                <a:cs typeface="Playfair Display"/>
                <a:sym typeface="Playfair Display"/>
              </a:defRPr>
            </a:lvl5pPr>
            <a:lvl6pPr lvl="5" algn="ctr" rtl="0">
              <a:buNone/>
              <a:defRPr>
                <a:latin typeface="Playfair Display"/>
                <a:ea typeface="Playfair Display"/>
                <a:cs typeface="Playfair Display"/>
                <a:sym typeface="Playfair Display"/>
              </a:defRPr>
            </a:lvl6pPr>
            <a:lvl7pPr lvl="6" algn="ctr" rtl="0">
              <a:buNone/>
              <a:defRPr>
                <a:latin typeface="Playfair Display"/>
                <a:ea typeface="Playfair Display"/>
                <a:cs typeface="Playfair Display"/>
                <a:sym typeface="Playfair Display"/>
              </a:defRPr>
            </a:lvl7pPr>
            <a:lvl8pPr lvl="7" algn="ctr" rtl="0">
              <a:buNone/>
              <a:defRPr>
                <a:latin typeface="Playfair Display"/>
                <a:ea typeface="Playfair Display"/>
                <a:cs typeface="Playfair Display"/>
                <a:sym typeface="Playfair Display"/>
              </a:defRPr>
            </a:lvl8pPr>
            <a:lvl9pPr lvl="8" algn="ctr" rtl="0">
              <a:buNone/>
              <a:defRPr>
                <a:latin typeface="Playfair Display"/>
                <a:ea typeface="Playfair Display"/>
                <a:cs typeface="Playfair Display"/>
                <a:sym typeface="Playfair Display"/>
              </a:defRPr>
            </a:lvl9pPr>
          </a:lstStyle>
          <a:p>
            <a:pPr marL="0" lvl="0" indent="0" algn="ct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vertical">
  <p:cSld name="BLANK">
    <p:bg>
      <p:bgPr>
        <a:solidFill>
          <a:schemeClr val="dk1"/>
        </a:solidFill>
        <a:effectLst/>
      </p:bgPr>
    </p:bg>
    <p:spTree>
      <p:nvGrpSpPr>
        <p:cNvPr id="1" name="Shape 74"/>
        <p:cNvGrpSpPr/>
        <p:nvPr/>
      </p:nvGrpSpPr>
      <p:grpSpPr>
        <a:xfrm>
          <a:off x="0" y="0"/>
          <a:ext cx="0" cy="0"/>
          <a:chOff x="0" y="0"/>
          <a:chExt cx="0" cy="0"/>
        </a:xfrm>
      </p:grpSpPr>
      <p:pic>
        <p:nvPicPr>
          <p:cNvPr id="75" name="Google Shape;75;p12" descr="organic-01.png"/>
          <p:cNvPicPr preferRelativeResize="0"/>
          <p:nvPr/>
        </p:nvPicPr>
        <p:blipFill>
          <a:blip r:embed="rId2">
            <a:alphaModFix amt="4000"/>
          </a:blip>
          <a:stretch>
            <a:fillRect/>
          </a:stretch>
        </p:blipFill>
        <p:spPr>
          <a:xfrm>
            <a:off x="0" y="0"/>
            <a:ext cx="9144000" cy="5143500"/>
          </a:xfrm>
          <a:prstGeom prst="rect">
            <a:avLst/>
          </a:prstGeom>
          <a:noFill/>
          <a:ln>
            <a:noFill/>
          </a:ln>
        </p:spPr>
      </p:pic>
      <p:sp>
        <p:nvSpPr>
          <p:cNvPr id="76" name="Google Shape;76;p1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waves">
  <p:cSld name="BLANK_1">
    <p:bg>
      <p:bgPr>
        <a:solidFill>
          <a:schemeClr val="dk1"/>
        </a:solidFill>
        <a:effectLst/>
      </p:bgPr>
    </p:bg>
    <p:spTree>
      <p:nvGrpSpPr>
        <p:cNvPr id="1" name="Shape 77"/>
        <p:cNvGrpSpPr/>
        <p:nvPr/>
      </p:nvGrpSpPr>
      <p:grpSpPr>
        <a:xfrm>
          <a:off x="0" y="0"/>
          <a:ext cx="0" cy="0"/>
          <a:chOff x="0" y="0"/>
          <a:chExt cx="0" cy="0"/>
        </a:xfrm>
      </p:grpSpPr>
      <p:pic>
        <p:nvPicPr>
          <p:cNvPr id="78" name="Google Shape;78;p13" descr="organic-02.png"/>
          <p:cNvPicPr preferRelativeResize="0"/>
          <p:nvPr/>
        </p:nvPicPr>
        <p:blipFill>
          <a:blip r:embed="rId2">
            <a:alphaModFix amt="5000"/>
          </a:blip>
          <a:stretch>
            <a:fillRect/>
          </a:stretch>
        </p:blipFill>
        <p:spPr>
          <a:xfrm>
            <a:off x="0" y="0"/>
            <a:ext cx="9144000" cy="5143500"/>
          </a:xfrm>
          <a:prstGeom prst="rect">
            <a:avLst/>
          </a:prstGeom>
          <a:noFill/>
          <a:ln>
            <a:noFill/>
          </a:ln>
        </p:spPr>
      </p:pic>
      <p:sp>
        <p:nvSpPr>
          <p:cNvPr id="79" name="Google Shape;79;p1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zigzag">
  <p:cSld name="BLANK_1_1">
    <p:bg>
      <p:bgPr>
        <a:solidFill>
          <a:schemeClr val="dk1"/>
        </a:solidFill>
        <a:effectLst/>
      </p:bgPr>
    </p:bg>
    <p:spTree>
      <p:nvGrpSpPr>
        <p:cNvPr id="1" name="Shape 80"/>
        <p:cNvGrpSpPr/>
        <p:nvPr/>
      </p:nvGrpSpPr>
      <p:grpSpPr>
        <a:xfrm>
          <a:off x="0" y="0"/>
          <a:ext cx="0" cy="0"/>
          <a:chOff x="0" y="0"/>
          <a:chExt cx="0" cy="0"/>
        </a:xfrm>
      </p:grpSpPr>
      <p:pic>
        <p:nvPicPr>
          <p:cNvPr id="81" name="Google Shape;81;p14" descr="organic-03.png"/>
          <p:cNvPicPr preferRelativeResize="0"/>
          <p:nvPr/>
        </p:nvPicPr>
        <p:blipFill>
          <a:blip r:embed="rId2">
            <a:alphaModFix amt="5000"/>
          </a:blip>
          <a:stretch>
            <a:fillRect/>
          </a:stretch>
        </p:blipFill>
        <p:spPr>
          <a:xfrm>
            <a:off x="0" y="0"/>
            <a:ext cx="9144000" cy="5143500"/>
          </a:xfrm>
          <a:prstGeom prst="rect">
            <a:avLst/>
          </a:prstGeom>
          <a:noFill/>
          <a:ln>
            <a:noFill/>
          </a:ln>
        </p:spPr>
      </p:pic>
      <p:sp>
        <p:nvSpPr>
          <p:cNvPr id="82" name="Google Shape;82;p14"/>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circles">
  <p:cSld name="BLANK_1_1_1">
    <p:bg>
      <p:bgPr>
        <a:solidFill>
          <a:schemeClr val="dk1"/>
        </a:solidFill>
        <a:effectLst/>
      </p:bgPr>
    </p:bg>
    <p:spTree>
      <p:nvGrpSpPr>
        <p:cNvPr id="1" name="Shape 83"/>
        <p:cNvGrpSpPr/>
        <p:nvPr/>
      </p:nvGrpSpPr>
      <p:grpSpPr>
        <a:xfrm>
          <a:off x="0" y="0"/>
          <a:ext cx="0" cy="0"/>
          <a:chOff x="0" y="0"/>
          <a:chExt cx="0" cy="0"/>
        </a:xfrm>
      </p:grpSpPr>
      <p:pic>
        <p:nvPicPr>
          <p:cNvPr id="84" name="Google Shape;84;p15" descr="organic-04.png"/>
          <p:cNvPicPr preferRelativeResize="0"/>
          <p:nvPr/>
        </p:nvPicPr>
        <p:blipFill>
          <a:blip r:embed="rId2">
            <a:alphaModFix amt="5000"/>
          </a:blip>
          <a:stretch>
            <a:fillRect/>
          </a:stretch>
        </p:blipFill>
        <p:spPr>
          <a:xfrm>
            <a:off x="0" y="0"/>
            <a:ext cx="9144000" cy="5143500"/>
          </a:xfrm>
          <a:prstGeom prst="rect">
            <a:avLst/>
          </a:prstGeom>
          <a:noFill/>
          <a:ln>
            <a:noFill/>
          </a:ln>
        </p:spPr>
      </p:pic>
      <p:sp>
        <p:nvSpPr>
          <p:cNvPr id="85" name="Google Shape;85;p1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5" Type="http://schemas.openxmlformats.org/officeDocument/2006/relationships/theme" Target="../theme/theme1.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3F3F3"/>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05978"/>
            <a:ext cx="8229600" cy="857400"/>
          </a:xfrm>
          <a:prstGeom prst="rect">
            <a:avLst/>
          </a:prstGeom>
          <a:noFill/>
          <a:ln>
            <a:noFill/>
          </a:ln>
        </p:spPr>
        <p:txBody>
          <a:bodyPr spcFirstLastPara="1" wrap="square" lIns="91425" tIns="91425" rIns="91425" bIns="91425" anchor="b" anchorCtr="0">
            <a:noAutofit/>
          </a:bodyPr>
          <a:lstStyle>
            <a:lvl1pPr lvl="0">
              <a:spcBef>
                <a:spcPts val="0"/>
              </a:spcBef>
              <a:spcAft>
                <a:spcPts val="0"/>
              </a:spcAft>
              <a:buClr>
                <a:schemeClr val="dk1"/>
              </a:buClr>
              <a:buSzPts val="1800"/>
              <a:buFont typeface="Playfair Display"/>
              <a:buNone/>
              <a:defRPr sz="1800" b="1" i="1">
                <a:solidFill>
                  <a:schemeClr val="dk1"/>
                </a:solidFill>
                <a:latin typeface="Playfair Display"/>
                <a:ea typeface="Playfair Display"/>
                <a:cs typeface="Playfair Display"/>
                <a:sym typeface="Playfair Display"/>
              </a:defRPr>
            </a:lvl1pPr>
            <a:lvl2pPr lvl="1">
              <a:spcBef>
                <a:spcPts val="0"/>
              </a:spcBef>
              <a:spcAft>
                <a:spcPts val="0"/>
              </a:spcAft>
              <a:buClr>
                <a:schemeClr val="dk1"/>
              </a:buClr>
              <a:buSzPts val="1800"/>
              <a:buFont typeface="Playfair Display"/>
              <a:buNone/>
              <a:defRPr sz="1800" b="1" i="1">
                <a:solidFill>
                  <a:schemeClr val="dk1"/>
                </a:solidFill>
                <a:latin typeface="Playfair Display"/>
                <a:ea typeface="Playfair Display"/>
                <a:cs typeface="Playfair Display"/>
                <a:sym typeface="Playfair Display"/>
              </a:defRPr>
            </a:lvl2pPr>
            <a:lvl3pPr lvl="2">
              <a:spcBef>
                <a:spcPts val="0"/>
              </a:spcBef>
              <a:spcAft>
                <a:spcPts val="0"/>
              </a:spcAft>
              <a:buClr>
                <a:schemeClr val="dk1"/>
              </a:buClr>
              <a:buSzPts val="1800"/>
              <a:buFont typeface="Playfair Display"/>
              <a:buNone/>
              <a:defRPr sz="1800" b="1" i="1">
                <a:solidFill>
                  <a:schemeClr val="dk1"/>
                </a:solidFill>
                <a:latin typeface="Playfair Display"/>
                <a:ea typeface="Playfair Display"/>
                <a:cs typeface="Playfair Display"/>
                <a:sym typeface="Playfair Display"/>
              </a:defRPr>
            </a:lvl3pPr>
            <a:lvl4pPr lvl="3">
              <a:spcBef>
                <a:spcPts val="0"/>
              </a:spcBef>
              <a:spcAft>
                <a:spcPts val="0"/>
              </a:spcAft>
              <a:buClr>
                <a:schemeClr val="dk1"/>
              </a:buClr>
              <a:buSzPts val="1800"/>
              <a:buFont typeface="Playfair Display"/>
              <a:buNone/>
              <a:defRPr sz="1800" b="1" i="1">
                <a:solidFill>
                  <a:schemeClr val="dk1"/>
                </a:solidFill>
                <a:latin typeface="Playfair Display"/>
                <a:ea typeface="Playfair Display"/>
                <a:cs typeface="Playfair Display"/>
                <a:sym typeface="Playfair Display"/>
              </a:defRPr>
            </a:lvl4pPr>
            <a:lvl5pPr lvl="4">
              <a:spcBef>
                <a:spcPts val="0"/>
              </a:spcBef>
              <a:spcAft>
                <a:spcPts val="0"/>
              </a:spcAft>
              <a:buClr>
                <a:schemeClr val="dk1"/>
              </a:buClr>
              <a:buSzPts val="1800"/>
              <a:buFont typeface="Playfair Display"/>
              <a:buNone/>
              <a:defRPr sz="1800" b="1" i="1">
                <a:solidFill>
                  <a:schemeClr val="dk1"/>
                </a:solidFill>
                <a:latin typeface="Playfair Display"/>
                <a:ea typeface="Playfair Display"/>
                <a:cs typeface="Playfair Display"/>
                <a:sym typeface="Playfair Display"/>
              </a:defRPr>
            </a:lvl5pPr>
            <a:lvl6pPr lvl="5">
              <a:spcBef>
                <a:spcPts val="0"/>
              </a:spcBef>
              <a:spcAft>
                <a:spcPts val="0"/>
              </a:spcAft>
              <a:buClr>
                <a:schemeClr val="dk1"/>
              </a:buClr>
              <a:buSzPts val="1800"/>
              <a:buFont typeface="Playfair Display"/>
              <a:buNone/>
              <a:defRPr sz="1800" b="1" i="1">
                <a:solidFill>
                  <a:schemeClr val="dk1"/>
                </a:solidFill>
                <a:latin typeface="Playfair Display"/>
                <a:ea typeface="Playfair Display"/>
                <a:cs typeface="Playfair Display"/>
                <a:sym typeface="Playfair Display"/>
              </a:defRPr>
            </a:lvl6pPr>
            <a:lvl7pPr lvl="6">
              <a:spcBef>
                <a:spcPts val="0"/>
              </a:spcBef>
              <a:spcAft>
                <a:spcPts val="0"/>
              </a:spcAft>
              <a:buClr>
                <a:schemeClr val="dk1"/>
              </a:buClr>
              <a:buSzPts val="1800"/>
              <a:buFont typeface="Playfair Display"/>
              <a:buNone/>
              <a:defRPr sz="1800" b="1" i="1">
                <a:solidFill>
                  <a:schemeClr val="dk1"/>
                </a:solidFill>
                <a:latin typeface="Playfair Display"/>
                <a:ea typeface="Playfair Display"/>
                <a:cs typeface="Playfair Display"/>
                <a:sym typeface="Playfair Display"/>
              </a:defRPr>
            </a:lvl7pPr>
            <a:lvl8pPr lvl="7">
              <a:spcBef>
                <a:spcPts val="0"/>
              </a:spcBef>
              <a:spcAft>
                <a:spcPts val="0"/>
              </a:spcAft>
              <a:buClr>
                <a:schemeClr val="dk1"/>
              </a:buClr>
              <a:buSzPts val="1800"/>
              <a:buFont typeface="Playfair Display"/>
              <a:buNone/>
              <a:defRPr sz="1800" b="1" i="1">
                <a:solidFill>
                  <a:schemeClr val="dk1"/>
                </a:solidFill>
                <a:latin typeface="Playfair Display"/>
                <a:ea typeface="Playfair Display"/>
                <a:cs typeface="Playfair Display"/>
                <a:sym typeface="Playfair Display"/>
              </a:defRPr>
            </a:lvl8pPr>
            <a:lvl9pPr lvl="8">
              <a:spcBef>
                <a:spcPts val="0"/>
              </a:spcBef>
              <a:spcAft>
                <a:spcPts val="0"/>
              </a:spcAft>
              <a:buClr>
                <a:schemeClr val="dk1"/>
              </a:buClr>
              <a:buSzPts val="1800"/>
              <a:buFont typeface="Playfair Display"/>
              <a:buNone/>
              <a:defRPr sz="1800" b="1" i="1">
                <a:solidFill>
                  <a:schemeClr val="dk1"/>
                </a:solidFill>
                <a:latin typeface="Playfair Display"/>
                <a:ea typeface="Playfair Display"/>
                <a:cs typeface="Playfair Display"/>
                <a:sym typeface="Playfair Display"/>
              </a:defRPr>
            </a:lvl9pPr>
          </a:lstStyle>
          <a:p/>
        </p:txBody>
      </p:sp>
      <p:sp>
        <p:nvSpPr>
          <p:cNvPr id="7" name="Google Shape;7;p1"/>
          <p:cNvSpPr txBox="1">
            <a:spLocks noGrp="1"/>
          </p:cNvSpPr>
          <p:nvPr>
            <p:ph type="body" idx="1"/>
          </p:nvPr>
        </p:nvSpPr>
        <p:spPr>
          <a:xfrm>
            <a:off x="457200" y="1200150"/>
            <a:ext cx="8229600" cy="3725700"/>
          </a:xfrm>
          <a:prstGeom prst="rect">
            <a:avLst/>
          </a:prstGeom>
          <a:noFill/>
          <a:ln>
            <a:noFill/>
          </a:ln>
        </p:spPr>
        <p:txBody>
          <a:bodyPr spcFirstLastPara="1" wrap="square" lIns="91425" tIns="91425" rIns="91425" bIns="91425" anchor="t" anchorCtr="0">
            <a:noAutofit/>
          </a:bodyPr>
          <a:lstStyle>
            <a:lvl1pPr marL="457200" lvl="0" indent="-419100">
              <a:spcBef>
                <a:spcPts val="600"/>
              </a:spcBef>
              <a:spcAft>
                <a:spcPts val="0"/>
              </a:spcAft>
              <a:buClr>
                <a:schemeClr val="dk1"/>
              </a:buClr>
              <a:buSzPts val="3000"/>
              <a:buFont typeface="Tinos" panose="02020603050405020304"/>
              <a:buChar char="▹"/>
              <a:defRPr sz="3000">
                <a:solidFill>
                  <a:schemeClr val="dk1"/>
                </a:solidFill>
                <a:latin typeface="Tinos" panose="02020603050405020304"/>
                <a:ea typeface="Tinos" panose="02020603050405020304"/>
                <a:cs typeface="Tinos" panose="02020603050405020304"/>
                <a:sym typeface="Tinos" panose="02020603050405020304"/>
              </a:defRPr>
            </a:lvl1pPr>
            <a:lvl2pPr marL="914400" lvl="1" indent="-381000">
              <a:spcBef>
                <a:spcPts val="0"/>
              </a:spcBef>
              <a:spcAft>
                <a:spcPts val="0"/>
              </a:spcAft>
              <a:buClr>
                <a:schemeClr val="dk1"/>
              </a:buClr>
              <a:buSzPts val="2400"/>
              <a:buFont typeface="Tinos" panose="02020603050405020304"/>
              <a:buChar char="▸"/>
              <a:defRPr sz="2400">
                <a:solidFill>
                  <a:schemeClr val="dk1"/>
                </a:solidFill>
                <a:latin typeface="Tinos" panose="02020603050405020304"/>
                <a:ea typeface="Tinos" panose="02020603050405020304"/>
                <a:cs typeface="Tinos" panose="02020603050405020304"/>
                <a:sym typeface="Tinos" panose="02020603050405020304"/>
              </a:defRPr>
            </a:lvl2pPr>
            <a:lvl3pPr marL="1371600" lvl="2" indent="-381000">
              <a:spcBef>
                <a:spcPts val="0"/>
              </a:spcBef>
              <a:spcAft>
                <a:spcPts val="0"/>
              </a:spcAft>
              <a:buClr>
                <a:schemeClr val="dk1"/>
              </a:buClr>
              <a:buSzPts val="2400"/>
              <a:buFont typeface="Tinos" panose="02020603050405020304"/>
              <a:buChar char="◦"/>
              <a:defRPr sz="2400">
                <a:solidFill>
                  <a:schemeClr val="dk1"/>
                </a:solidFill>
                <a:latin typeface="Tinos" panose="02020603050405020304"/>
                <a:ea typeface="Tinos" panose="02020603050405020304"/>
                <a:cs typeface="Tinos" panose="02020603050405020304"/>
                <a:sym typeface="Tinos" panose="02020603050405020304"/>
              </a:defRPr>
            </a:lvl3pPr>
            <a:lvl4pPr marL="1828800" lvl="3" indent="-342900">
              <a:spcBef>
                <a:spcPts val="0"/>
              </a:spcBef>
              <a:spcAft>
                <a:spcPts val="0"/>
              </a:spcAft>
              <a:buClr>
                <a:schemeClr val="dk1"/>
              </a:buClr>
              <a:buSzPts val="1800"/>
              <a:buFont typeface="Tinos" panose="02020603050405020304"/>
              <a:buChar char="●"/>
              <a:defRPr sz="1800">
                <a:solidFill>
                  <a:schemeClr val="dk1"/>
                </a:solidFill>
                <a:latin typeface="Tinos" panose="02020603050405020304"/>
                <a:ea typeface="Tinos" panose="02020603050405020304"/>
                <a:cs typeface="Tinos" panose="02020603050405020304"/>
                <a:sym typeface="Tinos" panose="02020603050405020304"/>
              </a:defRPr>
            </a:lvl4pPr>
            <a:lvl5pPr marL="2286000" lvl="4" indent="-342900">
              <a:spcBef>
                <a:spcPts val="0"/>
              </a:spcBef>
              <a:spcAft>
                <a:spcPts val="0"/>
              </a:spcAft>
              <a:buClr>
                <a:schemeClr val="dk1"/>
              </a:buClr>
              <a:buSzPts val="1800"/>
              <a:buFont typeface="Tinos" panose="02020603050405020304"/>
              <a:buChar char="○"/>
              <a:defRPr sz="1800">
                <a:solidFill>
                  <a:schemeClr val="dk1"/>
                </a:solidFill>
                <a:latin typeface="Tinos" panose="02020603050405020304"/>
                <a:ea typeface="Tinos" panose="02020603050405020304"/>
                <a:cs typeface="Tinos" panose="02020603050405020304"/>
                <a:sym typeface="Tinos" panose="02020603050405020304"/>
              </a:defRPr>
            </a:lvl5pPr>
            <a:lvl6pPr marL="2743200" lvl="5" indent="-342900">
              <a:spcBef>
                <a:spcPts val="0"/>
              </a:spcBef>
              <a:spcAft>
                <a:spcPts val="0"/>
              </a:spcAft>
              <a:buClr>
                <a:schemeClr val="dk1"/>
              </a:buClr>
              <a:buSzPts val="1800"/>
              <a:buFont typeface="Tinos" panose="02020603050405020304"/>
              <a:buChar char="■"/>
              <a:defRPr sz="1800">
                <a:solidFill>
                  <a:schemeClr val="dk1"/>
                </a:solidFill>
                <a:latin typeface="Tinos" panose="02020603050405020304"/>
                <a:ea typeface="Tinos" panose="02020603050405020304"/>
                <a:cs typeface="Tinos" panose="02020603050405020304"/>
                <a:sym typeface="Tinos" panose="02020603050405020304"/>
              </a:defRPr>
            </a:lvl6pPr>
            <a:lvl7pPr marL="3200400" lvl="6" indent="-342900">
              <a:spcBef>
                <a:spcPts val="0"/>
              </a:spcBef>
              <a:spcAft>
                <a:spcPts val="0"/>
              </a:spcAft>
              <a:buClr>
                <a:schemeClr val="dk1"/>
              </a:buClr>
              <a:buSzPts val="1800"/>
              <a:buFont typeface="Tinos" panose="02020603050405020304"/>
              <a:buChar char="●"/>
              <a:defRPr sz="1800">
                <a:solidFill>
                  <a:schemeClr val="dk1"/>
                </a:solidFill>
                <a:latin typeface="Tinos" panose="02020603050405020304"/>
                <a:ea typeface="Tinos" panose="02020603050405020304"/>
                <a:cs typeface="Tinos" panose="02020603050405020304"/>
                <a:sym typeface="Tinos" panose="02020603050405020304"/>
              </a:defRPr>
            </a:lvl7pPr>
            <a:lvl8pPr marL="3657600" lvl="7" indent="-342900">
              <a:spcBef>
                <a:spcPts val="0"/>
              </a:spcBef>
              <a:spcAft>
                <a:spcPts val="0"/>
              </a:spcAft>
              <a:buClr>
                <a:schemeClr val="dk1"/>
              </a:buClr>
              <a:buSzPts val="1800"/>
              <a:buFont typeface="Tinos" panose="02020603050405020304"/>
              <a:buChar char="○"/>
              <a:defRPr sz="1800">
                <a:solidFill>
                  <a:schemeClr val="dk1"/>
                </a:solidFill>
                <a:latin typeface="Tinos" panose="02020603050405020304"/>
                <a:ea typeface="Tinos" panose="02020603050405020304"/>
                <a:cs typeface="Tinos" panose="02020603050405020304"/>
                <a:sym typeface="Tinos" panose="02020603050405020304"/>
              </a:defRPr>
            </a:lvl8pPr>
            <a:lvl9pPr marL="4114800" lvl="8" indent="-342900">
              <a:spcBef>
                <a:spcPts val="0"/>
              </a:spcBef>
              <a:spcAft>
                <a:spcPts val="0"/>
              </a:spcAft>
              <a:buClr>
                <a:schemeClr val="dk1"/>
              </a:buClr>
              <a:buSzPts val="1800"/>
              <a:buFont typeface="Tinos" panose="02020603050405020304"/>
              <a:buChar char="■"/>
              <a:defRPr sz="1800">
                <a:solidFill>
                  <a:schemeClr val="dk1"/>
                </a:solidFill>
                <a:latin typeface="Tinos" panose="02020603050405020304"/>
                <a:ea typeface="Tinos" panose="02020603050405020304"/>
                <a:cs typeface="Tinos" panose="02020603050405020304"/>
                <a:sym typeface="Tinos" panose="02020603050405020304"/>
              </a:defRPr>
            </a:lvl9pPr>
          </a:lstStyle>
          <a:p/>
        </p:txBody>
      </p:sp>
      <p:sp>
        <p:nvSpPr>
          <p:cNvPr id="8" name="Google Shape;8;p1"/>
          <p:cNvSpPr txBox="1">
            <a:spLocks noGrp="1"/>
          </p:cNvSpPr>
          <p:nvPr>
            <p:ph type="sldNum" idx="12"/>
          </p:nvPr>
        </p:nvSpPr>
        <p:spPr>
          <a:xfrm>
            <a:off x="8556784" y="4749851"/>
            <a:ext cx="548700" cy="393600"/>
          </a:xfrm>
          <a:prstGeom prst="rect">
            <a:avLst/>
          </a:prstGeom>
          <a:noFill/>
          <a:ln>
            <a:noFill/>
          </a:ln>
        </p:spPr>
        <p:txBody>
          <a:bodyPr spcFirstLastPara="1" wrap="square" lIns="91425" tIns="91425" rIns="91425" bIns="91425" anchor="t" anchorCtr="0">
            <a:noAutofit/>
          </a:bodyPr>
          <a:lstStyle>
            <a:lvl1pPr lvl="0" algn="r">
              <a:buNone/>
              <a:defRPr sz="1300">
                <a:solidFill>
                  <a:schemeClr val="accent1"/>
                </a:solidFill>
                <a:latin typeface="Courant" panose="02000509030000020004" charset="0"/>
                <a:ea typeface="Courant" panose="02000509030000020004" charset="0"/>
                <a:cs typeface="Courant" panose="02000509030000020004" charset="0"/>
                <a:sym typeface="Courant" panose="02000509030000020004" charset="0"/>
              </a:defRPr>
            </a:lvl1pPr>
            <a:lvl2pPr lvl="1" algn="r">
              <a:buNone/>
              <a:defRPr sz="1300">
                <a:solidFill>
                  <a:schemeClr val="accent1"/>
                </a:solidFill>
                <a:latin typeface="Playfair Display"/>
                <a:ea typeface="Playfair Display"/>
                <a:cs typeface="Playfair Display"/>
                <a:sym typeface="Playfair Display"/>
              </a:defRPr>
            </a:lvl2pPr>
            <a:lvl3pPr lvl="2" algn="r">
              <a:buNone/>
              <a:defRPr sz="1300">
                <a:solidFill>
                  <a:schemeClr val="accent1"/>
                </a:solidFill>
                <a:latin typeface="Playfair Display"/>
                <a:ea typeface="Playfair Display"/>
                <a:cs typeface="Playfair Display"/>
                <a:sym typeface="Playfair Display"/>
              </a:defRPr>
            </a:lvl3pPr>
            <a:lvl4pPr lvl="3" algn="r">
              <a:buNone/>
              <a:defRPr sz="1300">
                <a:solidFill>
                  <a:schemeClr val="accent1"/>
                </a:solidFill>
                <a:latin typeface="Playfair Display"/>
                <a:ea typeface="Playfair Display"/>
                <a:cs typeface="Playfair Display"/>
                <a:sym typeface="Playfair Display"/>
              </a:defRPr>
            </a:lvl4pPr>
            <a:lvl5pPr lvl="4" algn="r">
              <a:buNone/>
              <a:defRPr sz="1300">
                <a:solidFill>
                  <a:schemeClr val="accent1"/>
                </a:solidFill>
                <a:latin typeface="Playfair Display"/>
                <a:ea typeface="Playfair Display"/>
                <a:cs typeface="Playfair Display"/>
                <a:sym typeface="Playfair Display"/>
              </a:defRPr>
            </a:lvl5pPr>
            <a:lvl6pPr lvl="5" algn="r">
              <a:buNone/>
              <a:defRPr sz="1300">
                <a:solidFill>
                  <a:schemeClr val="accent1"/>
                </a:solidFill>
                <a:latin typeface="Playfair Display"/>
                <a:ea typeface="Playfair Display"/>
                <a:cs typeface="Playfair Display"/>
                <a:sym typeface="Playfair Display"/>
              </a:defRPr>
            </a:lvl6pPr>
            <a:lvl7pPr lvl="6" algn="r">
              <a:buNone/>
              <a:defRPr sz="1300">
                <a:solidFill>
                  <a:schemeClr val="accent1"/>
                </a:solidFill>
                <a:latin typeface="Playfair Display"/>
                <a:ea typeface="Playfair Display"/>
                <a:cs typeface="Playfair Display"/>
                <a:sym typeface="Playfair Display"/>
              </a:defRPr>
            </a:lvl7pPr>
            <a:lvl8pPr lvl="7" algn="r">
              <a:buNone/>
              <a:defRPr sz="1300">
                <a:solidFill>
                  <a:schemeClr val="accent1"/>
                </a:solidFill>
                <a:latin typeface="Playfair Display"/>
                <a:ea typeface="Playfair Display"/>
                <a:cs typeface="Playfair Display"/>
                <a:sym typeface="Playfair Display"/>
              </a:defRPr>
            </a:lvl8pPr>
            <a:lvl9pPr lvl="8" algn="r">
              <a:buNone/>
              <a:defRPr sz="1300">
                <a:solidFill>
                  <a:schemeClr val="accent1"/>
                </a:solidFill>
                <a:latin typeface="Playfair Display"/>
                <a:ea typeface="Playfair Display"/>
                <a:cs typeface="Playfair Display"/>
                <a:sym typeface="Playfair Display"/>
              </a:defRPr>
            </a:lvl9pPr>
          </a:lstStyle>
          <a:p>
            <a:pPr marL="0" lvl="0" indent="0" algn="r" rtl="0">
              <a:spcBef>
                <a:spcPts val="0"/>
              </a:spcBef>
              <a:spcAft>
                <a:spcPts val="0"/>
              </a:spcAft>
              <a:buNone/>
            </a:pPr>
            <a:fld id="{00000000-1234-1234-1234-123412341234}" type="slidenum">
              <a:rPr lang="en-GB"/>
            </a:fld>
            <a:endParaRPr lang="en-GB"/>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mc:AlternateContent xmlns:mc="http://schemas.openxmlformats.org/markup-compatibility/2006">
    <mc:Choice xmlns:p14="http://schemas.microsoft.com/office/powerpoint/2010/main" Requires="p14">
      <p:transition p14:dur="500">
        <p:wipe/>
      </p:transition>
    </mc:Choice>
    <mc:Fallback>
      <p:transition>
        <p:wipe/>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Courant" panose="02000509030000020004" charset="0"/>
          <a:ea typeface="Courant" panose="02000509030000020004" charset="0"/>
          <a:cs typeface="Courant" panose="02000509030000020004" charset="0"/>
          <a:sym typeface="Courant" panose="02000509030000020004" charset="0"/>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6" Type="http://schemas.openxmlformats.org/officeDocument/2006/relationships/notesSlide" Target="../notesSlides/notesSlide3.xml"/><Relationship Id="rId5" Type="http://schemas.openxmlformats.org/officeDocument/2006/relationships/slideLayout" Target="../slideLayouts/slideLayout9.xml"/><Relationship Id="rId4" Type="http://schemas.openxmlformats.org/officeDocument/2006/relationships/image" Target="../media/image8.jpeg"/><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5.xml"/><Relationship Id="rId1" Type="http://schemas.openxmlformats.org/officeDocument/2006/relationships/image" Target="../media/image9.jpe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2.xml"/><Relationship Id="rId2" Type="http://schemas.openxmlformats.org/officeDocument/2006/relationships/image" Target="../media/image11.jpeg"/><Relationship Id="rId1" Type="http://schemas.openxmlformats.org/officeDocument/2006/relationships/image" Target="../media/image10.jpe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9.xml"/><Relationship Id="rId2" Type="http://schemas.openxmlformats.org/officeDocument/2006/relationships/image" Target="../media/image13.png"/><Relationship Id="rId1"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4.xml"/><Relationship Id="rId1"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9.xml"/><Relationship Id="rId1"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4.xml"/><Relationship Id="rId1" Type="http://schemas.openxmlformats.org/officeDocument/2006/relationships/image" Target="../media/image16.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17.png"/></Relationships>
</file>

<file path=ppt/slides/_rels/slide15.xml.rels><?xml version="1.0" encoding="UTF-8" standalone="yes"?>
<Relationships xmlns="http://schemas.openxmlformats.org/package/2006/relationships"><Relationship Id="rId9" Type="http://schemas.openxmlformats.org/officeDocument/2006/relationships/notesSlide" Target="../notesSlides/notesSlide14.xml"/><Relationship Id="rId8" Type="http://schemas.openxmlformats.org/officeDocument/2006/relationships/slideLayout" Target="../slideLayouts/slideLayout11.xml"/><Relationship Id="rId7" Type="http://schemas.openxmlformats.org/officeDocument/2006/relationships/image" Target="../media/image24.png"/><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image" Target="../media/image18.png"/></Relationships>
</file>

<file path=ppt/slides/_rels/slide16.xml.rels><?xml version="1.0" encoding="UTF-8" standalone="yes"?>
<Relationships xmlns="http://schemas.openxmlformats.org/package/2006/relationships"><Relationship Id="rId9" Type="http://schemas.openxmlformats.org/officeDocument/2006/relationships/notesSlide" Target="../notesSlides/notesSlide15.xml"/><Relationship Id="rId8" Type="http://schemas.openxmlformats.org/officeDocument/2006/relationships/slideLayout" Target="../slideLayouts/slideLayout11.xml"/><Relationship Id="rId7" Type="http://schemas.openxmlformats.org/officeDocument/2006/relationships/image" Target="../media/image31.png"/><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0.xml"/><Relationship Id="rId1" Type="http://schemas.openxmlformats.org/officeDocument/2006/relationships/image" Target="../media/image32.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0.xml"/><Relationship Id="rId1" Type="http://schemas.openxmlformats.org/officeDocument/2006/relationships/image" Target="../media/image3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6.xml"/><Relationship Id="rId1" Type="http://schemas.openxmlformats.org/officeDocument/2006/relationships/image" Target="../media/image34.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0.xml"/><Relationship Id="rId1" Type="http://schemas.openxmlformats.org/officeDocument/2006/relationships/image" Target="../media/image35.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10.xml"/><Relationship Id="rId1" Type="http://schemas.openxmlformats.org/officeDocument/2006/relationships/image" Target="../media/image36.png"/></Relationships>
</file>

<file path=ppt/slides/_rels/slide26.xml.rels><?xml version="1.0" encoding="UTF-8" standalone="yes"?>
<Relationships xmlns="http://schemas.openxmlformats.org/package/2006/relationships"><Relationship Id="rId6" Type="http://schemas.openxmlformats.org/officeDocument/2006/relationships/notesSlide" Target="../notesSlides/notesSlide25.xml"/><Relationship Id="rId5" Type="http://schemas.openxmlformats.org/officeDocument/2006/relationships/slideLayout" Target="../slideLayouts/slideLayout6.xml"/><Relationship Id="rId4" Type="http://schemas.openxmlformats.org/officeDocument/2006/relationships/image" Target="../media/image37.png"/><Relationship Id="rId3" Type="http://schemas.openxmlformats.org/officeDocument/2006/relationships/hyperlink" Target="http://www.slidescarnival.com/copyright-and-legal-information" TargetMode="External"/><Relationship Id="rId2" Type="http://schemas.openxmlformats.org/officeDocument/2006/relationships/hyperlink" Target="http://www.slidescarnival.com/help-use-presentation-template" TargetMode="External"/><Relationship Id="rId1" Type="http://schemas.openxmlformats.org/officeDocument/2006/relationships/slide" Target="slide1.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9.xml"/><Relationship Id="rId1" Type="http://schemas.openxmlformats.org/officeDocument/2006/relationships/image" Target="../media/image38.pn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8.xml"/><Relationship Id="rId1" Type="http://schemas.openxmlformats.org/officeDocument/2006/relationships/image" Target="../media/image39.png"/></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10.xml"/><Relationship Id="rId1" Type="http://schemas.openxmlformats.org/officeDocument/2006/relationships/image" Target="../media/image40.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41.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42.png"/></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image" Target="../media/image44.png"/><Relationship Id="rId1" Type="http://schemas.openxmlformats.org/officeDocument/2006/relationships/image" Target="../media/image43.png"/></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14.xml"/><Relationship Id="rId1" Type="http://schemas.openxmlformats.org/officeDocument/2006/relationships/image" Target="../media/image45.png"/></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46.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9" Type="http://schemas.openxmlformats.org/officeDocument/2006/relationships/diagramColors" Target="../diagrams/colors2.xml"/><Relationship Id="rId8" Type="http://schemas.openxmlformats.org/officeDocument/2006/relationships/diagramQuickStyle" Target="../diagrams/quickStyle2.xml"/><Relationship Id="rId7" Type="http://schemas.openxmlformats.org/officeDocument/2006/relationships/diagramLayout" Target="../diagrams/layout2.xml"/><Relationship Id="rId6" Type="http://schemas.openxmlformats.org/officeDocument/2006/relationships/diagramData" Target="../diagrams/data2.xml"/><Relationship Id="rId5" Type="http://schemas.microsoft.com/office/2007/relationships/diagramDrawing" Target="../diagrams/drawing1.xml"/><Relationship Id="rId4" Type="http://schemas.openxmlformats.org/officeDocument/2006/relationships/diagramColors" Target="../diagrams/colors1.xml"/><Relationship Id="rId3" Type="http://schemas.openxmlformats.org/officeDocument/2006/relationships/diagramQuickStyle" Target="../diagrams/quickStyle1.xml"/><Relationship Id="rId2" Type="http://schemas.openxmlformats.org/officeDocument/2006/relationships/diagramLayout" Target="../diagrams/layout1.xml"/><Relationship Id="rId12" Type="http://schemas.openxmlformats.org/officeDocument/2006/relationships/notesSlide" Target="../notesSlides/notesSlide31.xml"/><Relationship Id="rId11" Type="http://schemas.openxmlformats.org/officeDocument/2006/relationships/slideLayout" Target="../slideLayouts/slideLayout4.xml"/><Relationship Id="rId10" Type="http://schemas.microsoft.com/office/2007/relationships/diagramDrawing" Target="../diagrams/drawing2.xml"/><Relationship Id="rId1" Type="http://schemas.openxmlformats.org/officeDocument/2006/relationships/diagramData" Target="../diagrams/data1.xml"/></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10.xml"/><Relationship Id="rId1" Type="http://schemas.openxmlformats.org/officeDocument/2006/relationships/image" Target="../media/image47.png"/></Relationships>
</file>

<file path=ppt/slides/_rels/slide39.xml.rels><?xml version="1.0" encoding="UTF-8" standalone="yes"?>
<Relationships xmlns="http://schemas.openxmlformats.org/package/2006/relationships"><Relationship Id="rId4" Type="http://schemas.openxmlformats.org/officeDocument/2006/relationships/notesSlide" Target="../notesSlides/notesSlide32.xml"/><Relationship Id="rId3" Type="http://schemas.openxmlformats.org/officeDocument/2006/relationships/slideLayout" Target="../slideLayouts/slideLayout9.xml"/><Relationship Id="rId2" Type="http://schemas.openxmlformats.org/officeDocument/2006/relationships/image" Target="../media/image49.png"/><Relationship Id="rId1" Type="http://schemas.openxmlformats.org/officeDocument/2006/relationships/image" Target="../media/image48.png"/></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10.xml"/><Relationship Id="rId1"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9.xml"/><Relationship Id="rId1" Type="http://schemas.openxmlformats.org/officeDocument/2006/relationships/image" Target="../media/image51.png"/></Relationships>
</file>

<file path=ppt/slides/_rels/slide42.xml.rels><?xml version="1.0" encoding="UTF-8" standalone="yes"?>
<Relationships xmlns="http://schemas.openxmlformats.org/package/2006/relationships"><Relationship Id="rId6" Type="http://schemas.openxmlformats.org/officeDocument/2006/relationships/notesSlide" Target="../notesSlides/notesSlide34.xml"/><Relationship Id="rId5" Type="http://schemas.openxmlformats.org/officeDocument/2006/relationships/slideLayout" Target="../slideLayouts/slideLayout9.xml"/><Relationship Id="rId4" Type="http://schemas.openxmlformats.org/officeDocument/2006/relationships/image" Target="../media/image55.png"/><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image" Target="../media/image52.png"/></Relationships>
</file>

<file path=ppt/slides/_rels/slide43.xml.rels><?xml version="1.0" encoding="UTF-8" standalone="yes"?>
<Relationships xmlns="http://schemas.openxmlformats.org/package/2006/relationships"><Relationship Id="rId2" Type="http://schemas.openxmlformats.org/officeDocument/2006/relationships/slideLayout" Target="../slideLayouts/slideLayout10.xml"/><Relationship Id="rId1"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9.xml"/><Relationship Id="rId1" Type="http://schemas.openxmlformats.org/officeDocument/2006/relationships/image" Target="../media/image57.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12.xml"/><Relationship Id="rId1" Type="http://schemas.openxmlformats.org/officeDocument/2006/relationships/image" Target="../media/image5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slideLayout" Target="../slideLayouts/slideLayout10.xml"/><Relationship Id="rId1" Type="http://schemas.openxmlformats.org/officeDocument/2006/relationships/image" Target="../media/image59.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9.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14.xml"/><Relationship Id="rId1" Type="http://schemas.openxmlformats.org/officeDocument/2006/relationships/image" Target="../media/image60.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89" name="Shape 89"/>
        <p:cNvGrpSpPr/>
        <p:nvPr/>
      </p:nvGrpSpPr>
      <p:grpSpPr>
        <a:xfrm>
          <a:off x="0" y="0"/>
          <a:ext cx="0" cy="0"/>
          <a:chOff x="0" y="0"/>
          <a:chExt cx="0" cy="0"/>
        </a:xfrm>
      </p:grpSpPr>
      <p:sp>
        <p:nvSpPr>
          <p:cNvPr id="90" name="Google Shape;90;p16"/>
          <p:cNvSpPr txBox="1"/>
          <p:nvPr>
            <p:ph type="ctrTitle"/>
          </p:nvPr>
        </p:nvSpPr>
        <p:spPr>
          <a:xfrm>
            <a:off x="2510400" y="2092225"/>
            <a:ext cx="4123200" cy="1159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GB">
                <a:solidFill>
                  <a:schemeClr val="tx1"/>
                </a:solidFill>
                <a:effectLst>
                  <a:outerShdw blurRad="38100" dist="19050" dir="2700000" algn="tl" rotWithShape="0">
                    <a:schemeClr val="dk1">
                      <a:alpha val="40000"/>
                    </a:schemeClr>
                  </a:outerShdw>
                </a:effectLst>
                <a:latin typeface="Times New Roman" panose="02020603050405020304" charset="0"/>
                <a:cs typeface="Times New Roman" panose="02020603050405020304" charset="0"/>
              </a:rPr>
              <a:t>THỰC HÀNH TÍNH TOÁN</a:t>
            </a:r>
            <a:endParaRPr lang="en-US" altLang="en-GB">
              <a:solidFill>
                <a:schemeClr val="tx1"/>
              </a:solidFill>
              <a:effectLst>
                <a:outerShdw blurRad="38100" dist="19050" dir="2700000" algn="tl" rotWithShape="0">
                  <a:schemeClr val="dk1">
                    <a:alpha val="40000"/>
                  </a:schemeClr>
                </a:outerShdw>
              </a:effectLst>
              <a:latin typeface="Times New Roman" panose="02020603050405020304" charset="0"/>
              <a:cs typeface="Times New Roman" panose="02020603050405020304" charset="0"/>
            </a:endParaRPr>
          </a:p>
        </p:txBody>
      </p:sp>
      <p:grpSp>
        <p:nvGrpSpPr>
          <p:cNvPr id="91" name="Google Shape;91;p16"/>
          <p:cNvGrpSpPr/>
          <p:nvPr/>
        </p:nvGrpSpPr>
        <p:grpSpPr>
          <a:xfrm>
            <a:off x="4388765" y="980127"/>
            <a:ext cx="366458" cy="366437"/>
            <a:chOff x="1923675" y="1633650"/>
            <a:chExt cx="436000" cy="435975"/>
          </a:xfrm>
        </p:grpSpPr>
        <p:sp>
          <p:nvSpPr>
            <p:cNvPr id="92" name="Google Shape;92;p16"/>
            <p:cNvSpPr/>
            <p:nvPr/>
          </p:nvSpPr>
          <p:spPr>
            <a:xfrm>
              <a:off x="2209250" y="1633650"/>
              <a:ext cx="150425" cy="150425"/>
            </a:xfrm>
            <a:custGeom>
              <a:avLst/>
              <a:gdLst/>
              <a:ahLst/>
              <a:cxnLst/>
              <a:rect l="l" t="t" r="r" b="b"/>
              <a:pathLst>
                <a:path w="6017" h="6017" fill="none" extrusionOk="0">
                  <a:moveTo>
                    <a:pt x="5846" y="3605"/>
                  </a:moveTo>
                  <a:lnTo>
                    <a:pt x="2412" y="171"/>
                  </a:lnTo>
                  <a:lnTo>
                    <a:pt x="2412" y="171"/>
                  </a:lnTo>
                  <a:lnTo>
                    <a:pt x="2314" y="98"/>
                  </a:lnTo>
                  <a:lnTo>
                    <a:pt x="2217" y="49"/>
                  </a:lnTo>
                  <a:lnTo>
                    <a:pt x="2095" y="25"/>
                  </a:lnTo>
                  <a:lnTo>
                    <a:pt x="1997" y="1"/>
                  </a:lnTo>
                  <a:lnTo>
                    <a:pt x="1876" y="25"/>
                  </a:lnTo>
                  <a:lnTo>
                    <a:pt x="1778" y="49"/>
                  </a:lnTo>
                  <a:lnTo>
                    <a:pt x="1681" y="98"/>
                  </a:lnTo>
                  <a:lnTo>
                    <a:pt x="1583" y="171"/>
                  </a:lnTo>
                  <a:lnTo>
                    <a:pt x="0" y="1778"/>
                  </a:lnTo>
                  <a:lnTo>
                    <a:pt x="4238" y="6016"/>
                  </a:lnTo>
                  <a:lnTo>
                    <a:pt x="5846" y="4433"/>
                  </a:lnTo>
                  <a:lnTo>
                    <a:pt x="5846" y="4433"/>
                  </a:lnTo>
                  <a:lnTo>
                    <a:pt x="5919" y="4336"/>
                  </a:lnTo>
                  <a:lnTo>
                    <a:pt x="5967" y="4238"/>
                  </a:lnTo>
                  <a:lnTo>
                    <a:pt x="5992" y="4141"/>
                  </a:lnTo>
                  <a:lnTo>
                    <a:pt x="6016" y="4019"/>
                  </a:lnTo>
                  <a:lnTo>
                    <a:pt x="5992" y="3922"/>
                  </a:lnTo>
                  <a:lnTo>
                    <a:pt x="5967" y="3800"/>
                  </a:lnTo>
                  <a:lnTo>
                    <a:pt x="5919" y="3703"/>
                  </a:lnTo>
                  <a:lnTo>
                    <a:pt x="5846" y="3605"/>
                  </a:lnTo>
                  <a:lnTo>
                    <a:pt x="5846" y="3605"/>
                  </a:lnTo>
                  <a:close/>
                </a:path>
              </a:pathLst>
            </a:custGeom>
            <a:noFill/>
            <a:ln w="12175" cap="rnd"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 name="Google Shape;93;p16"/>
            <p:cNvSpPr/>
            <p:nvPr/>
          </p:nvSpPr>
          <p:spPr>
            <a:xfrm>
              <a:off x="2019900" y="1757250"/>
              <a:ext cx="261825" cy="261850"/>
            </a:xfrm>
            <a:custGeom>
              <a:avLst/>
              <a:gdLst/>
              <a:ahLst/>
              <a:cxnLst/>
              <a:rect l="l" t="t" r="r" b="b"/>
              <a:pathLst>
                <a:path w="10473" h="10474" fill="none" extrusionOk="0">
                  <a:moveTo>
                    <a:pt x="10473" y="1"/>
                  </a:moveTo>
                  <a:lnTo>
                    <a:pt x="0" y="10473"/>
                  </a:lnTo>
                </a:path>
              </a:pathLst>
            </a:custGeom>
            <a:noFill/>
            <a:ln w="12175" cap="rnd"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 name="Google Shape;94;p16"/>
            <p:cNvSpPr/>
            <p:nvPr/>
          </p:nvSpPr>
          <p:spPr>
            <a:xfrm>
              <a:off x="1923675" y="1681150"/>
              <a:ext cx="388500" cy="388475"/>
            </a:xfrm>
            <a:custGeom>
              <a:avLst/>
              <a:gdLst/>
              <a:ahLst/>
              <a:cxnLst/>
              <a:rect l="l" t="t" r="r" b="b"/>
              <a:pathLst>
                <a:path w="15540" h="15539" fill="none" extrusionOk="0">
                  <a:moveTo>
                    <a:pt x="11277" y="0"/>
                  </a:moveTo>
                  <a:lnTo>
                    <a:pt x="756" y="10546"/>
                  </a:lnTo>
                  <a:lnTo>
                    <a:pt x="756" y="10546"/>
                  </a:lnTo>
                  <a:lnTo>
                    <a:pt x="683" y="10619"/>
                  </a:lnTo>
                  <a:lnTo>
                    <a:pt x="634" y="10692"/>
                  </a:lnTo>
                  <a:lnTo>
                    <a:pt x="610" y="10765"/>
                  </a:lnTo>
                  <a:lnTo>
                    <a:pt x="585" y="10863"/>
                  </a:lnTo>
                  <a:lnTo>
                    <a:pt x="1" y="14881"/>
                  </a:lnTo>
                  <a:lnTo>
                    <a:pt x="1" y="14881"/>
                  </a:lnTo>
                  <a:lnTo>
                    <a:pt x="1" y="15003"/>
                  </a:lnTo>
                  <a:lnTo>
                    <a:pt x="25" y="15149"/>
                  </a:lnTo>
                  <a:lnTo>
                    <a:pt x="98" y="15271"/>
                  </a:lnTo>
                  <a:lnTo>
                    <a:pt x="171" y="15368"/>
                  </a:lnTo>
                  <a:lnTo>
                    <a:pt x="171" y="15368"/>
                  </a:lnTo>
                  <a:lnTo>
                    <a:pt x="269" y="15441"/>
                  </a:lnTo>
                  <a:lnTo>
                    <a:pt x="366" y="15490"/>
                  </a:lnTo>
                  <a:lnTo>
                    <a:pt x="464" y="15514"/>
                  </a:lnTo>
                  <a:lnTo>
                    <a:pt x="585" y="15539"/>
                  </a:lnTo>
                  <a:lnTo>
                    <a:pt x="585" y="15539"/>
                  </a:lnTo>
                  <a:lnTo>
                    <a:pt x="659" y="15539"/>
                  </a:lnTo>
                  <a:lnTo>
                    <a:pt x="4677" y="14954"/>
                  </a:lnTo>
                  <a:lnTo>
                    <a:pt x="4677" y="14954"/>
                  </a:lnTo>
                  <a:lnTo>
                    <a:pt x="4848" y="14905"/>
                  </a:lnTo>
                  <a:lnTo>
                    <a:pt x="4921" y="14857"/>
                  </a:lnTo>
                  <a:lnTo>
                    <a:pt x="4994" y="14784"/>
                  </a:lnTo>
                  <a:lnTo>
                    <a:pt x="15539" y="4262"/>
                  </a:lnTo>
                </a:path>
              </a:pathLst>
            </a:custGeom>
            <a:noFill/>
            <a:ln w="12175" cap="rnd"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 name="Google Shape;95;p16"/>
            <p:cNvSpPr/>
            <p:nvPr/>
          </p:nvSpPr>
          <p:spPr>
            <a:xfrm>
              <a:off x="1974225" y="1711575"/>
              <a:ext cx="261825" cy="261850"/>
            </a:xfrm>
            <a:custGeom>
              <a:avLst/>
              <a:gdLst/>
              <a:ahLst/>
              <a:cxnLst/>
              <a:rect l="l" t="t" r="r" b="b"/>
              <a:pathLst>
                <a:path w="10473" h="10474" fill="none" extrusionOk="0">
                  <a:moveTo>
                    <a:pt x="0" y="10474"/>
                  </a:moveTo>
                  <a:lnTo>
                    <a:pt x="10473" y="1"/>
                  </a:lnTo>
                </a:path>
              </a:pathLst>
            </a:custGeom>
            <a:noFill/>
            <a:ln w="12175" cap="rnd"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 name="Google Shape;96;p16"/>
            <p:cNvSpPr/>
            <p:nvPr/>
          </p:nvSpPr>
          <p:spPr>
            <a:xfrm>
              <a:off x="1934650" y="2014200"/>
              <a:ext cx="44475" cy="44475"/>
            </a:xfrm>
            <a:custGeom>
              <a:avLst/>
              <a:gdLst/>
              <a:ahLst/>
              <a:cxnLst/>
              <a:rect l="l" t="t" r="r" b="b"/>
              <a:pathLst>
                <a:path w="1779" h="1779" fill="none" extrusionOk="0">
                  <a:moveTo>
                    <a:pt x="1778" y="1778"/>
                  </a:moveTo>
                  <a:lnTo>
                    <a:pt x="0" y="0"/>
                  </a:lnTo>
                </a:path>
              </a:pathLst>
            </a:custGeom>
            <a:noFill/>
            <a:ln w="12175" cap="rnd"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 name="Google Shape;97;p16"/>
            <p:cNvSpPr/>
            <p:nvPr/>
          </p:nvSpPr>
          <p:spPr>
            <a:xfrm>
              <a:off x="1944375" y="1947225"/>
              <a:ext cx="101725" cy="101700"/>
            </a:xfrm>
            <a:custGeom>
              <a:avLst/>
              <a:gdLst/>
              <a:ahLst/>
              <a:cxnLst/>
              <a:rect l="l" t="t" r="r" b="b"/>
              <a:pathLst>
                <a:path w="4069" h="4068" fill="none" extrusionOk="0">
                  <a:moveTo>
                    <a:pt x="1" y="49"/>
                  </a:moveTo>
                  <a:lnTo>
                    <a:pt x="1" y="49"/>
                  </a:lnTo>
                  <a:lnTo>
                    <a:pt x="25" y="0"/>
                  </a:lnTo>
                  <a:lnTo>
                    <a:pt x="25" y="0"/>
                  </a:lnTo>
                  <a:lnTo>
                    <a:pt x="4068" y="4043"/>
                  </a:lnTo>
                  <a:lnTo>
                    <a:pt x="4068" y="4043"/>
                  </a:lnTo>
                  <a:lnTo>
                    <a:pt x="4068" y="4043"/>
                  </a:lnTo>
                  <a:lnTo>
                    <a:pt x="4020" y="4068"/>
                  </a:lnTo>
                </a:path>
              </a:pathLst>
            </a:custGeom>
            <a:noFill/>
            <a:ln w="12175" cap="rnd"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10" name="Shape 110"/>
        <p:cNvGrpSpPr/>
        <p:nvPr/>
      </p:nvGrpSpPr>
      <p:grpSpPr>
        <a:xfrm>
          <a:off x="0" y="0"/>
          <a:ext cx="0" cy="0"/>
          <a:chOff x="0" y="0"/>
          <a:chExt cx="0" cy="0"/>
        </a:xfrm>
      </p:grpSpPr>
      <p:sp>
        <p:nvSpPr>
          <p:cNvPr id="111" name="Google Shape;111;p18"/>
          <p:cNvSpPr txBox="1"/>
          <p:nvPr>
            <p:ph type="ctrTitle" idx="4294967295"/>
          </p:nvPr>
        </p:nvSpPr>
        <p:spPr>
          <a:xfrm>
            <a:off x="683895" y="411676"/>
            <a:ext cx="7772400" cy="960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sz="4800">
                <a:ln w="22225">
                  <a:solidFill>
                    <a:schemeClr val="accent2"/>
                  </a:solidFill>
                  <a:prstDash val="solid"/>
                </a:ln>
                <a:solidFill>
                  <a:schemeClr val="accent2">
                    <a:lumMod val="40000"/>
                    <a:lumOff val="60000"/>
                  </a:schemeClr>
                </a:solidFill>
                <a:effectLst/>
                <a:latin typeface="MaplePi" panose="02000500070000020004" charset="0"/>
                <a:cs typeface="MaplePi" panose="02000500070000020004" charset="0"/>
              </a:rPr>
              <a:t>TEAM 12</a:t>
            </a:r>
            <a:endParaRPr lang="en-US" sz="4800">
              <a:ln w="22225">
                <a:solidFill>
                  <a:schemeClr val="accent2"/>
                </a:solidFill>
                <a:prstDash val="solid"/>
              </a:ln>
              <a:solidFill>
                <a:schemeClr val="accent2">
                  <a:lumMod val="40000"/>
                  <a:lumOff val="60000"/>
                </a:schemeClr>
              </a:solidFill>
              <a:effectLst/>
              <a:latin typeface="MaplePi" panose="02000500070000020004" charset="0"/>
              <a:cs typeface="MaplePi" panose="02000500070000020004" charset="0"/>
            </a:endParaRPr>
          </a:p>
        </p:txBody>
      </p:sp>
      <p:sp>
        <p:nvSpPr>
          <p:cNvPr id="112" name="Google Shape;112;p18"/>
          <p:cNvSpPr txBox="1"/>
          <p:nvPr>
            <p:ph type="subTitle" idx="4294967295"/>
          </p:nvPr>
        </p:nvSpPr>
        <p:spPr>
          <a:xfrm>
            <a:off x="685800" y="1851660"/>
            <a:ext cx="7772400" cy="2734310"/>
          </a:xfrm>
          <a:prstGeom prst="rect">
            <a:avLst/>
          </a:prstGeom>
        </p:spPr>
        <p:txBody>
          <a:bodyPr spcFirstLastPara="1" wrap="square" lIns="91425" tIns="91425" rIns="91425" bIns="91425" anchor="t" anchorCtr="0">
            <a:noAutofit/>
          </a:bodyPr>
          <a:lstStyle/>
          <a:p>
            <a:pPr marL="0" lvl="0" indent="0" algn="ctr" rtl="0">
              <a:spcBef>
                <a:spcPts val="600"/>
              </a:spcBef>
              <a:spcAft>
                <a:spcPts val="0"/>
              </a:spcAft>
              <a:buNone/>
            </a:pPr>
            <a:r>
              <a:rPr lang="en-US" sz="4000" b="1">
                <a:solidFill>
                  <a:schemeClr val="accent1"/>
                </a:solidFill>
                <a:latin typeface="Times New Roman" panose="02020603050405020304" charset="0"/>
                <a:cs typeface="Times New Roman" panose="02020603050405020304" charset="0"/>
              </a:rPr>
              <a:t>DATA ANALYSIS - DRIVEN MARKETING</a:t>
            </a:r>
            <a:endParaRPr sz="3600" b="1">
              <a:solidFill>
                <a:schemeClr val="accent1"/>
              </a:solidFill>
              <a:latin typeface="Times New Roman" panose="02020603050405020304" charset="0"/>
              <a:cs typeface="Times New Roman" panose="02020603050405020304" charset="0"/>
            </a:endParaRPr>
          </a:p>
          <a:p>
            <a:pPr marL="0" lvl="0" indent="0" algn="ctr" rtl="0">
              <a:spcBef>
                <a:spcPts val="600"/>
              </a:spcBef>
              <a:spcAft>
                <a:spcPts val="0"/>
              </a:spcAft>
              <a:buNone/>
            </a:pPr>
            <a:endParaRPr sz="1800">
              <a:solidFill>
                <a:srgbClr val="FFFFFF"/>
              </a:solidFill>
            </a:endParaRPr>
          </a:p>
          <a:p>
            <a:pPr marL="342900" lvl="0" indent="-342900" algn="l" rtl="0">
              <a:spcBef>
                <a:spcPts val="600"/>
              </a:spcBef>
              <a:spcAft>
                <a:spcPts val="0"/>
              </a:spcAft>
              <a:buClr>
                <a:schemeClr val="dk1"/>
              </a:buClr>
              <a:buSzPts val="1100"/>
              <a:buFont typeface="Courant" panose="02000509030000020004" charset="0"/>
              <a:buAutoNum type="arabicPeriod"/>
            </a:pPr>
            <a:r>
              <a:rPr lang="en-US" altLang="en-GB" sz="1800">
                <a:solidFill>
                  <a:srgbClr val="FFFFFF"/>
                </a:solidFill>
              </a:rPr>
              <a:t>			</a:t>
            </a:r>
            <a:r>
              <a:rPr lang="en-US" altLang="en-GB" sz="2000">
                <a:solidFill>
                  <a:srgbClr val="FFFFFF"/>
                </a:solidFill>
                <a:latin typeface="Times New Roman" panose="02020603050405020304" charset="0"/>
                <a:cs typeface="Times New Roman" panose="02020603050405020304" charset="0"/>
              </a:rPr>
              <a:t>GV Hướng dẫn: 	</a:t>
            </a:r>
            <a:r>
              <a:rPr lang="en-US" altLang="en-GB" sz="2000" b="1">
                <a:solidFill>
                  <a:srgbClr val="FFFFFF"/>
                </a:solidFill>
                <a:latin typeface="Times New Roman" panose="02020603050405020304" charset="0"/>
                <a:cs typeface="Times New Roman" panose="02020603050405020304" charset="0"/>
              </a:rPr>
              <a:t>TS. Nguyễn Văn Tăng</a:t>
            </a:r>
            <a:endParaRPr lang="en-US" altLang="en-GB" sz="2000" b="1">
              <a:solidFill>
                <a:srgbClr val="FFFFFF"/>
              </a:solidFill>
              <a:latin typeface="Times New Roman" panose="02020603050405020304" charset="0"/>
              <a:cs typeface="Times New Roman" panose="02020603050405020304" charset="0"/>
            </a:endParaRPr>
          </a:p>
          <a:p>
            <a:pPr marL="0" lvl="0" indent="0" algn="l" rtl="0">
              <a:spcBef>
                <a:spcPts val="600"/>
              </a:spcBef>
              <a:spcAft>
                <a:spcPts val="0"/>
              </a:spcAft>
              <a:buClr>
                <a:schemeClr val="dk1"/>
              </a:buClr>
              <a:buSzPts val="1100"/>
              <a:buFont typeface="Courant" panose="02000509030000020004" charset="0"/>
              <a:buNone/>
            </a:pPr>
            <a:r>
              <a:rPr lang="en-US" sz="2000" b="1">
                <a:solidFill>
                  <a:srgbClr val="FFFFFF"/>
                </a:solidFill>
                <a:latin typeface="Times New Roman" panose="02020603050405020304" charset="0"/>
                <a:cs typeface="Times New Roman" panose="02020603050405020304" charset="0"/>
              </a:rPr>
              <a:t>					GV. Nguyễn Thị Kim Cúc</a:t>
            </a:r>
            <a:endParaRPr lang="en-US" sz="2000" b="1">
              <a:solidFill>
                <a:srgbClr val="FFFFFF"/>
              </a:solidFill>
              <a:latin typeface="Times New Roman" panose="02020603050405020304" charset="0"/>
              <a:cs typeface="Times New Roman" panose="02020603050405020304" charset="0"/>
            </a:endParaRPr>
          </a:p>
        </p:txBody>
      </p:sp>
      <p:sp>
        <p:nvSpPr>
          <p:cNvPr id="114" name="Google Shape;114;p18"/>
          <p:cNvSpPr txBox="1"/>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527" name="Shape 527"/>
        <p:cNvGrpSpPr/>
        <p:nvPr/>
      </p:nvGrpSpPr>
      <p:grpSpPr>
        <a:xfrm>
          <a:off x="0" y="0"/>
          <a:ext cx="0" cy="0"/>
          <a:chOff x="0" y="0"/>
          <a:chExt cx="0" cy="0"/>
        </a:xfrm>
      </p:grpSpPr>
      <p:sp>
        <p:nvSpPr>
          <p:cNvPr id="528" name="Google Shape;528;p48"/>
          <p:cNvSpPr txBox="1"/>
          <p:nvPr>
            <p:ph type="title"/>
          </p:nvPr>
        </p:nvSpPr>
        <p:spPr>
          <a:xfrm>
            <a:off x="404975" y="441150"/>
            <a:ext cx="1832400" cy="6717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n-US" altLang="en-GB">
                <a:latin typeface="Times New Roman" panose="02020603050405020304" charset="0"/>
                <a:cs typeface="Times New Roman" panose="02020603050405020304" charset="0"/>
              </a:rPr>
              <a:t>Thành viên </a:t>
            </a:r>
            <a:endParaRPr lang="en-US" altLang="en-GB">
              <a:latin typeface="Times New Roman" panose="02020603050405020304" charset="0"/>
              <a:cs typeface="Times New Roman" panose="02020603050405020304" charset="0"/>
            </a:endParaRPr>
          </a:p>
        </p:txBody>
      </p:sp>
      <p:sp>
        <p:nvSpPr>
          <p:cNvPr id="529" name="Google Shape;529;p48"/>
          <p:cNvSpPr txBox="1"/>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pic>
        <p:nvPicPr>
          <p:cNvPr id="530" name="Google Shape;530;p48" descr="C:\Users\lan\Downloads\ảnh tự chọn (2).pngảnh tự chọn (2)"/>
          <p:cNvPicPr preferRelativeResize="0"/>
          <p:nvPr/>
        </p:nvPicPr>
        <p:blipFill rotWithShape="1">
          <a:blip r:embed="rId1"/>
          <a:srcRect/>
          <a:stretch>
            <a:fillRect/>
          </a:stretch>
        </p:blipFill>
        <p:spPr>
          <a:xfrm>
            <a:off x="525145" y="1624965"/>
            <a:ext cx="1600200" cy="1664208"/>
          </a:xfrm>
          <a:prstGeom prst="ellipse">
            <a:avLst/>
          </a:prstGeom>
          <a:noFill/>
          <a:ln>
            <a:noFill/>
          </a:ln>
        </p:spPr>
      </p:pic>
      <p:sp>
        <p:nvSpPr>
          <p:cNvPr id="531" name="Google Shape;531;p48"/>
          <p:cNvSpPr txBox="1"/>
          <p:nvPr/>
        </p:nvSpPr>
        <p:spPr>
          <a:xfrm>
            <a:off x="434877" y="4095832"/>
            <a:ext cx="1659900" cy="8181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altLang="en-GB"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Bùi Thị Ánh Hương</a:t>
            </a:r>
            <a:br>
              <a:rPr lang="en-GB"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br>
            <a:r>
              <a:rPr lang="en-US"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Leader</a:t>
            </a:r>
            <a:endParaRPr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lvl="0" indent="0" algn="ctr" rtl="0">
              <a:spcBef>
                <a:spcPts val="400"/>
              </a:spcBef>
              <a:spcAft>
                <a:spcPts val="400"/>
              </a:spcAft>
              <a:buNone/>
            </a:pPr>
            <a:r>
              <a:rPr lang="en-US"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19000263</a:t>
            </a:r>
            <a:endParaRPr lang="en-US"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533" name="Google Shape;533;p48"/>
          <p:cNvSpPr txBox="1"/>
          <p:nvPr/>
        </p:nvSpPr>
        <p:spPr>
          <a:xfrm>
            <a:off x="2660015" y="4095750"/>
            <a:ext cx="1659890" cy="818515"/>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altLang="en-GB"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Đặng Quang Anh</a:t>
            </a:r>
            <a:br>
              <a:rPr lang="en-GB"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br>
            <a:endParaRPr lang="en-GB"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lvl="0" indent="0" algn="ctr" rtl="0">
              <a:spcBef>
                <a:spcPts val="0"/>
              </a:spcBef>
              <a:spcAft>
                <a:spcPts val="0"/>
              </a:spcAft>
              <a:buNone/>
            </a:pPr>
            <a:r>
              <a:rPr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19000243</a:t>
            </a:r>
            <a:endParaRPr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pic>
        <p:nvPicPr>
          <p:cNvPr id="534" name="Google Shape;534;p48" descr="C:\Users\lan\Pictures\Screenshots\Screenshot (595).pngScreenshot (595)"/>
          <p:cNvPicPr preferRelativeResize="0"/>
          <p:nvPr/>
        </p:nvPicPr>
        <p:blipFill rotWithShape="1">
          <a:blip r:embed="rId2"/>
          <a:srcRect/>
          <a:stretch>
            <a:fillRect/>
          </a:stretch>
        </p:blipFill>
        <p:spPr>
          <a:xfrm>
            <a:off x="4904493" y="1625113"/>
            <a:ext cx="1600200" cy="1659900"/>
          </a:xfrm>
          <a:prstGeom prst="ellipse">
            <a:avLst/>
          </a:prstGeom>
          <a:noFill/>
          <a:ln>
            <a:noFill/>
          </a:ln>
        </p:spPr>
      </p:pic>
      <p:sp>
        <p:nvSpPr>
          <p:cNvPr id="535" name="Google Shape;535;p48"/>
          <p:cNvSpPr txBox="1"/>
          <p:nvPr/>
        </p:nvSpPr>
        <p:spPr>
          <a:xfrm>
            <a:off x="4848176" y="4095832"/>
            <a:ext cx="1659900" cy="8181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altLang="en-GB"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Lê Ngọc Yến Nhi</a:t>
            </a:r>
            <a:br>
              <a:rPr lang="en-GB"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br>
            <a:endParaRPr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lvl="0" indent="0" algn="ctr" rtl="0">
              <a:spcBef>
                <a:spcPts val="400"/>
              </a:spcBef>
              <a:spcAft>
                <a:spcPts val="0"/>
              </a:spcAft>
              <a:buNone/>
            </a:pPr>
            <a:r>
              <a:rPr lang="en-US"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19000283</a:t>
            </a:r>
            <a:endParaRPr>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lvl="0" indent="0" algn="ctr" rtl="0">
              <a:spcBef>
                <a:spcPts val="400"/>
              </a:spcBef>
              <a:spcAft>
                <a:spcPts val="400"/>
              </a:spcAft>
              <a:buNone/>
            </a:pPr>
            <a:endParaRPr>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pic>
        <p:nvPicPr>
          <p:cNvPr id="536" name="Google Shape;536;p48" descr="C:\Users\lan\Pictures\z2964688515039_2770fe68f62b6a2f3eb7d5fee90661d4 (3).jpgz2964688515039_2770fe68f62b6a2f3eb7d5fee90661d4 (3)"/>
          <p:cNvPicPr preferRelativeResize="0"/>
          <p:nvPr/>
        </p:nvPicPr>
        <p:blipFill rotWithShape="1">
          <a:blip r:embed="rId3"/>
          <a:srcRect/>
          <a:stretch>
            <a:fillRect/>
          </a:stretch>
        </p:blipFill>
        <p:spPr>
          <a:xfrm>
            <a:off x="7043420" y="1625600"/>
            <a:ext cx="1604010" cy="1664208"/>
          </a:xfrm>
          <a:prstGeom prst="ellipse">
            <a:avLst/>
          </a:prstGeom>
          <a:noFill/>
          <a:ln>
            <a:noFill/>
          </a:ln>
        </p:spPr>
      </p:pic>
      <p:sp>
        <p:nvSpPr>
          <p:cNvPr id="537" name="Google Shape;537;p48"/>
          <p:cNvSpPr txBox="1"/>
          <p:nvPr/>
        </p:nvSpPr>
        <p:spPr>
          <a:xfrm>
            <a:off x="7036410" y="4096467"/>
            <a:ext cx="1659900" cy="8181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altLang="en-GB"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Nguyễn Thanh Mai</a:t>
            </a:r>
            <a:br>
              <a:rPr lang="en-GB"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br>
            <a:endParaRPr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lvl="0" indent="0" algn="ctr" rtl="0">
              <a:spcBef>
                <a:spcPts val="400"/>
              </a:spcBef>
              <a:spcAft>
                <a:spcPts val="400"/>
              </a:spcAft>
              <a:buNone/>
            </a:pPr>
            <a:r>
              <a:rPr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19000357</a:t>
            </a:r>
            <a:endParaRPr sz="16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pic>
        <p:nvPicPr>
          <p:cNvPr id="5" name="Google Shape;536;p48" descr="C:\Users\lan\Pictures\58377159_598012220714743_5514574279615709184_n.jpg58377159_598012220714743_5514574279615709184_n"/>
          <p:cNvPicPr preferRelativeResize="0"/>
          <p:nvPr/>
        </p:nvPicPr>
        <p:blipFill rotWithShape="1">
          <a:blip r:embed="rId4"/>
          <a:srcRect/>
          <a:stretch>
            <a:fillRect/>
          </a:stretch>
        </p:blipFill>
        <p:spPr>
          <a:xfrm>
            <a:off x="2743200" y="1630045"/>
            <a:ext cx="1536192" cy="1659890"/>
          </a:xfrm>
          <a:prstGeom prst="ellipse">
            <a:avLst/>
          </a:prstGeom>
          <a:noFill/>
          <a:ln>
            <a:noFill/>
          </a:ln>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395" name="Shape 395"/>
        <p:cNvGrpSpPr/>
        <p:nvPr/>
      </p:nvGrpSpPr>
      <p:grpSpPr>
        <a:xfrm>
          <a:off x="0" y="0"/>
          <a:ext cx="0" cy="0"/>
          <a:chOff x="0" y="0"/>
          <a:chExt cx="0" cy="0"/>
        </a:xfrm>
      </p:grpSpPr>
      <p:sp>
        <p:nvSpPr>
          <p:cNvPr id="396" name="Google Shape;396;p43"/>
          <p:cNvSpPr txBox="1"/>
          <p:nvPr>
            <p:ph type="title"/>
          </p:nvPr>
        </p:nvSpPr>
        <p:spPr>
          <a:xfrm>
            <a:off x="404975" y="441150"/>
            <a:ext cx="1832400" cy="6717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n-US" altLang="en-GB">
                <a:latin typeface="Times New Roman" panose="02020603050405020304" charset="0"/>
                <a:cs typeface="Times New Roman" panose="02020603050405020304" charset="0"/>
              </a:rPr>
              <a:t>Nội Dung</a:t>
            </a:r>
            <a:endParaRPr lang="en-US" altLang="en-GB">
              <a:latin typeface="Times New Roman" panose="02020603050405020304" charset="0"/>
              <a:cs typeface="Times New Roman" panose="02020603050405020304" charset="0"/>
            </a:endParaRPr>
          </a:p>
        </p:txBody>
      </p:sp>
      <p:sp>
        <p:nvSpPr>
          <p:cNvPr id="397" name="Google Shape;397;p43"/>
          <p:cNvSpPr txBox="1"/>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
        <p:nvSpPr>
          <p:cNvPr id="398" name="Google Shape;398;p43"/>
          <p:cNvSpPr/>
          <p:nvPr/>
        </p:nvSpPr>
        <p:spPr>
          <a:xfrm>
            <a:off x="0" y="2371028"/>
            <a:ext cx="9144000" cy="1011043"/>
          </a:xfrm>
          <a:custGeom>
            <a:avLst/>
            <a:gdLst/>
            <a:ahLst/>
            <a:cxnLst/>
            <a:rect l="l" t="t" r="r" b="b"/>
            <a:pathLst>
              <a:path w="12192000" h="1348058" extrusionOk="0">
                <a:moveTo>
                  <a:pt x="12192000" y="0"/>
                </a:moveTo>
                <a:lnTo>
                  <a:pt x="10837333" y="0"/>
                </a:lnTo>
                <a:cubicBezTo>
                  <a:pt x="10463295" y="0"/>
                  <a:pt x="10160000" y="301773"/>
                  <a:pt x="10160000" y="674029"/>
                </a:cubicBezTo>
                <a:lnTo>
                  <a:pt x="10160000" y="674029"/>
                </a:lnTo>
                <a:cubicBezTo>
                  <a:pt x="10160000" y="1046281"/>
                  <a:pt x="9856705" y="1348059"/>
                  <a:pt x="9482667" y="1348059"/>
                </a:cubicBezTo>
                <a:lnTo>
                  <a:pt x="9482667" y="1348059"/>
                </a:lnTo>
                <a:cubicBezTo>
                  <a:pt x="9108581" y="1348059"/>
                  <a:pt x="8805333" y="1046281"/>
                  <a:pt x="8805333" y="674029"/>
                </a:cubicBezTo>
                <a:lnTo>
                  <a:pt x="8805333" y="674029"/>
                </a:lnTo>
                <a:cubicBezTo>
                  <a:pt x="8805333" y="301773"/>
                  <a:pt x="8502086" y="0"/>
                  <a:pt x="8128000" y="0"/>
                </a:cubicBezTo>
                <a:lnTo>
                  <a:pt x="8128000" y="0"/>
                </a:lnTo>
                <a:cubicBezTo>
                  <a:pt x="7753915" y="0"/>
                  <a:pt x="7450667" y="301773"/>
                  <a:pt x="7450667" y="674029"/>
                </a:cubicBezTo>
                <a:lnTo>
                  <a:pt x="7450667" y="674029"/>
                </a:lnTo>
                <a:cubicBezTo>
                  <a:pt x="7450667" y="1046281"/>
                  <a:pt x="7147419" y="1348059"/>
                  <a:pt x="6773334" y="1348059"/>
                </a:cubicBezTo>
                <a:lnTo>
                  <a:pt x="6773334" y="1348059"/>
                </a:lnTo>
                <a:cubicBezTo>
                  <a:pt x="6399248" y="1348059"/>
                  <a:pt x="6096000" y="1046281"/>
                  <a:pt x="6096000" y="674029"/>
                </a:cubicBezTo>
                <a:lnTo>
                  <a:pt x="6096000" y="674029"/>
                </a:lnTo>
                <a:cubicBezTo>
                  <a:pt x="6096000" y="301773"/>
                  <a:pt x="5792753" y="0"/>
                  <a:pt x="5418667" y="0"/>
                </a:cubicBezTo>
                <a:lnTo>
                  <a:pt x="5418667" y="0"/>
                </a:lnTo>
                <a:cubicBezTo>
                  <a:pt x="5044581" y="0"/>
                  <a:pt x="4741334" y="301773"/>
                  <a:pt x="4741334" y="674029"/>
                </a:cubicBezTo>
                <a:lnTo>
                  <a:pt x="4741334" y="674029"/>
                </a:lnTo>
                <a:cubicBezTo>
                  <a:pt x="4741334" y="1046281"/>
                  <a:pt x="4438076" y="1348059"/>
                  <a:pt x="4064000" y="1348059"/>
                </a:cubicBezTo>
                <a:lnTo>
                  <a:pt x="4064000" y="1348059"/>
                </a:lnTo>
                <a:cubicBezTo>
                  <a:pt x="3689924" y="1348059"/>
                  <a:pt x="3386667" y="1046281"/>
                  <a:pt x="3386667" y="674029"/>
                </a:cubicBezTo>
                <a:lnTo>
                  <a:pt x="3386667" y="674029"/>
                </a:lnTo>
                <a:cubicBezTo>
                  <a:pt x="3386667" y="301773"/>
                  <a:pt x="3083410" y="0"/>
                  <a:pt x="2709333" y="0"/>
                </a:cubicBezTo>
                <a:lnTo>
                  <a:pt x="2709333" y="0"/>
                </a:lnTo>
                <a:cubicBezTo>
                  <a:pt x="2335257" y="0"/>
                  <a:pt x="2032000" y="301773"/>
                  <a:pt x="2032000" y="674029"/>
                </a:cubicBezTo>
                <a:lnTo>
                  <a:pt x="2032000" y="674029"/>
                </a:lnTo>
                <a:cubicBezTo>
                  <a:pt x="2032000" y="1046281"/>
                  <a:pt x="1728743" y="1348059"/>
                  <a:pt x="1354667" y="1348059"/>
                </a:cubicBezTo>
                <a:lnTo>
                  <a:pt x="0" y="1348059"/>
                </a:lnTo>
              </a:path>
            </a:pathLst>
          </a:custGeom>
          <a:noFill/>
          <a:ln w="228600" cap="flat" cmpd="sng">
            <a:solidFill>
              <a:schemeClr val="dk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panose="020F0502020204030204"/>
              <a:ea typeface="Calibri" panose="020F0502020204030204"/>
              <a:cs typeface="Calibri" panose="020F0502020204030204"/>
              <a:sym typeface="Calibri" panose="020F0502020204030204"/>
            </a:endParaRPr>
          </a:p>
        </p:txBody>
      </p:sp>
      <p:sp>
        <p:nvSpPr>
          <p:cNvPr id="399" name="Google Shape;399;p43"/>
          <p:cNvSpPr/>
          <p:nvPr/>
        </p:nvSpPr>
        <p:spPr>
          <a:xfrm>
            <a:off x="0" y="2371028"/>
            <a:ext cx="9144000" cy="1011043"/>
          </a:xfrm>
          <a:custGeom>
            <a:avLst/>
            <a:gdLst/>
            <a:ahLst/>
            <a:cxnLst/>
            <a:rect l="l" t="t" r="r" b="b"/>
            <a:pathLst>
              <a:path w="12192000" h="1348058" extrusionOk="0">
                <a:moveTo>
                  <a:pt x="12192000" y="0"/>
                </a:moveTo>
                <a:lnTo>
                  <a:pt x="10837333" y="0"/>
                </a:lnTo>
                <a:cubicBezTo>
                  <a:pt x="10463295" y="0"/>
                  <a:pt x="10160000" y="301773"/>
                  <a:pt x="10160000" y="674029"/>
                </a:cubicBezTo>
                <a:lnTo>
                  <a:pt x="10160000" y="674029"/>
                </a:lnTo>
                <a:cubicBezTo>
                  <a:pt x="10160000" y="1046281"/>
                  <a:pt x="9856705" y="1348059"/>
                  <a:pt x="9482667" y="1348059"/>
                </a:cubicBezTo>
                <a:lnTo>
                  <a:pt x="9482667" y="1348059"/>
                </a:lnTo>
                <a:cubicBezTo>
                  <a:pt x="9108581" y="1348059"/>
                  <a:pt x="8805333" y="1046281"/>
                  <a:pt x="8805333" y="674029"/>
                </a:cubicBezTo>
                <a:lnTo>
                  <a:pt x="8805333" y="674029"/>
                </a:lnTo>
                <a:cubicBezTo>
                  <a:pt x="8805333" y="301773"/>
                  <a:pt x="8502086" y="0"/>
                  <a:pt x="8128000" y="0"/>
                </a:cubicBezTo>
                <a:lnTo>
                  <a:pt x="8128000" y="0"/>
                </a:lnTo>
                <a:cubicBezTo>
                  <a:pt x="7753915" y="0"/>
                  <a:pt x="7450667" y="301773"/>
                  <a:pt x="7450667" y="674029"/>
                </a:cubicBezTo>
                <a:lnTo>
                  <a:pt x="7450667" y="674029"/>
                </a:lnTo>
                <a:cubicBezTo>
                  <a:pt x="7450667" y="1046281"/>
                  <a:pt x="7147419" y="1348059"/>
                  <a:pt x="6773334" y="1348059"/>
                </a:cubicBezTo>
                <a:lnTo>
                  <a:pt x="6773334" y="1348059"/>
                </a:lnTo>
                <a:cubicBezTo>
                  <a:pt x="6399248" y="1348059"/>
                  <a:pt x="6096000" y="1046281"/>
                  <a:pt x="6096000" y="674029"/>
                </a:cubicBezTo>
                <a:lnTo>
                  <a:pt x="6096000" y="674029"/>
                </a:lnTo>
                <a:cubicBezTo>
                  <a:pt x="6096000" y="301773"/>
                  <a:pt x="5792753" y="0"/>
                  <a:pt x="5418667" y="0"/>
                </a:cubicBezTo>
                <a:lnTo>
                  <a:pt x="5418667" y="0"/>
                </a:lnTo>
                <a:cubicBezTo>
                  <a:pt x="5044581" y="0"/>
                  <a:pt x="4741334" y="301773"/>
                  <a:pt x="4741334" y="674029"/>
                </a:cubicBezTo>
                <a:lnTo>
                  <a:pt x="4741334" y="674029"/>
                </a:lnTo>
                <a:cubicBezTo>
                  <a:pt x="4741334" y="1046281"/>
                  <a:pt x="4438076" y="1348059"/>
                  <a:pt x="4064000" y="1348059"/>
                </a:cubicBezTo>
                <a:lnTo>
                  <a:pt x="4064000" y="1348059"/>
                </a:lnTo>
                <a:cubicBezTo>
                  <a:pt x="3689924" y="1348059"/>
                  <a:pt x="3386667" y="1046281"/>
                  <a:pt x="3386667" y="674029"/>
                </a:cubicBezTo>
                <a:lnTo>
                  <a:pt x="3386667" y="674029"/>
                </a:lnTo>
                <a:cubicBezTo>
                  <a:pt x="3386667" y="301773"/>
                  <a:pt x="3083410" y="0"/>
                  <a:pt x="2709333" y="0"/>
                </a:cubicBezTo>
                <a:lnTo>
                  <a:pt x="2709333" y="0"/>
                </a:lnTo>
                <a:cubicBezTo>
                  <a:pt x="2335257" y="0"/>
                  <a:pt x="2032000" y="301773"/>
                  <a:pt x="2032000" y="674029"/>
                </a:cubicBezTo>
                <a:lnTo>
                  <a:pt x="2032000" y="674029"/>
                </a:lnTo>
                <a:cubicBezTo>
                  <a:pt x="2032000" y="1046281"/>
                  <a:pt x="1728743" y="1348059"/>
                  <a:pt x="1354667" y="1348059"/>
                </a:cubicBezTo>
                <a:lnTo>
                  <a:pt x="0" y="1348059"/>
                </a:lnTo>
              </a:path>
            </a:pathLst>
          </a:custGeom>
          <a:noFill/>
          <a:ln w="19050" cap="flat" cmpd="sng">
            <a:solidFill>
              <a:schemeClr val="lt1"/>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Calibri" panose="020F0502020204030204"/>
              <a:ea typeface="Calibri" panose="020F0502020204030204"/>
              <a:cs typeface="Calibri" panose="020F0502020204030204"/>
              <a:sym typeface="Calibri" panose="020F0502020204030204"/>
            </a:endParaRPr>
          </a:p>
        </p:txBody>
      </p:sp>
      <p:grpSp>
        <p:nvGrpSpPr>
          <p:cNvPr id="400" name="Google Shape;400;p43"/>
          <p:cNvGrpSpPr/>
          <p:nvPr/>
        </p:nvGrpSpPr>
        <p:grpSpPr>
          <a:xfrm>
            <a:off x="1786339" y="1703401"/>
            <a:ext cx="473400" cy="473400"/>
            <a:chOff x="1786339" y="1703401"/>
            <a:chExt cx="473400" cy="473400"/>
          </a:xfrm>
        </p:grpSpPr>
        <p:sp>
          <p:nvSpPr>
            <p:cNvPr id="401" name="Google Shape;401;p43"/>
            <p:cNvSpPr/>
            <p:nvPr/>
          </p:nvSpPr>
          <p:spPr>
            <a:xfrm rot="8100000">
              <a:off x="1855667" y="1772729"/>
              <a:ext cx="334744" cy="334744"/>
            </a:xfrm>
            <a:prstGeom prst="teardrop">
              <a:avLst>
                <a:gd name="adj" fmla="val 10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402" name="Google Shape;402;p43"/>
            <p:cNvSpPr/>
            <p:nvPr/>
          </p:nvSpPr>
          <p:spPr>
            <a:xfrm>
              <a:off x="1955989" y="1866499"/>
              <a:ext cx="134100" cy="134100"/>
            </a:xfrm>
            <a:prstGeom prst="ellipse">
              <a:avLst/>
            </a:prstGeom>
            <a:solidFill>
              <a:schemeClr val="lt1"/>
            </a:solidFill>
            <a:ln>
              <a:noFill/>
            </a:ln>
          </p:spPr>
          <p:txBody>
            <a:bodyPr spcFirstLastPara="1" wrap="square" lIns="0" tIns="0" rIns="0" bIns="0" anchor="ctr" anchorCtr="0">
              <a:noAutofit/>
            </a:bodyPr>
            <a:lstStyle/>
            <a:p>
              <a:pPr marL="0" lvl="0" indent="0" algn="ctr" rtl="0">
                <a:spcBef>
                  <a:spcPts val="0"/>
                </a:spcBef>
                <a:spcAft>
                  <a:spcPts val="0"/>
                </a:spcAft>
                <a:buNone/>
              </a:pPr>
              <a:r>
                <a:rPr lang="en-GB" sz="600">
                  <a:solidFill>
                    <a:schemeClr val="dk2"/>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a:t>
              </a:r>
              <a:endParaRPr sz="600">
                <a:solidFill>
                  <a:schemeClr val="dk2"/>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grpSp>
      <p:grpSp>
        <p:nvGrpSpPr>
          <p:cNvPr id="403" name="Google Shape;403;p43"/>
          <p:cNvGrpSpPr/>
          <p:nvPr/>
        </p:nvGrpSpPr>
        <p:grpSpPr>
          <a:xfrm>
            <a:off x="3814414" y="1703401"/>
            <a:ext cx="473400" cy="473400"/>
            <a:chOff x="3814414" y="1703401"/>
            <a:chExt cx="473400" cy="473400"/>
          </a:xfrm>
        </p:grpSpPr>
        <p:sp>
          <p:nvSpPr>
            <p:cNvPr id="404" name="Google Shape;404;p43"/>
            <p:cNvSpPr/>
            <p:nvPr/>
          </p:nvSpPr>
          <p:spPr>
            <a:xfrm rot="8100000">
              <a:off x="3883742" y="1772729"/>
              <a:ext cx="334744" cy="334744"/>
            </a:xfrm>
            <a:prstGeom prst="teardrop">
              <a:avLst>
                <a:gd name="adj" fmla="val 10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405" name="Google Shape;405;p43"/>
            <p:cNvSpPr/>
            <p:nvPr/>
          </p:nvSpPr>
          <p:spPr>
            <a:xfrm>
              <a:off x="3984064" y="1866499"/>
              <a:ext cx="134100" cy="134100"/>
            </a:xfrm>
            <a:prstGeom prst="ellipse">
              <a:avLst/>
            </a:prstGeom>
            <a:solidFill>
              <a:schemeClr val="lt1"/>
            </a:solidFill>
            <a:ln>
              <a:noFill/>
            </a:ln>
          </p:spPr>
          <p:txBody>
            <a:bodyPr spcFirstLastPara="1" wrap="square" lIns="0" tIns="0" rIns="0" bIns="0" anchor="ctr" anchorCtr="0">
              <a:noAutofit/>
            </a:bodyPr>
            <a:lstStyle/>
            <a:p>
              <a:pPr marL="0" lvl="0" indent="0" algn="ctr" rtl="0">
                <a:spcBef>
                  <a:spcPts val="0"/>
                </a:spcBef>
                <a:spcAft>
                  <a:spcPts val="0"/>
                </a:spcAft>
                <a:buNone/>
              </a:pPr>
              <a:r>
                <a:rPr lang="en-GB" sz="600">
                  <a:solidFill>
                    <a:schemeClr val="dk2"/>
                  </a:solidFill>
                  <a:latin typeface="Times New Roman" panose="02020603050405020304" charset="0"/>
                  <a:ea typeface="Times New Roman" panose="02020603050405020304" charset="0"/>
                  <a:cs typeface="Times New Roman" panose="02020603050405020304" charset="0"/>
                  <a:sym typeface="Times New Roman" panose="02020603050405020304" charset="0"/>
                </a:rPr>
                <a:t>3</a:t>
              </a:r>
              <a:endParaRPr sz="600">
                <a:solidFill>
                  <a:schemeClr val="dk2"/>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grpSp>
      <p:grpSp>
        <p:nvGrpSpPr>
          <p:cNvPr id="406" name="Google Shape;406;p43"/>
          <p:cNvGrpSpPr/>
          <p:nvPr/>
        </p:nvGrpSpPr>
        <p:grpSpPr>
          <a:xfrm>
            <a:off x="5842489" y="1703401"/>
            <a:ext cx="473400" cy="473400"/>
            <a:chOff x="5842489" y="1703401"/>
            <a:chExt cx="473400" cy="473400"/>
          </a:xfrm>
        </p:grpSpPr>
        <p:sp>
          <p:nvSpPr>
            <p:cNvPr id="407" name="Google Shape;407;p43"/>
            <p:cNvSpPr/>
            <p:nvPr/>
          </p:nvSpPr>
          <p:spPr>
            <a:xfrm rot="8100000">
              <a:off x="5911817" y="1772729"/>
              <a:ext cx="334744" cy="334744"/>
            </a:xfrm>
            <a:prstGeom prst="teardrop">
              <a:avLst>
                <a:gd name="adj" fmla="val 100000"/>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408" name="Google Shape;408;p43"/>
            <p:cNvSpPr/>
            <p:nvPr/>
          </p:nvSpPr>
          <p:spPr>
            <a:xfrm>
              <a:off x="6012139" y="1866499"/>
              <a:ext cx="134100" cy="134100"/>
            </a:xfrm>
            <a:prstGeom prst="ellipse">
              <a:avLst/>
            </a:prstGeom>
            <a:solidFill>
              <a:schemeClr val="lt1"/>
            </a:solidFill>
            <a:ln>
              <a:noFill/>
            </a:ln>
          </p:spPr>
          <p:txBody>
            <a:bodyPr spcFirstLastPara="1" wrap="square" lIns="0" tIns="0" rIns="0" bIns="0" anchor="ctr" anchorCtr="0">
              <a:noAutofit/>
            </a:bodyPr>
            <a:lstStyle/>
            <a:p>
              <a:pPr marL="0" lvl="0" indent="0" algn="ctr" rtl="0">
                <a:spcBef>
                  <a:spcPts val="0"/>
                </a:spcBef>
                <a:spcAft>
                  <a:spcPts val="0"/>
                </a:spcAft>
                <a:buNone/>
              </a:pPr>
              <a:r>
                <a:rPr lang="en-GB" sz="600">
                  <a:solidFill>
                    <a:schemeClr val="dk2"/>
                  </a:solidFill>
                  <a:latin typeface="Times New Roman" panose="02020603050405020304" charset="0"/>
                  <a:ea typeface="Times New Roman" panose="02020603050405020304" charset="0"/>
                  <a:cs typeface="Times New Roman" panose="02020603050405020304" charset="0"/>
                  <a:sym typeface="Times New Roman" panose="02020603050405020304" charset="0"/>
                </a:rPr>
                <a:t>5</a:t>
              </a:r>
              <a:endParaRPr sz="600">
                <a:solidFill>
                  <a:schemeClr val="dk2"/>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grpSp>
      <p:grpSp>
        <p:nvGrpSpPr>
          <p:cNvPr id="409" name="Google Shape;409;p43"/>
          <p:cNvGrpSpPr/>
          <p:nvPr/>
        </p:nvGrpSpPr>
        <p:grpSpPr>
          <a:xfrm>
            <a:off x="6880814" y="3576300"/>
            <a:ext cx="473400" cy="473400"/>
            <a:chOff x="6880814" y="3576300"/>
            <a:chExt cx="473400" cy="473400"/>
          </a:xfrm>
        </p:grpSpPr>
        <p:sp>
          <p:nvSpPr>
            <p:cNvPr id="410" name="Google Shape;410;p43"/>
            <p:cNvSpPr/>
            <p:nvPr/>
          </p:nvSpPr>
          <p:spPr>
            <a:xfrm rot="-2700000">
              <a:off x="6950142" y="3645628"/>
              <a:ext cx="334744" cy="334744"/>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411" name="Google Shape;411;p43"/>
            <p:cNvSpPr/>
            <p:nvPr/>
          </p:nvSpPr>
          <p:spPr>
            <a:xfrm flipH="1">
              <a:off x="7050464" y="3752502"/>
              <a:ext cx="134100" cy="134100"/>
            </a:xfrm>
            <a:prstGeom prst="ellipse">
              <a:avLst/>
            </a:prstGeom>
            <a:solidFill>
              <a:schemeClr val="lt1"/>
            </a:solidFill>
            <a:ln>
              <a:noFill/>
            </a:ln>
          </p:spPr>
          <p:txBody>
            <a:bodyPr spcFirstLastPara="1" wrap="square" lIns="0" tIns="0" rIns="0" bIns="0" anchor="ctr" anchorCtr="0">
              <a:noAutofit/>
            </a:bodyPr>
            <a:lstStyle/>
            <a:p>
              <a:pPr marL="0" lvl="0" indent="0" algn="ctr" rtl="0">
                <a:spcBef>
                  <a:spcPts val="0"/>
                </a:spcBef>
                <a:spcAft>
                  <a:spcPts val="0"/>
                </a:spcAft>
                <a:buNone/>
              </a:pPr>
              <a:r>
                <a:rPr lang="en-GB" sz="600">
                  <a:solidFill>
                    <a:schemeClr val="dk2"/>
                  </a:solidFill>
                  <a:latin typeface="Times New Roman" panose="02020603050405020304" charset="0"/>
                  <a:ea typeface="Times New Roman" panose="02020603050405020304" charset="0"/>
                  <a:cs typeface="Times New Roman" panose="02020603050405020304" charset="0"/>
                  <a:sym typeface="Times New Roman" panose="02020603050405020304" charset="0"/>
                </a:rPr>
                <a:t>6</a:t>
              </a:r>
              <a:endParaRPr sz="600">
                <a:solidFill>
                  <a:schemeClr val="dk2"/>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grpSp>
      <p:grpSp>
        <p:nvGrpSpPr>
          <p:cNvPr id="412" name="Google Shape;412;p43"/>
          <p:cNvGrpSpPr/>
          <p:nvPr/>
        </p:nvGrpSpPr>
        <p:grpSpPr>
          <a:xfrm>
            <a:off x="4852739" y="3576300"/>
            <a:ext cx="473400" cy="473400"/>
            <a:chOff x="4852739" y="3576300"/>
            <a:chExt cx="473400" cy="473400"/>
          </a:xfrm>
        </p:grpSpPr>
        <p:sp>
          <p:nvSpPr>
            <p:cNvPr id="413" name="Google Shape;413;p43"/>
            <p:cNvSpPr/>
            <p:nvPr/>
          </p:nvSpPr>
          <p:spPr>
            <a:xfrm rot="-2700000">
              <a:off x="4922067" y="3645628"/>
              <a:ext cx="334744" cy="334744"/>
            </a:xfrm>
            <a:prstGeom prst="teardrop">
              <a:avLst>
                <a:gd name="adj" fmla="val 100000"/>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414" name="Google Shape;414;p43"/>
            <p:cNvSpPr/>
            <p:nvPr/>
          </p:nvSpPr>
          <p:spPr>
            <a:xfrm flipH="1">
              <a:off x="5022389" y="3752502"/>
              <a:ext cx="134100" cy="134100"/>
            </a:xfrm>
            <a:prstGeom prst="ellipse">
              <a:avLst/>
            </a:prstGeom>
            <a:solidFill>
              <a:schemeClr val="lt1"/>
            </a:solidFill>
            <a:ln>
              <a:noFill/>
            </a:ln>
          </p:spPr>
          <p:txBody>
            <a:bodyPr spcFirstLastPara="1" wrap="square" lIns="0" tIns="0" rIns="0" bIns="0" anchor="ctr" anchorCtr="0">
              <a:noAutofit/>
            </a:bodyPr>
            <a:lstStyle/>
            <a:p>
              <a:pPr marL="0" lvl="0" indent="0" algn="ctr" rtl="0">
                <a:spcBef>
                  <a:spcPts val="0"/>
                </a:spcBef>
                <a:spcAft>
                  <a:spcPts val="0"/>
                </a:spcAft>
                <a:buNone/>
              </a:pPr>
              <a:r>
                <a:rPr lang="en-GB" sz="600">
                  <a:solidFill>
                    <a:schemeClr val="dk2"/>
                  </a:solidFill>
                  <a:latin typeface="Times New Roman" panose="02020603050405020304" charset="0"/>
                  <a:ea typeface="Times New Roman" panose="02020603050405020304" charset="0"/>
                  <a:cs typeface="Times New Roman" panose="02020603050405020304" charset="0"/>
                  <a:sym typeface="Times New Roman" panose="02020603050405020304" charset="0"/>
                </a:rPr>
                <a:t>4</a:t>
              </a:r>
              <a:endParaRPr sz="600">
                <a:solidFill>
                  <a:schemeClr val="dk2"/>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grpSp>
      <p:grpSp>
        <p:nvGrpSpPr>
          <p:cNvPr id="415" name="Google Shape;415;p43"/>
          <p:cNvGrpSpPr/>
          <p:nvPr/>
        </p:nvGrpSpPr>
        <p:grpSpPr>
          <a:xfrm>
            <a:off x="2824664" y="3576300"/>
            <a:ext cx="473400" cy="473400"/>
            <a:chOff x="2824664" y="3576300"/>
            <a:chExt cx="473400" cy="473400"/>
          </a:xfrm>
        </p:grpSpPr>
        <p:sp>
          <p:nvSpPr>
            <p:cNvPr id="416" name="Google Shape;416;p43"/>
            <p:cNvSpPr/>
            <p:nvPr/>
          </p:nvSpPr>
          <p:spPr>
            <a:xfrm rot="-2700000">
              <a:off x="2893992" y="3645628"/>
              <a:ext cx="334744" cy="334744"/>
            </a:xfrm>
            <a:prstGeom prst="teardrop">
              <a:avLst>
                <a:gd name="adj" fmla="val 100000"/>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417" name="Google Shape;417;p43"/>
            <p:cNvSpPr/>
            <p:nvPr/>
          </p:nvSpPr>
          <p:spPr>
            <a:xfrm flipH="1">
              <a:off x="2994314" y="3752502"/>
              <a:ext cx="134100" cy="134100"/>
            </a:xfrm>
            <a:prstGeom prst="ellipse">
              <a:avLst/>
            </a:prstGeom>
            <a:solidFill>
              <a:schemeClr val="lt1"/>
            </a:solidFill>
            <a:ln>
              <a:noFill/>
            </a:ln>
          </p:spPr>
          <p:txBody>
            <a:bodyPr spcFirstLastPara="1" wrap="square" lIns="0" tIns="0" rIns="0" bIns="0" anchor="ctr" anchorCtr="0">
              <a:noAutofit/>
            </a:bodyPr>
            <a:lstStyle/>
            <a:p>
              <a:pPr marL="0" lvl="0" indent="0" algn="ctr" rtl="0">
                <a:spcBef>
                  <a:spcPts val="0"/>
                </a:spcBef>
                <a:spcAft>
                  <a:spcPts val="0"/>
                </a:spcAft>
                <a:buNone/>
              </a:pPr>
              <a:r>
                <a:rPr lang="en-GB" sz="600">
                  <a:solidFill>
                    <a:schemeClr val="dk2"/>
                  </a:solidFill>
                  <a:latin typeface="Times New Roman" panose="02020603050405020304" charset="0"/>
                  <a:ea typeface="Times New Roman" panose="02020603050405020304" charset="0"/>
                  <a:cs typeface="Times New Roman" panose="02020603050405020304" charset="0"/>
                  <a:sym typeface="Times New Roman" panose="02020603050405020304" charset="0"/>
                </a:rPr>
                <a:t>2</a:t>
              </a:r>
              <a:endParaRPr sz="600">
                <a:solidFill>
                  <a:schemeClr val="dk2"/>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grpSp>
      <p:sp>
        <p:nvSpPr>
          <p:cNvPr id="418" name="Google Shape;418;p43"/>
          <p:cNvSpPr txBox="1"/>
          <p:nvPr/>
        </p:nvSpPr>
        <p:spPr>
          <a:xfrm>
            <a:off x="1379850" y="1156100"/>
            <a:ext cx="1286400" cy="5334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None/>
            </a:pPr>
            <a:r>
              <a:rPr lang="en-US" sz="1600" b="1">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Bài toán Marketing</a:t>
            </a:r>
            <a:endParaRPr lang="en-US" sz="1600" b="1">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419" name="Google Shape;419;p43"/>
          <p:cNvSpPr txBox="1"/>
          <p:nvPr/>
        </p:nvSpPr>
        <p:spPr>
          <a:xfrm>
            <a:off x="3421380" y="1156335"/>
            <a:ext cx="1509395" cy="5334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None/>
            </a:pPr>
            <a:r>
              <a:rPr lang="en-US" sz="1600" b="1">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Trực quan hóa dữ liệu</a:t>
            </a:r>
            <a:endParaRPr lang="en-US" sz="1600" b="1">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420" name="Google Shape;420;p43"/>
          <p:cNvSpPr txBox="1"/>
          <p:nvPr/>
        </p:nvSpPr>
        <p:spPr>
          <a:xfrm>
            <a:off x="5436010" y="1156100"/>
            <a:ext cx="1286400" cy="53340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None/>
            </a:pPr>
            <a:r>
              <a:rPr lang="en-US" altLang="en-GB" sz="1600" b="1">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Kiểm tra tương quan</a:t>
            </a:r>
            <a:endParaRPr lang="en-US" altLang="en-GB" sz="1600" b="1">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421" name="Google Shape;421;p43"/>
          <p:cNvSpPr txBox="1"/>
          <p:nvPr/>
        </p:nvSpPr>
        <p:spPr>
          <a:xfrm>
            <a:off x="2418175" y="4063600"/>
            <a:ext cx="1286400" cy="5334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US" sz="1600" b="1">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Xử lý dữ liệu</a:t>
            </a:r>
            <a:endParaRPr lang="en-US" sz="1600" b="1">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422" name="Google Shape;422;p43"/>
          <p:cNvSpPr txBox="1"/>
          <p:nvPr/>
        </p:nvSpPr>
        <p:spPr>
          <a:xfrm>
            <a:off x="4347210" y="4063365"/>
            <a:ext cx="1471295" cy="5334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US" b="1">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Kiểm tra phân phối chuẩn</a:t>
            </a:r>
            <a:endParaRPr lang="en-US" b="1">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423" name="Google Shape;423;p43"/>
          <p:cNvSpPr txBox="1"/>
          <p:nvPr/>
        </p:nvSpPr>
        <p:spPr>
          <a:xfrm>
            <a:off x="6474335" y="4063600"/>
            <a:ext cx="1286400" cy="5334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US" sz="1600" b="1">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Tổng kết</a:t>
            </a:r>
            <a:endParaRPr lang="en-US" sz="1600" b="1">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p:stCondLst>
                                    <p:cond delay="0"/>
                                  </p:stCondLst>
                                  <p:childTnLst>
                                    <p:set>
                                      <p:cBhvr>
                                        <p:cTn id="6" dur="1" fill="hold">
                                          <p:stCondLst>
                                            <p:cond delay="0"/>
                                          </p:stCondLst>
                                        </p:cTn>
                                        <p:tgtEl>
                                          <p:spTgt spid="418"/>
                                        </p:tgtEl>
                                        <p:attrNameLst>
                                          <p:attrName>style.visibility</p:attrName>
                                        </p:attrNameLst>
                                      </p:cBhvr>
                                      <p:to>
                                        <p:strVal val="visible"/>
                                      </p:to>
                                    </p:set>
                                    <p:anim calcmode="lin" valueType="num">
                                      <p:cBhvr additive="base">
                                        <p:cTn id="7" dur="500"/>
                                        <p:tgtEl>
                                          <p:spTgt spid="418"/>
                                        </p:tgtEl>
                                        <p:attrNameLst>
                                          <p:attrName>ppt_y</p:attrName>
                                        </p:attrNameLst>
                                      </p:cBhvr>
                                      <p:tavLst>
                                        <p:tav tm="0">
                                          <p:val>
                                            <p:strVal val="#ppt_y+#ppt_h*1.125000"/>
                                          </p:val>
                                        </p:tav>
                                        <p:tav tm="100000">
                                          <p:val>
                                            <p:strVal val="#ppt_y"/>
                                          </p:val>
                                        </p:tav>
                                      </p:tavLst>
                                    </p:anim>
                                    <p:animEffect transition="in" filter="wipe(up)">
                                      <p:cBhvr>
                                        <p:cTn id="8" dur="500"/>
                                        <p:tgtEl>
                                          <p:spTgt spid="418"/>
                                        </p:tgtEl>
                                      </p:cBhvr>
                                    </p:animEffect>
                                  </p:childTnLst>
                                </p:cTn>
                              </p:par>
                            </p:childTnLst>
                          </p:cTn>
                        </p:par>
                      </p:childTnLst>
                    </p:cTn>
                  </p:par>
                  <p:par>
                    <p:cTn id="9" fill="hold">
                      <p:stCondLst>
                        <p:cond delay="indefinite"/>
                      </p:stCondLst>
                      <p:childTnLst>
                        <p:par>
                          <p:cTn id="10" fill="hold">
                            <p:stCondLst>
                              <p:cond delay="0"/>
                            </p:stCondLst>
                            <p:childTnLst>
                              <p:par>
                                <p:cTn id="11" presetID="12" presetClass="entr" presetSubtype="4" fill="hold" grpId="0" nodeType="clickEffect">
                                  <p:stCondLst>
                                    <p:cond delay="0"/>
                                  </p:stCondLst>
                                  <p:childTnLst>
                                    <p:set>
                                      <p:cBhvr>
                                        <p:cTn id="12" dur="1" fill="hold">
                                          <p:stCondLst>
                                            <p:cond delay="0"/>
                                          </p:stCondLst>
                                        </p:cTn>
                                        <p:tgtEl>
                                          <p:spTgt spid="421"/>
                                        </p:tgtEl>
                                        <p:attrNameLst>
                                          <p:attrName>style.visibility</p:attrName>
                                        </p:attrNameLst>
                                      </p:cBhvr>
                                      <p:to>
                                        <p:strVal val="visible"/>
                                      </p:to>
                                    </p:set>
                                    <p:anim calcmode="lin" valueType="num">
                                      <p:cBhvr additive="base">
                                        <p:cTn id="13" dur="500"/>
                                        <p:tgtEl>
                                          <p:spTgt spid="421"/>
                                        </p:tgtEl>
                                        <p:attrNameLst>
                                          <p:attrName>ppt_y</p:attrName>
                                        </p:attrNameLst>
                                      </p:cBhvr>
                                      <p:tavLst>
                                        <p:tav tm="0">
                                          <p:val>
                                            <p:strVal val="#ppt_y+#ppt_h*1.125000"/>
                                          </p:val>
                                        </p:tav>
                                        <p:tav tm="100000">
                                          <p:val>
                                            <p:strVal val="#ppt_y"/>
                                          </p:val>
                                        </p:tav>
                                      </p:tavLst>
                                    </p:anim>
                                    <p:animEffect transition="in" filter="wipe(up)">
                                      <p:cBhvr>
                                        <p:cTn id="14" dur="500"/>
                                        <p:tgtEl>
                                          <p:spTgt spid="421"/>
                                        </p:tgtEl>
                                      </p:cBhvr>
                                    </p:animEffect>
                                  </p:childTnLst>
                                </p:cTn>
                              </p:par>
                            </p:childTnLst>
                          </p:cTn>
                        </p:par>
                      </p:childTnLst>
                    </p:cTn>
                  </p:par>
                  <p:par>
                    <p:cTn id="15" fill="hold">
                      <p:stCondLst>
                        <p:cond delay="indefinite"/>
                      </p:stCondLst>
                      <p:childTnLst>
                        <p:par>
                          <p:cTn id="16" fill="hold">
                            <p:stCondLst>
                              <p:cond delay="0"/>
                            </p:stCondLst>
                            <p:childTnLst>
                              <p:par>
                                <p:cTn id="17" presetID="12" presetClass="entr" presetSubtype="4" fill="hold" grpId="0" nodeType="clickEffect">
                                  <p:stCondLst>
                                    <p:cond delay="0"/>
                                  </p:stCondLst>
                                  <p:childTnLst>
                                    <p:set>
                                      <p:cBhvr>
                                        <p:cTn id="18" dur="1" fill="hold">
                                          <p:stCondLst>
                                            <p:cond delay="0"/>
                                          </p:stCondLst>
                                        </p:cTn>
                                        <p:tgtEl>
                                          <p:spTgt spid="419"/>
                                        </p:tgtEl>
                                        <p:attrNameLst>
                                          <p:attrName>style.visibility</p:attrName>
                                        </p:attrNameLst>
                                      </p:cBhvr>
                                      <p:to>
                                        <p:strVal val="visible"/>
                                      </p:to>
                                    </p:set>
                                    <p:anim calcmode="lin" valueType="num">
                                      <p:cBhvr additive="base">
                                        <p:cTn id="19" dur="500"/>
                                        <p:tgtEl>
                                          <p:spTgt spid="419"/>
                                        </p:tgtEl>
                                        <p:attrNameLst>
                                          <p:attrName>ppt_y</p:attrName>
                                        </p:attrNameLst>
                                      </p:cBhvr>
                                      <p:tavLst>
                                        <p:tav tm="0">
                                          <p:val>
                                            <p:strVal val="#ppt_y+#ppt_h*1.125000"/>
                                          </p:val>
                                        </p:tav>
                                        <p:tav tm="100000">
                                          <p:val>
                                            <p:strVal val="#ppt_y"/>
                                          </p:val>
                                        </p:tav>
                                      </p:tavLst>
                                    </p:anim>
                                    <p:animEffect transition="in" filter="wipe(up)">
                                      <p:cBhvr>
                                        <p:cTn id="20" dur="500"/>
                                        <p:tgtEl>
                                          <p:spTgt spid="419"/>
                                        </p:tgtEl>
                                      </p:cBhvr>
                                    </p:animEffect>
                                  </p:childTnLst>
                                </p:cTn>
                              </p:par>
                            </p:childTnLst>
                          </p:cTn>
                        </p:par>
                      </p:childTnLst>
                    </p:cTn>
                  </p:par>
                  <p:par>
                    <p:cTn id="21" fill="hold">
                      <p:stCondLst>
                        <p:cond delay="indefinite"/>
                      </p:stCondLst>
                      <p:childTnLst>
                        <p:par>
                          <p:cTn id="22" fill="hold">
                            <p:stCondLst>
                              <p:cond delay="0"/>
                            </p:stCondLst>
                            <p:childTnLst>
                              <p:par>
                                <p:cTn id="23" presetID="12" presetClass="entr" presetSubtype="4" fill="hold" grpId="0" nodeType="clickEffect">
                                  <p:stCondLst>
                                    <p:cond delay="0"/>
                                  </p:stCondLst>
                                  <p:childTnLst>
                                    <p:set>
                                      <p:cBhvr>
                                        <p:cTn id="24" dur="1" fill="hold">
                                          <p:stCondLst>
                                            <p:cond delay="0"/>
                                          </p:stCondLst>
                                        </p:cTn>
                                        <p:tgtEl>
                                          <p:spTgt spid="422"/>
                                        </p:tgtEl>
                                        <p:attrNameLst>
                                          <p:attrName>style.visibility</p:attrName>
                                        </p:attrNameLst>
                                      </p:cBhvr>
                                      <p:to>
                                        <p:strVal val="visible"/>
                                      </p:to>
                                    </p:set>
                                    <p:anim calcmode="lin" valueType="num">
                                      <p:cBhvr additive="base">
                                        <p:cTn id="25" dur="500"/>
                                        <p:tgtEl>
                                          <p:spTgt spid="422"/>
                                        </p:tgtEl>
                                        <p:attrNameLst>
                                          <p:attrName>ppt_y</p:attrName>
                                        </p:attrNameLst>
                                      </p:cBhvr>
                                      <p:tavLst>
                                        <p:tav tm="0">
                                          <p:val>
                                            <p:strVal val="#ppt_y+#ppt_h*1.125000"/>
                                          </p:val>
                                        </p:tav>
                                        <p:tav tm="100000">
                                          <p:val>
                                            <p:strVal val="#ppt_y"/>
                                          </p:val>
                                        </p:tav>
                                      </p:tavLst>
                                    </p:anim>
                                    <p:animEffect transition="in" filter="wipe(up)">
                                      <p:cBhvr>
                                        <p:cTn id="26" dur="500"/>
                                        <p:tgtEl>
                                          <p:spTgt spid="422"/>
                                        </p:tgtEl>
                                      </p:cBhvr>
                                    </p:animEffect>
                                  </p:childTnLst>
                                </p:cTn>
                              </p:par>
                            </p:childTnLst>
                          </p:cTn>
                        </p:par>
                      </p:childTnLst>
                    </p:cTn>
                  </p:par>
                  <p:par>
                    <p:cTn id="27" fill="hold">
                      <p:stCondLst>
                        <p:cond delay="indefinite"/>
                      </p:stCondLst>
                      <p:childTnLst>
                        <p:par>
                          <p:cTn id="28" fill="hold">
                            <p:stCondLst>
                              <p:cond delay="0"/>
                            </p:stCondLst>
                            <p:childTnLst>
                              <p:par>
                                <p:cTn id="29" presetID="12" presetClass="entr" presetSubtype="4" fill="hold" grpId="0" nodeType="clickEffect">
                                  <p:stCondLst>
                                    <p:cond delay="0"/>
                                  </p:stCondLst>
                                  <p:childTnLst>
                                    <p:set>
                                      <p:cBhvr>
                                        <p:cTn id="30" dur="1" fill="hold">
                                          <p:stCondLst>
                                            <p:cond delay="0"/>
                                          </p:stCondLst>
                                        </p:cTn>
                                        <p:tgtEl>
                                          <p:spTgt spid="420"/>
                                        </p:tgtEl>
                                        <p:attrNameLst>
                                          <p:attrName>style.visibility</p:attrName>
                                        </p:attrNameLst>
                                      </p:cBhvr>
                                      <p:to>
                                        <p:strVal val="visible"/>
                                      </p:to>
                                    </p:set>
                                    <p:anim calcmode="lin" valueType="num">
                                      <p:cBhvr additive="base">
                                        <p:cTn id="31" dur="500"/>
                                        <p:tgtEl>
                                          <p:spTgt spid="420"/>
                                        </p:tgtEl>
                                        <p:attrNameLst>
                                          <p:attrName>ppt_y</p:attrName>
                                        </p:attrNameLst>
                                      </p:cBhvr>
                                      <p:tavLst>
                                        <p:tav tm="0">
                                          <p:val>
                                            <p:strVal val="#ppt_y+#ppt_h*1.125000"/>
                                          </p:val>
                                        </p:tav>
                                        <p:tav tm="100000">
                                          <p:val>
                                            <p:strVal val="#ppt_y"/>
                                          </p:val>
                                        </p:tav>
                                      </p:tavLst>
                                    </p:anim>
                                    <p:animEffect transition="in" filter="wipe(up)">
                                      <p:cBhvr>
                                        <p:cTn id="32" dur="500"/>
                                        <p:tgtEl>
                                          <p:spTgt spid="420"/>
                                        </p:tgtEl>
                                      </p:cBhvr>
                                    </p:animEffect>
                                  </p:childTnLst>
                                </p:cTn>
                              </p:par>
                            </p:childTnLst>
                          </p:cTn>
                        </p:par>
                      </p:childTnLst>
                    </p:cTn>
                  </p:par>
                  <p:par>
                    <p:cTn id="33" fill="hold">
                      <p:stCondLst>
                        <p:cond delay="indefinite"/>
                      </p:stCondLst>
                      <p:childTnLst>
                        <p:par>
                          <p:cTn id="34" fill="hold">
                            <p:stCondLst>
                              <p:cond delay="0"/>
                            </p:stCondLst>
                            <p:childTnLst>
                              <p:par>
                                <p:cTn id="35" presetID="12" presetClass="entr" presetSubtype="4" fill="hold" grpId="0" nodeType="clickEffect">
                                  <p:stCondLst>
                                    <p:cond delay="0"/>
                                  </p:stCondLst>
                                  <p:childTnLst>
                                    <p:set>
                                      <p:cBhvr>
                                        <p:cTn id="36" dur="1" fill="hold">
                                          <p:stCondLst>
                                            <p:cond delay="0"/>
                                          </p:stCondLst>
                                        </p:cTn>
                                        <p:tgtEl>
                                          <p:spTgt spid="423"/>
                                        </p:tgtEl>
                                        <p:attrNameLst>
                                          <p:attrName>style.visibility</p:attrName>
                                        </p:attrNameLst>
                                      </p:cBhvr>
                                      <p:to>
                                        <p:strVal val="visible"/>
                                      </p:to>
                                    </p:set>
                                    <p:anim calcmode="lin" valueType="num">
                                      <p:cBhvr additive="base">
                                        <p:cTn id="37" dur="500"/>
                                        <p:tgtEl>
                                          <p:spTgt spid="423"/>
                                        </p:tgtEl>
                                        <p:attrNameLst>
                                          <p:attrName>ppt_y</p:attrName>
                                        </p:attrNameLst>
                                      </p:cBhvr>
                                      <p:tavLst>
                                        <p:tav tm="0">
                                          <p:val>
                                            <p:strVal val="#ppt_y+#ppt_h*1.125000"/>
                                          </p:val>
                                        </p:tav>
                                        <p:tav tm="100000">
                                          <p:val>
                                            <p:strVal val="#ppt_y"/>
                                          </p:val>
                                        </p:tav>
                                      </p:tavLst>
                                    </p:anim>
                                    <p:animEffect transition="in" filter="wipe(up)">
                                      <p:cBhvr>
                                        <p:cTn id="38" dur="500"/>
                                        <p:tgtEl>
                                          <p:spTgt spid="4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8" grpId="0"/>
      <p:bldP spid="418" grpId="1"/>
      <p:bldP spid="421" grpId="0"/>
      <p:bldP spid="421" grpId="1"/>
      <p:bldP spid="419" grpId="0"/>
      <p:bldP spid="419" grpId="1"/>
      <p:bldP spid="422" grpId="0"/>
      <p:bldP spid="422" grpId="1"/>
      <p:bldP spid="420" grpId="0"/>
      <p:bldP spid="420" grpId="1"/>
      <p:bldP spid="423" grpId="0"/>
      <p:bldP spid="423" grpId="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18" name="Shape 118"/>
        <p:cNvGrpSpPr/>
        <p:nvPr/>
      </p:nvGrpSpPr>
      <p:grpSpPr>
        <a:xfrm>
          <a:off x="0" y="0"/>
          <a:ext cx="0" cy="0"/>
          <a:chOff x="0" y="0"/>
          <a:chExt cx="0" cy="0"/>
        </a:xfrm>
      </p:grpSpPr>
      <p:sp>
        <p:nvSpPr>
          <p:cNvPr id="119" name="Google Shape;119;p19"/>
          <p:cNvSpPr txBox="1"/>
          <p:nvPr>
            <p:ph type="ctrTitle"/>
          </p:nvPr>
        </p:nvSpPr>
        <p:spPr>
          <a:xfrm>
            <a:off x="2743200" y="1746885"/>
            <a:ext cx="3599180" cy="115951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GB">
                <a:latin typeface="Times New Roman" panose="02020603050405020304" charset="0"/>
                <a:cs typeface="Times New Roman" panose="02020603050405020304" charset="0"/>
              </a:rPr>
              <a:t>Bài toán Marketing</a:t>
            </a:r>
            <a:endParaRPr lang="en-US" altLang="en-GB">
              <a:latin typeface="Times New Roman" panose="02020603050405020304" charset="0"/>
              <a:cs typeface="Times New Roman" panose="02020603050405020304" charset="0"/>
            </a:endParaRPr>
          </a:p>
        </p:txBody>
      </p:sp>
      <p:sp>
        <p:nvSpPr>
          <p:cNvPr id="121" name="Google Shape;121;p19"/>
          <p:cNvSpPr txBox="1"/>
          <p:nvPr>
            <p:ph type="ctrTitle"/>
          </p:nvPr>
        </p:nvSpPr>
        <p:spPr>
          <a:xfrm>
            <a:off x="2404575" y="893524"/>
            <a:ext cx="4335000" cy="684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altLang="en-GB" sz="4800" i="0">
                <a:solidFill>
                  <a:schemeClr val="accent1"/>
                </a:solidFill>
                <a:latin typeface="Times New Roman" panose="02020603050405020304" charset="0"/>
                <a:cs typeface="Times New Roman" panose="02020603050405020304" charset="0"/>
              </a:rPr>
              <a:t>1</a:t>
            </a:r>
            <a:endParaRPr lang="en-US" altLang="en-GB" sz="4800" i="0">
              <a:solidFill>
                <a:schemeClr val="accent1"/>
              </a:solidFill>
              <a:latin typeface="Times New Roman" panose="02020603050405020304" charset="0"/>
              <a:cs typeface="Times New Roman" panose="02020603050405020304" charset="0"/>
            </a:endParaRPr>
          </a:p>
        </p:txBody>
      </p:sp>
      <p:sp>
        <p:nvSpPr>
          <p:cNvPr id="122" name="Google Shape;122;p19"/>
          <p:cNvSpPr txBox="1"/>
          <p:nvPr>
            <p:ph type="sldNum" idx="12"/>
          </p:nvPr>
        </p:nvSpPr>
        <p:spPr>
          <a:xfrm>
            <a:off x="4297650" y="4749851"/>
            <a:ext cx="548700" cy="39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GB"/>
            </a:fld>
            <a:endParaRPr lang="en-GB"/>
          </a:p>
        </p:txBody>
      </p:sp>
      <p:sp>
        <p:nvSpPr>
          <p:cNvPr id="347" name="Google Shape;347;p41"/>
          <p:cNvSpPr txBox="1"/>
          <p:nvPr>
            <p:ph type="subTitle" idx="1"/>
          </p:nvPr>
        </p:nvSpPr>
        <p:spPr>
          <a:xfrm>
            <a:off x="2166620" y="3105150"/>
            <a:ext cx="4811395" cy="784860"/>
          </a:xfrm>
          <a:prstGeom prst="rect">
            <a:avLst/>
          </a:prstGeom>
        </p:spPr>
        <p:txBody>
          <a:bodyPr spcFirstLastPara="1" wrap="square" lIns="91425" tIns="91425" rIns="91425" bIns="91425" anchor="ctr" anchorCtr="0">
            <a:noAutofit/>
          </a:bodyPr>
          <a:p>
            <a:pPr marL="0" lvl="0" indent="0" algn="ctr" rtl="0">
              <a:spcBef>
                <a:spcPts val="0"/>
              </a:spcBef>
              <a:spcAft>
                <a:spcPts val="0"/>
              </a:spcAft>
              <a:buNone/>
            </a:pPr>
            <a:r>
              <a:rPr lang="en-US" altLang="en-GB">
                <a:latin typeface="Times New Roman" panose="02020603050405020304" charset="0"/>
                <a:cs typeface="Times New Roman" panose="02020603050405020304" charset="0"/>
              </a:rPr>
              <a:t>Marketing, Lịch sử phát triển của Marketing, Data Driven Marketing</a:t>
            </a:r>
            <a:endParaRPr lang="en-US" altLang="en-GB">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7">
                                            <p:txEl>
                                              <p:pRg st="0" end="0"/>
                                            </p:txEl>
                                          </p:spTgt>
                                        </p:tgtEl>
                                        <p:attrNameLst>
                                          <p:attrName>style.visibility</p:attrName>
                                        </p:attrNameLst>
                                      </p:cBhvr>
                                      <p:to>
                                        <p:strVal val="visible"/>
                                      </p:to>
                                    </p:set>
                                    <p:anim calcmode="lin" valueType="num">
                                      <p:cBhvr additive="base">
                                        <p:cTn id="7" dur="500" fill="hold"/>
                                        <p:tgtEl>
                                          <p:spTgt spid="34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47">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7" grpId="0" build="p"/>
      <p:bldP spid="347" grpI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5"/>
          <p:cNvSpPr txBox="1">
            <a:spLocks noGrp="1"/>
          </p:cNvSpPr>
          <p:nvPr>
            <p:ph type="title"/>
          </p:nvPr>
        </p:nvSpPr>
        <p:spPr>
          <a:xfrm>
            <a:off x="1052325" y="757150"/>
            <a:ext cx="2686200" cy="870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ltLang="en-GB"/>
              <a:t>Marketing là gì?</a:t>
            </a:r>
            <a:endParaRPr lang="en-US" altLang="en-GB"/>
          </a:p>
        </p:txBody>
      </p:sp>
      <p:sp>
        <p:nvSpPr>
          <p:cNvPr id="170" name="Google Shape;170;p25"/>
          <p:cNvSpPr txBox="1">
            <a:spLocks noGrp="1"/>
          </p:cNvSpPr>
          <p:nvPr>
            <p:ph type="body" idx="1"/>
          </p:nvPr>
        </p:nvSpPr>
        <p:spPr>
          <a:xfrm>
            <a:off x="1052400" y="1577225"/>
            <a:ext cx="2686200" cy="2622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GB"/>
              <a:t>" Marketing là nghệ thuật tạo ra giá trị, truyền thông và phân phối những giá trị đó nhằm thỏa mãn vấn đề của khách hàng mục tiêu để đem lại lợi nhuận tối ưu của doanh nghiệp "</a:t>
            </a:r>
            <a:endParaRPr lang="en-GB"/>
          </a:p>
        </p:txBody>
      </p:sp>
      <p:pic>
        <p:nvPicPr>
          <p:cNvPr id="171" name="Google Shape;171;p25" descr="C:\Users\lan\Pictures\khai-niem-marketing-la-gi.jpgkhai-niem-marketing-la-gi"/>
          <p:cNvPicPr preferRelativeResize="0"/>
          <p:nvPr/>
        </p:nvPicPr>
        <p:blipFill rotWithShape="1">
          <a:blip r:embed="rId1"/>
          <a:srcRect/>
          <a:stretch>
            <a:fillRect/>
          </a:stretch>
        </p:blipFill>
        <p:spPr>
          <a:xfrm>
            <a:off x="3886200" y="999490"/>
            <a:ext cx="4350385" cy="3143885"/>
          </a:xfrm>
          <a:prstGeom prst="rect">
            <a:avLst/>
          </a:prstGeom>
          <a:noFill/>
          <a:ln>
            <a:noFill/>
          </a:ln>
        </p:spPr>
      </p:pic>
      <p:sp>
        <p:nvSpPr>
          <p:cNvPr id="172" name="Google Shape;172;p2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Shape 176"/>
        <p:cNvGrpSpPr/>
        <p:nvPr/>
      </p:nvGrpSpPr>
      <p:grpSpPr>
        <a:xfrm>
          <a:off x="0" y="0"/>
          <a:ext cx="0" cy="0"/>
          <a:chOff x="0" y="0"/>
          <a:chExt cx="0" cy="0"/>
        </a:xfrm>
      </p:grpSpPr>
      <p:sp>
        <p:nvSpPr>
          <p:cNvPr id="177" name="Google Shape;177;p26"/>
          <p:cNvSpPr/>
          <p:nvPr/>
        </p:nvSpPr>
        <p:spPr>
          <a:xfrm>
            <a:off x="351155" y="341630"/>
            <a:ext cx="8399780" cy="4461510"/>
          </a:xfrm>
          <a:prstGeom prst="rect">
            <a:avLst/>
          </a:prstGeom>
          <a:blipFill rotWithShape="1">
            <a:blip r:embed="rId2"/>
            <a:stretch>
              <a:fillRect/>
            </a:stretch>
          </a:blip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ctr" rtl="0">
              <a:spcBef>
                <a:spcPts val="600"/>
              </a:spcBef>
              <a:spcAft>
                <a:spcPts val="0"/>
              </a:spcAft>
              <a:buNone/>
            </a:pPr>
            <a:endParaRPr sz="1800" b="1" i="1">
              <a:solidFill>
                <a:srgbClr val="4D4A56"/>
              </a:solidFill>
              <a:latin typeface="Courant" panose="02000509030000020004" charset="0"/>
              <a:ea typeface="Courant" panose="02000509030000020004" charset="0"/>
              <a:cs typeface="Courant" panose="02000509030000020004" charset="0"/>
              <a:sym typeface="Courant" panose="02000509030000020004" charset="0"/>
            </a:endParaRPr>
          </a:p>
        </p:txBody>
      </p:sp>
      <p:sp>
        <p:nvSpPr>
          <p:cNvPr id="178" name="Google Shape;178;p2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solidFill>
                  <a:srgbClr val="FFFFFF"/>
                </a:solidFill>
              </a:rPr>
            </a:fld>
            <a:endParaRPr>
              <a:solidFill>
                <a:srgbClr val="FFFFFF"/>
              </a:solidFill>
            </a:endParaRPr>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20"/>
          <p:cNvSpPr txBox="1">
            <a:spLocks noGrp="1"/>
          </p:cNvSpPr>
          <p:nvPr>
            <p:ph type="body" idx="1"/>
          </p:nvPr>
        </p:nvSpPr>
        <p:spPr>
          <a:xfrm>
            <a:off x="2438400" y="2419350"/>
            <a:ext cx="1922145" cy="408305"/>
          </a:xfrm>
          <a:prstGeom prst="rect">
            <a:avLst/>
          </a:prstGeom>
        </p:spPr>
        <p:txBody>
          <a:bodyPr spcFirstLastPara="1" wrap="square" lIns="91425" tIns="91425" rIns="91425" bIns="91425" anchor="ctr" anchorCtr="0">
            <a:noAutofit/>
          </a:bodyPr>
          <a:lstStyle/>
          <a:p>
            <a:pPr marL="0" lvl="0" indent="0" algn="ctr" rtl="0">
              <a:spcBef>
                <a:spcPts val="600"/>
              </a:spcBef>
              <a:spcAft>
                <a:spcPts val="0"/>
              </a:spcAft>
              <a:buNone/>
            </a:pPr>
            <a:r>
              <a:rPr lang="en-US" altLang="en-GB" sz="4000">
                <a:solidFill>
                  <a:schemeClr val="tx1"/>
                </a:solidFill>
                <a:effectLst>
                  <a:outerShdw blurRad="38100" dist="19050" dir="2700000" algn="tl" rotWithShape="0">
                    <a:schemeClr val="dk1">
                      <a:alpha val="40000"/>
                    </a:schemeClr>
                  </a:outerShdw>
                </a:effectLst>
              </a:rPr>
              <a:t>DATA </a:t>
            </a:r>
            <a:endParaRPr lang="en-US" altLang="en-GB" sz="4000">
              <a:solidFill>
                <a:schemeClr val="tx1"/>
              </a:solidFill>
              <a:effectLst>
                <a:outerShdw blurRad="38100" dist="19050" dir="2700000" algn="tl" rotWithShape="0">
                  <a:schemeClr val="dk1">
                    <a:alpha val="40000"/>
                  </a:schemeClr>
                </a:outerShdw>
              </a:effectLst>
            </a:endParaRPr>
          </a:p>
        </p:txBody>
      </p:sp>
      <p:sp>
        <p:nvSpPr>
          <p:cNvPr id="128" name="Google Shape;128;p20"/>
          <p:cNvSpPr txBox="1">
            <a:spLocks noGrp="1"/>
          </p:cNvSpPr>
          <p:nvPr>
            <p:ph type="sldNum" idx="12"/>
          </p:nvPr>
        </p:nvSpPr>
        <p:spPr>
          <a:xfrm>
            <a:off x="4297650" y="4749851"/>
            <a:ext cx="548700" cy="3936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fld id="{00000000-1234-1234-1234-123412341234}" type="slidenum">
              <a:rPr lang="en-GB"/>
            </a:fld>
            <a:endParaRPr lang="en-GB"/>
          </a:p>
        </p:txBody>
      </p:sp>
      <p:sp>
        <p:nvSpPr>
          <p:cNvPr id="2" name="Text Box 1"/>
          <p:cNvSpPr txBox="1"/>
          <p:nvPr/>
        </p:nvSpPr>
        <p:spPr>
          <a:xfrm>
            <a:off x="4191000" y="2270125"/>
            <a:ext cx="2791460" cy="706755"/>
          </a:xfrm>
          <a:prstGeom prst="rect">
            <a:avLst/>
          </a:prstGeom>
          <a:noFill/>
        </p:spPr>
        <p:txBody>
          <a:bodyPr wrap="square" rtlCol="0">
            <a:spAutoFit/>
            <a:scene3d>
              <a:camera prst="orthographicFront"/>
              <a:lightRig rig="threePt" dir="t"/>
            </a:scene3d>
          </a:bodyPr>
          <a:p>
            <a:pPr marL="0" lvl="0" indent="0" algn="ctr" rtl="0">
              <a:spcBef>
                <a:spcPts val="600"/>
              </a:spcBef>
              <a:spcAft>
                <a:spcPts val="0"/>
              </a:spcAft>
              <a:buNone/>
            </a:pPr>
            <a:r>
              <a:rPr lang="en-US" altLang="en-GB" sz="4000" b="1" i="1">
                <a:solidFill>
                  <a:schemeClr val="tx1"/>
                </a:solidFill>
                <a:effectLst>
                  <a:outerShdw blurRad="38100" dist="19050" dir="2700000" algn="tl" rotWithShape="0">
                    <a:schemeClr val="dk1">
                      <a:alpha val="40000"/>
                    </a:schemeClr>
                  </a:outerShdw>
                </a:effectLst>
                <a:latin typeface="Courant" panose="02000509030000020004" charset="0"/>
                <a:cs typeface="Courant" panose="02000509030000020004" charset="0"/>
                <a:sym typeface="+mn-ea"/>
              </a:rPr>
              <a:t>ANALYSIS </a:t>
            </a:r>
            <a:endParaRPr lang="en-US" altLang="en-GB" sz="4000" b="1" i="1">
              <a:solidFill>
                <a:schemeClr val="tx1"/>
              </a:solidFill>
              <a:effectLst>
                <a:outerShdw blurRad="38100" dist="19050" dir="2700000" algn="tl" rotWithShape="0">
                  <a:schemeClr val="dk1">
                    <a:alpha val="40000"/>
                  </a:schemeClr>
                </a:outerShdw>
              </a:effectLst>
              <a:latin typeface="Courant" panose="02000509030000020004" charset="0"/>
              <a:cs typeface="Courant" panose="02000509030000020004" charset="0"/>
              <a:sym typeface="+mn-ea"/>
            </a:endParaRPr>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127">
                                            <p:txEl>
                                              <p:pRg st="0" end="0"/>
                                            </p:txEl>
                                          </p:spTgt>
                                        </p:tgtEl>
                                        <p:attrNameLst>
                                          <p:attrName>style.visibility</p:attrName>
                                        </p:attrNameLst>
                                      </p:cBhvr>
                                      <p:to>
                                        <p:strVal val="visible"/>
                                      </p:to>
                                    </p:set>
                                    <p:animEffect transition="in" filter="wipe(down)">
                                      <p:cBhvr>
                                        <p:cTn id="7" dur="580">
                                          <p:stCondLst>
                                            <p:cond delay="0"/>
                                          </p:stCondLst>
                                        </p:cTn>
                                        <p:tgtEl>
                                          <p:spTgt spid="127">
                                            <p:txEl>
                                              <p:pRg st="0" end="0"/>
                                            </p:txEl>
                                          </p:spTgt>
                                        </p:tgtEl>
                                      </p:cBhvr>
                                    </p:animEffect>
                                    <p:anim calcmode="lin" valueType="num">
                                      <p:cBhvr>
                                        <p:cTn id="8" dur="1822" tmFilter="0,0; 0.14,0.36; 0.43,0.73; 0.71,0.91; 1.0,1.0">
                                          <p:stCondLst>
                                            <p:cond delay="0"/>
                                          </p:stCondLst>
                                        </p:cTn>
                                        <p:tgtEl>
                                          <p:spTgt spid="127">
                                            <p:txEl>
                                              <p:pRg st="0" end="0"/>
                                            </p:txEl>
                                          </p:spTgt>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127">
                                            <p:txEl>
                                              <p:pRg st="0" end="0"/>
                                            </p:txEl>
                                          </p:spTgt>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127">
                                            <p:txEl>
                                              <p:pRg st="0" end="0"/>
                                            </p:txEl>
                                          </p:spTgt>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127">
                                            <p:txEl>
                                              <p:pRg st="0" end="0"/>
                                            </p:txEl>
                                          </p:spTgt>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127">
                                            <p:txEl>
                                              <p:pRg st="0" end="0"/>
                                            </p:txEl>
                                          </p:spTgt>
                                        </p:tgtEl>
                                        <p:attrNameLst>
                                          <p:attrName>ppt_y</p:attrName>
                                        </p:attrNameLst>
                                      </p:cBhvr>
                                      <p:tavLst>
                                        <p:tav tm="0" fmla="#ppt_y-sin(pi*$)/81">
                                          <p:val>
                                            <p:fltVal val="0"/>
                                          </p:val>
                                        </p:tav>
                                        <p:tav tm="100000">
                                          <p:val>
                                            <p:fltVal val="1"/>
                                          </p:val>
                                        </p:tav>
                                      </p:tavLst>
                                    </p:anim>
                                    <p:animScale>
                                      <p:cBhvr>
                                        <p:cTn id="13" dur="26">
                                          <p:stCondLst>
                                            <p:cond delay="650"/>
                                          </p:stCondLst>
                                        </p:cTn>
                                        <p:tgtEl>
                                          <p:spTgt spid="127">
                                            <p:txEl>
                                              <p:pRg st="0" end="0"/>
                                            </p:txEl>
                                          </p:spTgt>
                                        </p:tgtEl>
                                      </p:cBhvr>
                                      <p:to x="100000" y="60000"/>
                                    </p:animScale>
                                    <p:animScale>
                                      <p:cBhvr>
                                        <p:cTn id="14" dur="166" decel="50000">
                                          <p:stCondLst>
                                            <p:cond delay="676"/>
                                          </p:stCondLst>
                                        </p:cTn>
                                        <p:tgtEl>
                                          <p:spTgt spid="127">
                                            <p:txEl>
                                              <p:pRg st="0" end="0"/>
                                            </p:txEl>
                                          </p:spTgt>
                                        </p:tgtEl>
                                      </p:cBhvr>
                                      <p:to x="100000" y="100000"/>
                                    </p:animScale>
                                    <p:animScale>
                                      <p:cBhvr>
                                        <p:cTn id="15" dur="26">
                                          <p:stCondLst>
                                            <p:cond delay="1312"/>
                                          </p:stCondLst>
                                        </p:cTn>
                                        <p:tgtEl>
                                          <p:spTgt spid="127">
                                            <p:txEl>
                                              <p:pRg st="0" end="0"/>
                                            </p:txEl>
                                          </p:spTgt>
                                        </p:tgtEl>
                                      </p:cBhvr>
                                      <p:to x="100000" y="80000"/>
                                    </p:animScale>
                                    <p:animScale>
                                      <p:cBhvr>
                                        <p:cTn id="16" dur="166" decel="50000">
                                          <p:stCondLst>
                                            <p:cond delay="1338"/>
                                          </p:stCondLst>
                                        </p:cTn>
                                        <p:tgtEl>
                                          <p:spTgt spid="127">
                                            <p:txEl>
                                              <p:pRg st="0" end="0"/>
                                            </p:txEl>
                                          </p:spTgt>
                                        </p:tgtEl>
                                      </p:cBhvr>
                                      <p:to x="100000" y="100000"/>
                                    </p:animScale>
                                    <p:animScale>
                                      <p:cBhvr>
                                        <p:cTn id="17" dur="26">
                                          <p:stCondLst>
                                            <p:cond delay="1642"/>
                                          </p:stCondLst>
                                        </p:cTn>
                                        <p:tgtEl>
                                          <p:spTgt spid="127">
                                            <p:txEl>
                                              <p:pRg st="0" end="0"/>
                                            </p:txEl>
                                          </p:spTgt>
                                        </p:tgtEl>
                                      </p:cBhvr>
                                      <p:to x="100000" y="90000"/>
                                    </p:animScale>
                                    <p:animScale>
                                      <p:cBhvr>
                                        <p:cTn id="18" dur="166" decel="50000">
                                          <p:stCondLst>
                                            <p:cond delay="1668"/>
                                          </p:stCondLst>
                                        </p:cTn>
                                        <p:tgtEl>
                                          <p:spTgt spid="127">
                                            <p:txEl>
                                              <p:pRg st="0" end="0"/>
                                            </p:txEl>
                                          </p:spTgt>
                                        </p:tgtEl>
                                      </p:cBhvr>
                                      <p:to x="100000" y="100000"/>
                                    </p:animScale>
                                    <p:animScale>
                                      <p:cBhvr>
                                        <p:cTn id="19" dur="26">
                                          <p:stCondLst>
                                            <p:cond delay="1808"/>
                                          </p:stCondLst>
                                        </p:cTn>
                                        <p:tgtEl>
                                          <p:spTgt spid="127">
                                            <p:txEl>
                                              <p:pRg st="0" end="0"/>
                                            </p:txEl>
                                          </p:spTgt>
                                        </p:tgtEl>
                                      </p:cBhvr>
                                      <p:to x="100000" y="95000"/>
                                    </p:animScale>
                                    <p:animScale>
                                      <p:cBhvr>
                                        <p:cTn id="20" dur="166" decel="50000">
                                          <p:stCondLst>
                                            <p:cond delay="1834"/>
                                          </p:stCondLst>
                                        </p:cTn>
                                        <p:tgtEl>
                                          <p:spTgt spid="127">
                                            <p:txEl>
                                              <p:pRg st="0" end="0"/>
                                            </p:txEl>
                                          </p:spTgt>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26" presetClass="entr" presetSubtype="0" fill="hold" grpId="0" nodeType="clickEffect">
                                  <p:stCondLst>
                                    <p:cond delay="0"/>
                                  </p:stCondLst>
                                  <p:childTnLst>
                                    <p:set>
                                      <p:cBhvr>
                                        <p:cTn id="24" dur="1" fill="hold">
                                          <p:stCondLst>
                                            <p:cond delay="0"/>
                                          </p:stCondLst>
                                        </p:cTn>
                                        <p:tgtEl>
                                          <p:spTgt spid="2"/>
                                        </p:tgtEl>
                                        <p:attrNameLst>
                                          <p:attrName>style.visibility</p:attrName>
                                        </p:attrNameLst>
                                      </p:cBhvr>
                                      <p:to>
                                        <p:strVal val="visible"/>
                                      </p:to>
                                    </p:set>
                                    <p:animEffect transition="in" filter="wipe(down)">
                                      <p:cBhvr>
                                        <p:cTn id="25" dur="580">
                                          <p:stCondLst>
                                            <p:cond delay="0"/>
                                          </p:stCondLst>
                                        </p:cTn>
                                        <p:tgtEl>
                                          <p:spTgt spid="2"/>
                                        </p:tgtEl>
                                      </p:cBhvr>
                                    </p:animEffect>
                                    <p:anim calcmode="lin" valueType="num">
                                      <p:cBhvr>
                                        <p:cTn id="26"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27"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28"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29"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30"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31" dur="26">
                                          <p:stCondLst>
                                            <p:cond delay="650"/>
                                          </p:stCondLst>
                                        </p:cTn>
                                        <p:tgtEl>
                                          <p:spTgt spid="2"/>
                                        </p:tgtEl>
                                      </p:cBhvr>
                                      <p:to x="100000" y="60000"/>
                                    </p:animScale>
                                    <p:animScale>
                                      <p:cBhvr>
                                        <p:cTn id="32" dur="166" decel="50000">
                                          <p:stCondLst>
                                            <p:cond delay="676"/>
                                          </p:stCondLst>
                                        </p:cTn>
                                        <p:tgtEl>
                                          <p:spTgt spid="2"/>
                                        </p:tgtEl>
                                      </p:cBhvr>
                                      <p:to x="100000" y="100000"/>
                                    </p:animScale>
                                    <p:animScale>
                                      <p:cBhvr>
                                        <p:cTn id="33" dur="26">
                                          <p:stCondLst>
                                            <p:cond delay="1312"/>
                                          </p:stCondLst>
                                        </p:cTn>
                                        <p:tgtEl>
                                          <p:spTgt spid="2"/>
                                        </p:tgtEl>
                                      </p:cBhvr>
                                      <p:to x="100000" y="80000"/>
                                    </p:animScale>
                                    <p:animScale>
                                      <p:cBhvr>
                                        <p:cTn id="34" dur="166" decel="50000">
                                          <p:stCondLst>
                                            <p:cond delay="1338"/>
                                          </p:stCondLst>
                                        </p:cTn>
                                        <p:tgtEl>
                                          <p:spTgt spid="2"/>
                                        </p:tgtEl>
                                      </p:cBhvr>
                                      <p:to x="100000" y="100000"/>
                                    </p:animScale>
                                    <p:animScale>
                                      <p:cBhvr>
                                        <p:cTn id="35" dur="26">
                                          <p:stCondLst>
                                            <p:cond delay="1642"/>
                                          </p:stCondLst>
                                        </p:cTn>
                                        <p:tgtEl>
                                          <p:spTgt spid="2"/>
                                        </p:tgtEl>
                                      </p:cBhvr>
                                      <p:to x="100000" y="90000"/>
                                    </p:animScale>
                                    <p:animScale>
                                      <p:cBhvr>
                                        <p:cTn id="36" dur="166" decel="50000">
                                          <p:stCondLst>
                                            <p:cond delay="1668"/>
                                          </p:stCondLst>
                                        </p:cTn>
                                        <p:tgtEl>
                                          <p:spTgt spid="2"/>
                                        </p:tgtEl>
                                      </p:cBhvr>
                                      <p:to x="100000" y="100000"/>
                                    </p:animScale>
                                    <p:animScale>
                                      <p:cBhvr>
                                        <p:cTn id="37" dur="26">
                                          <p:stCondLst>
                                            <p:cond delay="1808"/>
                                          </p:stCondLst>
                                        </p:cTn>
                                        <p:tgtEl>
                                          <p:spTgt spid="2"/>
                                        </p:tgtEl>
                                      </p:cBhvr>
                                      <p:to x="100000" y="95000"/>
                                    </p:animScale>
                                    <p:animScale>
                                      <p:cBhvr>
                                        <p:cTn id="38" dur="166" decel="50000">
                                          <p:stCondLst>
                                            <p:cond delay="1834"/>
                                          </p:stCondLst>
                                        </p:cTn>
                                        <p:tgtEl>
                                          <p:spTgt spid="2"/>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7" grpId="0" build="p"/>
      <p:bldP spid="127" grpId="1" build="p"/>
      <p:bldP spid="2" grpId="0"/>
      <p:bldP spid="2" grpId="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345" name="Shape 345"/>
        <p:cNvGrpSpPr/>
        <p:nvPr/>
      </p:nvGrpSpPr>
      <p:grpSpPr>
        <a:xfrm>
          <a:off x="0" y="0"/>
          <a:ext cx="0" cy="0"/>
          <a:chOff x="0" y="0"/>
          <a:chExt cx="0" cy="0"/>
        </a:xfrm>
      </p:grpSpPr>
      <p:sp>
        <p:nvSpPr>
          <p:cNvPr id="346" name="Google Shape;346;p41"/>
          <p:cNvSpPr txBox="1"/>
          <p:nvPr>
            <p:ph type="ctrTitle"/>
          </p:nvPr>
        </p:nvSpPr>
        <p:spPr>
          <a:xfrm>
            <a:off x="2405380" y="1581150"/>
            <a:ext cx="4335145" cy="97536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GB">
                <a:latin typeface="Times New Roman" panose="02020603050405020304" charset="0"/>
                <a:cs typeface="Times New Roman" panose="02020603050405020304" charset="0"/>
              </a:rPr>
              <a:t>Xử lý dữ liệu</a:t>
            </a:r>
            <a:endParaRPr lang="en-US" altLang="en-GB">
              <a:latin typeface="Times New Roman" panose="02020603050405020304" charset="0"/>
              <a:cs typeface="Times New Roman" panose="02020603050405020304" charset="0"/>
            </a:endParaRPr>
          </a:p>
        </p:txBody>
      </p:sp>
      <p:sp>
        <p:nvSpPr>
          <p:cNvPr id="347" name="Google Shape;347;p41"/>
          <p:cNvSpPr txBox="1"/>
          <p:nvPr>
            <p:ph type="subTitle" idx="1"/>
          </p:nvPr>
        </p:nvSpPr>
        <p:spPr>
          <a:xfrm>
            <a:off x="1998980" y="2895600"/>
            <a:ext cx="5147310" cy="78486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GB">
                <a:latin typeface="Times New Roman" panose="02020603050405020304" charset="0"/>
                <a:cs typeface="Times New Roman" panose="02020603050405020304" charset="0"/>
              </a:rPr>
              <a:t>Tải dữ liệu, Xử lý các biến , Xử lý Outliers, Xử lý giá trị NaN, Tổng quan thống kê,  Phân tích cơ bản</a:t>
            </a:r>
            <a:endParaRPr lang="en-US" altLang="en-GB">
              <a:latin typeface="Times New Roman" panose="02020603050405020304" charset="0"/>
              <a:cs typeface="Times New Roman" panose="02020603050405020304" charset="0"/>
            </a:endParaRPr>
          </a:p>
        </p:txBody>
      </p:sp>
      <p:sp>
        <p:nvSpPr>
          <p:cNvPr id="348" name="Google Shape;348;p41"/>
          <p:cNvSpPr txBox="1"/>
          <p:nvPr>
            <p:ph type="ctrTitle"/>
          </p:nvPr>
        </p:nvSpPr>
        <p:spPr>
          <a:xfrm>
            <a:off x="2404575" y="893524"/>
            <a:ext cx="4335000" cy="684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sz="4800" i="0">
                <a:solidFill>
                  <a:schemeClr val="accent1"/>
                </a:solidFill>
                <a:latin typeface="Times New Roman" panose="02020603050405020304" charset="0"/>
                <a:cs typeface="Times New Roman" panose="02020603050405020304" charset="0"/>
              </a:rPr>
              <a:t>2</a:t>
            </a:r>
            <a:endParaRPr lang="en-US" sz="4800" i="0">
              <a:solidFill>
                <a:schemeClr val="accent1"/>
              </a:solidFill>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7">
                                            <p:txEl>
                                              <p:pRg st="0" end="0"/>
                                            </p:txEl>
                                          </p:spTgt>
                                        </p:tgtEl>
                                        <p:attrNameLst>
                                          <p:attrName>style.visibility</p:attrName>
                                        </p:attrNameLst>
                                      </p:cBhvr>
                                      <p:to>
                                        <p:strVal val="visible"/>
                                      </p:to>
                                    </p:set>
                                    <p:anim calcmode="lin" valueType="num">
                                      <p:cBhvr additive="base">
                                        <p:cTn id="7" dur="500" fill="hold"/>
                                        <p:tgtEl>
                                          <p:spTgt spid="34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47">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7" grpId="0" build="p"/>
      <p:bldP spid="347" grpI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31"/>
        <p:cNvGrpSpPr/>
        <p:nvPr/>
      </p:nvGrpSpPr>
      <p:grpSpPr>
        <a:xfrm>
          <a:off x="0" y="0"/>
          <a:ext cx="0" cy="0"/>
          <a:chOff x="0" y="0"/>
          <a:chExt cx="0" cy="0"/>
        </a:xfrm>
      </p:grpSpPr>
      <p:sp>
        <p:nvSpPr>
          <p:cNvPr id="632" name="Google Shape;632;p50"/>
          <p:cNvSpPr txBox="1">
            <a:spLocks noGrp="1"/>
          </p:cNvSpPr>
          <p:nvPr>
            <p:ph type="title"/>
          </p:nvPr>
        </p:nvSpPr>
        <p:spPr>
          <a:xfrm>
            <a:off x="457200" y="438150"/>
            <a:ext cx="1887220" cy="671830"/>
          </a:xfrm>
          <a:prstGeom prst="rect">
            <a:avLst/>
          </a:prstGeom>
        </p:spPr>
        <p:txBody>
          <a:bodyPr spcFirstLastPara="1" wrap="square" lIns="0" tIns="0" rIns="0" bIns="0" anchor="ctr" anchorCtr="0">
            <a:noAutofit/>
          </a:bodyPr>
          <a:lstStyle/>
          <a:p>
            <a:pPr algn="ctr"/>
            <a:r>
              <a:rPr lang="en-US" sz="2000" i="0">
                <a:solidFill>
                  <a:schemeClr val="tx1">
                    <a:lumMod val="50000"/>
                  </a:schemeClr>
                </a:solidFill>
                <a:latin typeface="Times New Roman" panose="02020603050405020304" charset="0"/>
                <a:cs typeface="Times New Roman" panose="02020603050405020304" charset="0"/>
              </a:rPr>
              <a:t>Bảng dữ liệu</a:t>
            </a:r>
            <a:endParaRPr lang="en-US" sz="2000" i="0">
              <a:solidFill>
                <a:schemeClr val="tx1">
                  <a:lumMod val="50000"/>
                </a:schemeClr>
              </a:solidFill>
              <a:latin typeface="Times New Roman" panose="02020603050405020304" charset="0"/>
              <a:cs typeface="Times New Roman" panose="02020603050405020304" charset="0"/>
            </a:endParaRPr>
          </a:p>
        </p:txBody>
      </p:sp>
      <p:sp>
        <p:nvSpPr>
          <p:cNvPr id="633" name="Google Shape;633;p5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pic>
        <p:nvPicPr>
          <p:cNvPr id="2" name="Hình ảnh 2" descr="C:\Users\lan\Pictures\Screenshots\Screenshot (598).pngScreenshot (598)"/>
          <p:cNvPicPr>
            <a:picLocks noChangeAspect="1"/>
          </p:cNvPicPr>
          <p:nvPr/>
        </p:nvPicPr>
        <p:blipFill>
          <a:blip r:embed="rId1"/>
          <a:srcRect/>
          <a:stretch>
            <a:fillRect/>
          </a:stretch>
        </p:blipFill>
        <p:spPr>
          <a:xfrm>
            <a:off x="915670" y="1153795"/>
            <a:ext cx="7343140" cy="3712845"/>
          </a:xfrm>
          <a:prstGeom prst="rect">
            <a:avLst/>
          </a:prstGeom>
        </p:spPr>
      </p:pic>
      <p:pic>
        <p:nvPicPr>
          <p:cNvPr id="4" name="Picture 3" descr="Screenshot (601)"/>
          <p:cNvPicPr>
            <a:picLocks noChangeAspect="1"/>
          </p:cNvPicPr>
          <p:nvPr/>
        </p:nvPicPr>
        <p:blipFill>
          <a:blip r:embed="rId2"/>
          <a:stretch>
            <a:fillRect/>
          </a:stretch>
        </p:blipFill>
        <p:spPr>
          <a:xfrm>
            <a:off x="838200" y="1153795"/>
            <a:ext cx="7503795" cy="3808730"/>
          </a:xfrm>
          <a:prstGeom prst="rect">
            <a:avLst/>
          </a:prstGeom>
        </p:spPr>
      </p:pic>
      <p:sp>
        <p:nvSpPr>
          <p:cNvPr id="9" name="Text Box 8"/>
          <p:cNvSpPr txBox="1"/>
          <p:nvPr/>
        </p:nvSpPr>
        <p:spPr>
          <a:xfrm>
            <a:off x="2438400" y="2266950"/>
            <a:ext cx="5271135" cy="460375"/>
          </a:xfrm>
          <a:prstGeom prst="rect">
            <a:avLst/>
          </a:prstGeom>
          <a:noFill/>
        </p:spPr>
        <p:txBody>
          <a:bodyPr wrap="square" rtlCol="0">
            <a:spAutoFit/>
          </a:bodyPr>
          <a:p>
            <a:r>
              <a:rPr lang="en-US" sz="2400" b="1">
                <a:solidFill>
                  <a:srgbClr val="0070C0"/>
                </a:solidFill>
                <a:latin typeface="Times New Roman" panose="02020603050405020304" charset="0"/>
                <a:cs typeface="Times New Roman" panose="02020603050405020304" charset="0"/>
              </a:rPr>
              <a:t>Có 24 giá trị NaN trong cột ‘Income’</a:t>
            </a:r>
            <a:endParaRPr lang="en-US" sz="2400" b="1">
              <a:solidFill>
                <a:srgbClr val="0070C0"/>
              </a:solidFill>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xit" presetSubtype="32" fill="hold" nodeType="clickEffect">
                                  <p:stCondLst>
                                    <p:cond delay="0"/>
                                  </p:stCondLst>
                                  <p:childTnLst>
                                    <p:animEffect transition="out" filter="diamond(out)">
                                      <p:cBhvr>
                                        <p:cTn id="6" dur="2000"/>
                                        <p:tgtEl>
                                          <p:spTgt spid="2"/>
                                        </p:tgtEl>
                                      </p:cBhvr>
                                    </p:animEffect>
                                    <p:set>
                                      <p:cBhvr>
                                        <p:cTn id="7" dur="1" fill="hold">
                                          <p:stCondLst>
                                            <p:cond delay="1999"/>
                                          </p:stCondLst>
                                        </p:cTn>
                                        <p:tgtEl>
                                          <p:spTgt spid="2"/>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3" presetClass="entr" presetSubtype="1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blinds(horizontal)">
                                      <p:cBhvr>
                                        <p:cTn id="1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9" grpId="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21"/>
          <p:cNvSpPr txBox="1">
            <a:spLocks noGrp="1"/>
          </p:cNvSpPr>
          <p:nvPr>
            <p:ph type="title"/>
          </p:nvPr>
        </p:nvSpPr>
        <p:spPr>
          <a:xfrm>
            <a:off x="533400" y="958850"/>
            <a:ext cx="1696720" cy="85725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GB" i="0">
                <a:solidFill>
                  <a:schemeClr val="tx1"/>
                </a:solidFill>
                <a:latin typeface="Times New Roman" panose="02020603050405020304" charset="0"/>
                <a:cs typeface="Times New Roman" panose="02020603050405020304" charset="0"/>
              </a:rPr>
              <a:t>Xử lý các biến</a:t>
            </a:r>
            <a:endParaRPr lang="en-US" altLang="en-GB" i="0">
              <a:solidFill>
                <a:schemeClr val="tx1"/>
              </a:solidFill>
              <a:latin typeface="Times New Roman" panose="02020603050405020304" charset="0"/>
              <a:cs typeface="Times New Roman" panose="02020603050405020304" charset="0"/>
            </a:endParaRPr>
          </a:p>
        </p:txBody>
      </p:sp>
      <mc:AlternateContent xmlns:mc="http://schemas.openxmlformats.org/markup-compatibility/2006">
        <mc:Choice xmlns:a14="http://schemas.microsoft.com/office/drawing/2010/main" Requires="a14">
          <p:sp>
            <p:nvSpPr>
              <p:cNvPr id="134" name="Google Shape;134;p21"/>
              <p:cNvSpPr txBox="1">
                <a:spLocks noGrp="1"/>
              </p:cNvSpPr>
              <p:nvPr>
                <p:ph type="body" idx="1"/>
              </p:nvPr>
            </p:nvSpPr>
            <p:spPr>
              <a:xfrm>
                <a:off x="2500630" y="958850"/>
                <a:ext cx="6056630" cy="3240405"/>
              </a:xfrm>
              <a:prstGeom prst="rect">
                <a:avLst/>
              </a:prstGeom>
            </p:spPr>
            <p:txBody>
              <a:bodyPr spcFirstLastPara="1" wrap="square" lIns="91425" tIns="91425" rIns="91425" bIns="91425" anchor="t" anchorCtr="0">
                <a:noAutofit/>
              </a:bodyPr>
              <a:lstStyle/>
              <a:p>
                <a:pPr marL="457200" lvl="0" indent="-381000" algn="l" rtl="0">
                  <a:lnSpc>
                    <a:spcPct val="150000"/>
                  </a:lnSpc>
                  <a:spcBef>
                    <a:spcPts val="600"/>
                  </a:spcBef>
                  <a:spcAft>
                    <a:spcPts val="0"/>
                  </a:spcAft>
                  <a:buSzPts val="2400"/>
                  <a:buChar char="▹"/>
                </a:pPr>
                <a:r>
                  <a:rPr lang="en-US" altLang="en-GB" sz="1800"/>
                  <a:t>Year_Birth </a:t>
                </a:r>
                <a14:m>
                  <m:oMath xmlns:m="http://schemas.openxmlformats.org/officeDocument/2006/math">
                    <m:r>
                      <a:rPr lang="en-US" altLang="en-GB" sz="1800" i="1">
                        <a:latin typeface="Cambria Math" panose="02040503050406030204" charset="0"/>
                        <a:cs typeface="Cambria Math" panose="02040503050406030204" charset="0"/>
                      </a:rPr>
                      <m:t>→</m:t>
                    </m:r>
                  </m:oMath>
                </a14:m>
                <a:r>
                  <a:rPr lang="en-US" altLang="en-GB" sz="1800"/>
                  <a:t> </a:t>
                </a:r>
                <a:r>
                  <a:rPr lang="en-US" altLang="en-GB" sz="1800" b="1"/>
                  <a:t>Age</a:t>
                </a:r>
                <a:endParaRPr lang="en-GB" sz="1800" b="1"/>
              </a:p>
              <a:p>
                <a:pPr marL="457200" lvl="0" indent="-381000" algn="l" rtl="0">
                  <a:lnSpc>
                    <a:spcPct val="150000"/>
                  </a:lnSpc>
                  <a:spcBef>
                    <a:spcPts val="0"/>
                  </a:spcBef>
                  <a:spcAft>
                    <a:spcPts val="0"/>
                  </a:spcAft>
                  <a:buSzPts val="2400"/>
                  <a:buChar char="▹"/>
                </a:pPr>
                <a:r>
                  <a:rPr lang="en-US" altLang="en-GB" sz="1800" b="1"/>
                  <a:t>Spending</a:t>
                </a:r>
                <a:r>
                  <a:rPr lang="en-US" altLang="en-GB" sz="1800"/>
                  <a:t> = MntWines + MntSweets + MntGolds + MntFishs + MntMeats + MntFruits</a:t>
                </a:r>
                <a:endParaRPr lang="en-US" altLang="en-GB" sz="1800"/>
              </a:p>
              <a:p>
                <a:pPr marL="457200" lvl="0" indent="-381000" algn="l" rtl="0">
                  <a:lnSpc>
                    <a:spcPct val="150000"/>
                  </a:lnSpc>
                  <a:spcBef>
                    <a:spcPts val="0"/>
                  </a:spcBef>
                  <a:spcAft>
                    <a:spcPts val="0"/>
                  </a:spcAft>
                  <a:buSzPts val="2400"/>
                  <a:buChar char="▹"/>
                </a:pPr>
                <a:r>
                  <a:rPr lang="en-US" altLang="en-GB" sz="1800"/>
                  <a:t>Education </a:t>
                </a:r>
                <a14:m>
                  <m:oMath xmlns:m="http://schemas.openxmlformats.org/officeDocument/2006/math">
                    <m:r>
                      <a:rPr lang="en-US" altLang="en-GB" sz="1800" i="1">
                        <a:latin typeface="Cambria Math" panose="02040503050406030204" charset="0"/>
                        <a:cs typeface="Cambria Math" panose="02040503050406030204" charset="0"/>
                      </a:rPr>
                      <m:t>→</m:t>
                    </m:r>
                  </m:oMath>
                </a14:m>
                <a:r>
                  <a:rPr lang="en-US" altLang="en-GB" sz="1800">
                    <a:sym typeface="+mn-ea"/>
                  </a:rPr>
                  <a:t> </a:t>
                </a:r>
                <a:r>
                  <a:rPr lang="en-US" altLang="en-GB" sz="1800" b="1">
                    <a:sym typeface="+mn-ea"/>
                  </a:rPr>
                  <a:t>Education_years</a:t>
                </a:r>
                <a:r>
                  <a:rPr lang="en-US" altLang="en-GB" sz="1800">
                    <a:sym typeface="+mn-ea"/>
                  </a:rPr>
                  <a:t>(Basic_5, 2n_Cycle_8, Graduation_12, Master_18, PhD_21) </a:t>
                </a:r>
                <a:endParaRPr lang="en-US" altLang="en-GB" sz="1800">
                  <a:sym typeface="+mn-ea"/>
                </a:endParaRPr>
              </a:p>
              <a:p>
                <a:pPr marL="457200" lvl="0" indent="-381000" algn="l" rtl="0">
                  <a:lnSpc>
                    <a:spcPct val="150000"/>
                  </a:lnSpc>
                  <a:spcBef>
                    <a:spcPts val="0"/>
                  </a:spcBef>
                  <a:spcAft>
                    <a:spcPts val="0"/>
                  </a:spcAft>
                  <a:buSzPts val="2400"/>
                  <a:buChar char="▹"/>
                </a:pPr>
                <a:r>
                  <a:rPr lang="en-US" altLang="en-GB" sz="1800">
                    <a:sym typeface="+mn-ea"/>
                  </a:rPr>
                  <a:t>Marital_Status</a:t>
                </a:r>
                <a:r>
                  <a:rPr lang="en-GB" sz="1800"/>
                  <a:t> </a:t>
                </a:r>
                <a14:m>
                  <m:oMath xmlns:m="http://schemas.openxmlformats.org/officeDocument/2006/math">
                    <m:r>
                      <a:rPr lang="en-US" altLang="en-GB" sz="1800" i="1">
                        <a:latin typeface="Cambria Math" panose="02040503050406030204" charset="0"/>
                        <a:cs typeface="Cambria Math" panose="02040503050406030204" charset="0"/>
                      </a:rPr>
                      <m:t>→</m:t>
                    </m:r>
                  </m:oMath>
                </a14:m>
                <a:r>
                  <a:rPr lang="en-US" altLang="en-GB" sz="1800"/>
                  <a:t> </a:t>
                </a:r>
                <a:r>
                  <a:rPr lang="en-US" altLang="en-GB" sz="1800" b="1"/>
                  <a:t>Marital_Situation</a:t>
                </a:r>
                <a:r>
                  <a:rPr lang="en-US" altLang="en-GB" sz="1800"/>
                  <a:t>(Alone, In Couple)</a:t>
                </a:r>
                <a:endParaRPr lang="en-US" altLang="en-GB" sz="1800"/>
              </a:p>
              <a:p>
                <a:pPr marL="457200" lvl="0" indent="-381000" algn="l" rtl="0">
                  <a:lnSpc>
                    <a:spcPct val="150000"/>
                  </a:lnSpc>
                  <a:spcBef>
                    <a:spcPts val="0"/>
                  </a:spcBef>
                  <a:spcAft>
                    <a:spcPts val="0"/>
                  </a:spcAft>
                  <a:buSzPts val="2400"/>
                  <a:buChar char="▹"/>
                </a:pPr>
                <a:r>
                  <a:rPr lang="en-US" altLang="en-GB" sz="1800" b="1"/>
                  <a:t>hasChild</a:t>
                </a:r>
                <a:r>
                  <a:rPr lang="en-US" altLang="en-GB" sz="1800"/>
                  <a:t>( if KidHome + TeenHome &gt; 0)</a:t>
                </a:r>
                <a:endParaRPr lang="en-US" altLang="en-GB" sz="1800"/>
              </a:p>
            </p:txBody>
          </p:sp>
        </mc:Choice>
        <mc:Fallback>
          <p:sp>
            <p:nvSpPr>
              <p:cNvPr id="134" name="Google Shape;134;p21"/>
              <p:cNvSpPr txBox="1">
                <a:spLocks noRot="1" noChangeAspect="1" noMove="1" noResize="1" noEditPoints="1" noAdjustHandles="1" noChangeArrowheads="1" noChangeShapeType="1" noTextEdit="1"/>
              </p:cNvSpPr>
              <p:nvPr>
                <p:ph type="body" idx="1"/>
              </p:nvPr>
            </p:nvSpPr>
            <p:spPr>
              <a:xfrm>
                <a:off x="2500630" y="958850"/>
                <a:ext cx="6056630" cy="3240405"/>
              </a:xfrm>
              <a:prstGeom prst="rect">
                <a:avLst/>
              </a:prstGeom>
              <a:blipFill rotWithShape="1">
                <a:blip r:embed="rId1"/>
                <a:stretch>
                  <a:fillRect/>
                </a:stretch>
              </a:blipFill>
            </p:spPr>
            <p:txBody>
              <a:bodyPr/>
              <a:lstStyle/>
              <a:p>
                <a:r>
                  <a:rPr lang="en-US" altLang="en-US">
                    <a:noFill/>
                  </a:rPr>
                  <a:t> </a:t>
                </a:r>
              </a:p>
            </p:txBody>
          </p:sp>
        </mc:Fallback>
      </mc:AlternateContent>
      <p:sp>
        <p:nvSpPr>
          <p:cNvPr id="135" name="Google Shape;135;p2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34">
                                            <p:txEl>
                                              <p:pRg st="0" end="0"/>
                                            </p:txEl>
                                          </p:spTgt>
                                        </p:tgtEl>
                                        <p:attrNameLst>
                                          <p:attrName>style.visibility</p:attrName>
                                        </p:attrNameLst>
                                      </p:cBhvr>
                                      <p:to>
                                        <p:strVal val="visible"/>
                                      </p:to>
                                    </p:set>
                                    <p:animEffect transition="in" filter="blinds(horizontal)">
                                      <p:cBhvr>
                                        <p:cTn id="7" dur="500"/>
                                        <p:tgtEl>
                                          <p:spTgt spid="13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134">
                                            <p:txEl>
                                              <p:pRg st="1" end="1"/>
                                            </p:txEl>
                                          </p:spTgt>
                                        </p:tgtEl>
                                        <p:attrNameLst>
                                          <p:attrName>style.visibility</p:attrName>
                                        </p:attrNameLst>
                                      </p:cBhvr>
                                      <p:to>
                                        <p:strVal val="visible"/>
                                      </p:to>
                                    </p:set>
                                    <p:animEffect transition="in" filter="blinds(horizontal)">
                                      <p:cBhvr>
                                        <p:cTn id="12" dur="500"/>
                                        <p:tgtEl>
                                          <p:spTgt spid="13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134">
                                            <p:txEl>
                                              <p:pRg st="2" end="2"/>
                                            </p:txEl>
                                          </p:spTgt>
                                        </p:tgtEl>
                                        <p:attrNameLst>
                                          <p:attrName>style.visibility</p:attrName>
                                        </p:attrNameLst>
                                      </p:cBhvr>
                                      <p:to>
                                        <p:strVal val="visible"/>
                                      </p:to>
                                    </p:set>
                                    <p:animEffect transition="in" filter="blinds(horizontal)">
                                      <p:cBhvr>
                                        <p:cTn id="17" dur="500"/>
                                        <p:tgtEl>
                                          <p:spTgt spid="13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134">
                                            <p:txEl>
                                              <p:pRg st="3" end="3"/>
                                            </p:txEl>
                                          </p:spTgt>
                                        </p:tgtEl>
                                        <p:attrNameLst>
                                          <p:attrName>style.visibility</p:attrName>
                                        </p:attrNameLst>
                                      </p:cBhvr>
                                      <p:to>
                                        <p:strVal val="visible"/>
                                      </p:to>
                                    </p:set>
                                    <p:animEffect transition="in" filter="blinds(horizontal)">
                                      <p:cBhvr>
                                        <p:cTn id="22" dur="500"/>
                                        <p:tgtEl>
                                          <p:spTgt spid="13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grpId="0" nodeType="clickEffect">
                                  <p:stCondLst>
                                    <p:cond delay="0"/>
                                  </p:stCondLst>
                                  <p:childTnLst>
                                    <p:set>
                                      <p:cBhvr>
                                        <p:cTn id="26" dur="1" fill="hold">
                                          <p:stCondLst>
                                            <p:cond delay="0"/>
                                          </p:stCondLst>
                                        </p:cTn>
                                        <p:tgtEl>
                                          <p:spTgt spid="134">
                                            <p:txEl>
                                              <p:pRg st="4" end="4"/>
                                            </p:txEl>
                                          </p:spTgt>
                                        </p:tgtEl>
                                        <p:attrNameLst>
                                          <p:attrName>style.visibility</p:attrName>
                                        </p:attrNameLst>
                                      </p:cBhvr>
                                      <p:to>
                                        <p:strVal val="visible"/>
                                      </p:to>
                                    </p:set>
                                    <p:animEffect transition="in" filter="blinds(horizontal)">
                                      <p:cBhvr>
                                        <p:cTn id="27" dur="500"/>
                                        <p:tgtEl>
                                          <p:spTgt spid="13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4" grpId="0" build="p"/>
      <p:bldP spid="134" grpI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31"/>
        <p:cNvGrpSpPr/>
        <p:nvPr/>
      </p:nvGrpSpPr>
      <p:grpSpPr>
        <a:xfrm>
          <a:off x="0" y="0"/>
          <a:ext cx="0" cy="0"/>
          <a:chOff x="0" y="0"/>
          <a:chExt cx="0" cy="0"/>
        </a:xfrm>
      </p:grpSpPr>
      <p:sp>
        <p:nvSpPr>
          <p:cNvPr id="632" name="Google Shape;632;p50"/>
          <p:cNvSpPr txBox="1">
            <a:spLocks noGrp="1"/>
          </p:cNvSpPr>
          <p:nvPr>
            <p:ph type="title"/>
          </p:nvPr>
        </p:nvSpPr>
        <p:spPr>
          <a:xfrm>
            <a:off x="457200" y="438150"/>
            <a:ext cx="1887220" cy="671830"/>
          </a:xfrm>
          <a:prstGeom prst="rect">
            <a:avLst/>
          </a:prstGeom>
        </p:spPr>
        <p:txBody>
          <a:bodyPr spcFirstLastPara="1" wrap="square" lIns="0" tIns="0" rIns="0" bIns="0" anchor="ctr" anchorCtr="0">
            <a:noAutofit/>
          </a:bodyPr>
          <a:lstStyle/>
          <a:p>
            <a:pPr algn="ctr"/>
            <a:r>
              <a:rPr lang="en-US" i="0">
                <a:solidFill>
                  <a:schemeClr val="tx1">
                    <a:lumMod val="50000"/>
                  </a:schemeClr>
                </a:solidFill>
                <a:latin typeface="Times New Roman" panose="02020603050405020304" charset="0"/>
                <a:cs typeface="Times New Roman" panose="02020603050405020304" charset="0"/>
              </a:rPr>
              <a:t>Bảng dữ liệu mới</a:t>
            </a:r>
            <a:endParaRPr lang="en-US" i="0">
              <a:solidFill>
                <a:schemeClr val="tx1">
                  <a:lumMod val="50000"/>
                </a:schemeClr>
              </a:solidFill>
              <a:latin typeface="Times New Roman" panose="02020603050405020304" charset="0"/>
              <a:cs typeface="Times New Roman" panose="02020603050405020304" charset="0"/>
            </a:endParaRPr>
          </a:p>
        </p:txBody>
      </p:sp>
      <p:sp>
        <p:nvSpPr>
          <p:cNvPr id="633" name="Google Shape;633;p5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pic>
        <p:nvPicPr>
          <p:cNvPr id="2" name="Hình ảnh 2" descr="C:\Users\lan\Pictures\Screenshots\Screenshot (603).pngScreenshot (603)"/>
          <p:cNvPicPr>
            <a:picLocks noChangeAspect="1"/>
          </p:cNvPicPr>
          <p:nvPr/>
        </p:nvPicPr>
        <p:blipFill>
          <a:blip r:embed="rId1"/>
          <a:srcRect/>
          <a:stretch>
            <a:fillRect/>
          </a:stretch>
        </p:blipFill>
        <p:spPr>
          <a:xfrm>
            <a:off x="1169670" y="1181100"/>
            <a:ext cx="6903085" cy="3697605"/>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40"/>
          <p:cNvSpPr txBox="1">
            <a:spLocks noGrp="1"/>
          </p:cNvSpPr>
          <p:nvPr>
            <p:ph type="title"/>
          </p:nvPr>
        </p:nvSpPr>
        <p:spPr>
          <a:xfrm>
            <a:off x="533308" y="895165"/>
            <a:ext cx="1613400" cy="85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GB" i="0">
                <a:solidFill>
                  <a:schemeClr val="tx1">
                    <a:lumMod val="50000"/>
                  </a:schemeClr>
                </a:solidFill>
                <a:latin typeface="Times New Roman" panose="02020603050405020304" charset="0"/>
                <a:cs typeface="Times New Roman" panose="02020603050405020304" charset="0"/>
              </a:rPr>
              <a:t>Xử lý Outliers</a:t>
            </a:r>
            <a:endParaRPr lang="en-US" altLang="en-GB" i="0">
              <a:solidFill>
                <a:schemeClr val="tx1">
                  <a:lumMod val="50000"/>
                </a:schemeClr>
              </a:solidFill>
              <a:latin typeface="Times New Roman" panose="02020603050405020304" charset="0"/>
              <a:cs typeface="Times New Roman" panose="02020603050405020304" charset="0"/>
            </a:endParaRPr>
          </a:p>
        </p:txBody>
      </p:sp>
      <mc:AlternateContent xmlns:mc="http://schemas.openxmlformats.org/markup-compatibility/2006">
        <mc:Choice xmlns:a14="http://schemas.microsoft.com/office/drawing/2010/main" Requires="a14">
          <p:sp>
            <p:nvSpPr>
              <p:cNvPr id="339" name="Google Shape;339;p40"/>
              <p:cNvSpPr txBox="1">
                <a:spLocks noGrp="1"/>
              </p:cNvSpPr>
              <p:nvPr>
                <p:ph type="body" idx="1"/>
              </p:nvPr>
            </p:nvSpPr>
            <p:spPr>
              <a:xfrm>
                <a:off x="2438400" y="1200150"/>
                <a:ext cx="6177915" cy="2664460"/>
              </a:xfrm>
              <a:prstGeom prst="rect">
                <a:avLst/>
              </a:prstGeom>
            </p:spPr>
            <p:txBody>
              <a:bodyPr spcFirstLastPara="1" wrap="square" lIns="91425" tIns="91425" rIns="91425" bIns="91425" anchor="ctr" anchorCtr="0">
                <a:noAutofit/>
              </a:bodyPr>
              <a:lstStyle/>
              <a:p>
                <a:pPr marL="285750" lvl="0" indent="-285750" algn="l" rtl="0" fontAlgn="ctr">
                  <a:lnSpc>
                    <a:spcPct val="90000"/>
                  </a:lnSpc>
                  <a:spcBef>
                    <a:spcPts val="600"/>
                  </a:spcBef>
                  <a:spcAft>
                    <a:spcPts val="0"/>
                  </a:spcAft>
                  <a:buFont typeface="Arial" panose="020B0604020202020204" pitchFamily="34" charset="0"/>
                  <a:buChar char="•"/>
                </a:pPr>
                <a:r>
                  <a:rPr lang="en-US" sz="1600">
                    <a:solidFill>
                      <a:srgbClr val="4D4A56"/>
                    </a:solidFill>
                  </a:rPr>
                  <a:t>Sử dụng Box - Plot</a:t>
                </a:r>
                <a:endParaRPr lang="en-US" sz="1600">
                  <a:solidFill>
                    <a:srgbClr val="4D4A56"/>
                  </a:solidFill>
                </a:endParaRPr>
              </a:p>
              <a:p>
                <a:pPr marL="285750" lvl="0" indent="-285750" algn="l" rtl="0" fontAlgn="ctr">
                  <a:lnSpc>
                    <a:spcPct val="90000"/>
                  </a:lnSpc>
                  <a:spcBef>
                    <a:spcPts val="600"/>
                  </a:spcBef>
                  <a:spcAft>
                    <a:spcPts val="0"/>
                  </a:spcAft>
                  <a:buFont typeface="Arial" panose="020B0604020202020204" pitchFamily="34" charset="0"/>
                  <a:buChar char="•"/>
                </a:pPr>
                <a:r>
                  <a:rPr lang="en-US" sz="1600">
                    <a:solidFill>
                      <a:srgbClr val="4D4A56"/>
                    </a:solidFill>
                  </a:rPr>
                  <a:t>Phạm vi giữa các phần tử (IQR) được xác định như sau</a:t>
                </a:r>
                <a:endParaRPr lang="en-US" sz="1600">
                  <a:solidFill>
                    <a:srgbClr val="4D4A56"/>
                  </a:solidFill>
                </a:endParaRPr>
              </a:p>
              <a:p>
                <a:pPr marL="0" lvl="0" indent="0" algn="l" rtl="0" fontAlgn="ctr">
                  <a:lnSpc>
                    <a:spcPct val="90000"/>
                  </a:lnSpc>
                  <a:spcBef>
                    <a:spcPts val="600"/>
                  </a:spcBef>
                  <a:spcAft>
                    <a:spcPts val="0"/>
                  </a:spcAft>
                  <a:buFont typeface="Arial" panose="020B0604020202020204" pitchFamily="34" charset="0"/>
                  <a:buNone/>
                </a:pPr>
                <a:r>
                  <a:rPr lang="en-US" sz="1600">
                    <a:solidFill>
                      <a:srgbClr val="4D4A56"/>
                    </a:solidFill>
                  </a:rPr>
                  <a:t>		</a:t>
                </a:r>
                <a14:m>
                  <m:oMath xmlns:m="http://schemas.openxmlformats.org/officeDocument/2006/math">
                    <m:r>
                      <a:rPr lang="en-US" sz="1600" b="1" i="1">
                        <a:solidFill>
                          <a:srgbClr val="4D4A56"/>
                        </a:solidFill>
                        <a:latin typeface="Cambria Math" panose="02040503050406030204" charset="0"/>
                        <a:cs typeface="Cambria Math" panose="02040503050406030204" charset="0"/>
                      </a:rPr>
                      <m:t>𝑰𝑸𝑹</m:t>
                    </m:r>
                    <m:r>
                      <a:rPr lang="en-US" sz="1600" b="1" i="1">
                        <a:solidFill>
                          <a:srgbClr val="4D4A56"/>
                        </a:solidFill>
                        <a:latin typeface="Cambria Math" panose="02040503050406030204" charset="0"/>
                        <a:cs typeface="Cambria Math" panose="02040503050406030204" charset="0"/>
                      </a:rPr>
                      <m:t> = </m:t>
                    </m:r>
                    <m:sSub>
                      <m:sSubPr>
                        <m:ctrlPr>
                          <a:rPr lang="en-US" sz="1600" b="1" i="1">
                            <a:solidFill>
                              <a:srgbClr val="4D4A56"/>
                            </a:solidFill>
                            <a:latin typeface="Cambria Math" panose="02040503050406030204" charset="0"/>
                            <a:cs typeface="Cambria Math" panose="02040503050406030204" charset="0"/>
                          </a:rPr>
                        </m:ctrlPr>
                      </m:sSubPr>
                      <m:e>
                        <m:r>
                          <a:rPr lang="en-US" sz="1600" b="1" i="1">
                            <a:solidFill>
                              <a:srgbClr val="4D4A56"/>
                            </a:solidFill>
                            <a:latin typeface="Cambria Math" panose="02040503050406030204" charset="0"/>
                            <a:cs typeface="Cambria Math" panose="02040503050406030204" charset="0"/>
                          </a:rPr>
                          <m:t>𝑸</m:t>
                        </m:r>
                      </m:e>
                      <m:sub>
                        <m:r>
                          <a:rPr lang="en-US" sz="1600" b="1" i="1">
                            <a:solidFill>
                              <a:srgbClr val="4D4A56"/>
                            </a:solidFill>
                            <a:latin typeface="Cambria Math" panose="02040503050406030204" charset="0"/>
                            <a:cs typeface="Cambria Math" panose="02040503050406030204" charset="0"/>
                          </a:rPr>
                          <m:t>𝟑</m:t>
                        </m:r>
                      </m:sub>
                    </m:sSub>
                    <m:r>
                      <a:rPr lang="en-US" sz="1600" b="1" i="1">
                        <a:solidFill>
                          <a:srgbClr val="4D4A56"/>
                        </a:solidFill>
                        <a:latin typeface="Cambria Math" panose="02040503050406030204" charset="0"/>
                        <a:cs typeface="Cambria Math" panose="02040503050406030204" charset="0"/>
                      </a:rPr>
                      <m:t> </m:t>
                    </m:r>
                    <m:r>
                      <a:rPr lang="en-US" sz="1600" b="1" i="1">
                        <a:solidFill>
                          <a:srgbClr val="4D4A56"/>
                        </a:solidFill>
                        <a:latin typeface="Cambria Math" panose="02040503050406030204" charset="0"/>
                        <a:cs typeface="Cambria Math" panose="02040503050406030204" charset="0"/>
                      </a:rPr>
                      <m:t>−</m:t>
                    </m:r>
                    <m:r>
                      <a:rPr lang="en-US" sz="1600" b="1" i="1">
                        <a:solidFill>
                          <a:srgbClr val="4D4A56"/>
                        </a:solidFill>
                        <a:latin typeface="Cambria Math" panose="02040503050406030204" charset="0"/>
                        <a:cs typeface="Cambria Math" panose="02040503050406030204" charset="0"/>
                      </a:rPr>
                      <m:t> </m:t>
                    </m:r>
                    <m:sSub>
                      <m:sSubPr>
                        <m:ctrlPr>
                          <a:rPr lang="en-US" sz="1600" b="1" i="1">
                            <a:solidFill>
                              <a:srgbClr val="4D4A56"/>
                            </a:solidFill>
                            <a:latin typeface="Cambria Math" panose="02040503050406030204" charset="0"/>
                            <a:cs typeface="Cambria Math" panose="02040503050406030204" charset="0"/>
                          </a:rPr>
                        </m:ctrlPr>
                      </m:sSubPr>
                      <m:e>
                        <m:r>
                          <a:rPr lang="en-US" sz="1600" b="1" i="1">
                            <a:solidFill>
                              <a:srgbClr val="4D4A56"/>
                            </a:solidFill>
                            <a:latin typeface="Cambria Math" panose="02040503050406030204" charset="0"/>
                            <a:cs typeface="Cambria Math" panose="02040503050406030204" charset="0"/>
                          </a:rPr>
                          <m:t>𝑸</m:t>
                        </m:r>
                      </m:e>
                      <m:sub>
                        <m:r>
                          <a:rPr lang="en-US" sz="1600" b="1" i="1">
                            <a:solidFill>
                              <a:srgbClr val="4D4A56"/>
                            </a:solidFill>
                            <a:latin typeface="Cambria Math" panose="02040503050406030204" charset="0"/>
                            <a:cs typeface="Cambria Math" panose="02040503050406030204" charset="0"/>
                          </a:rPr>
                          <m:t>𝟏</m:t>
                        </m:r>
                      </m:sub>
                    </m:sSub>
                  </m:oMath>
                </a14:m>
                <a:endParaRPr lang="en-US" sz="1600" b="1">
                  <a:solidFill>
                    <a:srgbClr val="4D4A56"/>
                  </a:solidFill>
                </a:endParaRPr>
              </a:p>
              <a:p>
                <a:pPr marL="0" lvl="0" indent="0" algn="l" rtl="0" fontAlgn="ctr">
                  <a:lnSpc>
                    <a:spcPct val="90000"/>
                  </a:lnSpc>
                  <a:spcBef>
                    <a:spcPts val="600"/>
                  </a:spcBef>
                  <a:spcAft>
                    <a:spcPts val="0"/>
                  </a:spcAft>
                  <a:buFont typeface="Arial" panose="020B0604020202020204" pitchFamily="34" charset="0"/>
                  <a:buNone/>
                </a:pPr>
                <a:r>
                  <a:rPr lang="en-US" sz="1600">
                    <a:solidFill>
                      <a:srgbClr val="4D4A56"/>
                    </a:solidFill>
                  </a:rPr>
                  <a:t>với : -  </a:t>
                </a:r>
                <a14:m>
                  <m:oMath xmlns:m="http://schemas.openxmlformats.org/officeDocument/2006/math">
                    <m:sSub>
                      <m:sSubPr>
                        <m:ctrlPr>
                          <a:rPr lang="en-US" sz="1600" b="1" i="1">
                            <a:solidFill>
                              <a:srgbClr val="4D4A56"/>
                            </a:solidFill>
                            <a:latin typeface="Cambria Math" panose="02040503050406030204" charset="0"/>
                            <a:cs typeface="Cambria Math" panose="02040503050406030204" charset="0"/>
                          </a:rPr>
                        </m:ctrlPr>
                      </m:sSubPr>
                      <m:e>
                        <m:r>
                          <a:rPr lang="en-US" sz="1600" b="1" i="1">
                            <a:solidFill>
                              <a:srgbClr val="4D4A56"/>
                            </a:solidFill>
                            <a:latin typeface="Cambria Math" panose="02040503050406030204" charset="0"/>
                            <a:cs typeface="Cambria Math" panose="02040503050406030204" charset="0"/>
                          </a:rPr>
                          <m:t>𝑸</m:t>
                        </m:r>
                      </m:e>
                      <m:sub>
                        <m:r>
                          <a:rPr lang="en-US" sz="1600" b="1" i="1">
                            <a:solidFill>
                              <a:srgbClr val="4D4A56"/>
                            </a:solidFill>
                            <a:latin typeface="Cambria Math" panose="02040503050406030204" charset="0"/>
                            <a:cs typeface="Cambria Math" panose="02040503050406030204" charset="0"/>
                          </a:rPr>
                          <m:t>𝟏</m:t>
                        </m:r>
                      </m:sub>
                    </m:sSub>
                  </m:oMath>
                </a14:m>
                <a:r>
                  <a:rPr lang="en-US" sz="1600">
                    <a:solidFill>
                      <a:srgbClr val="4D4A56"/>
                    </a:solidFill>
                  </a:rPr>
                  <a:t>là phần tư đầu tiên </a:t>
                </a:r>
                <a:endParaRPr lang="en-US" sz="1600">
                  <a:solidFill>
                    <a:srgbClr val="4D4A56"/>
                  </a:solidFill>
                </a:endParaRPr>
              </a:p>
              <a:p>
                <a:pPr marL="0" lvl="0" indent="0" algn="l" rtl="0" fontAlgn="ctr">
                  <a:lnSpc>
                    <a:spcPct val="90000"/>
                  </a:lnSpc>
                  <a:spcBef>
                    <a:spcPts val="600"/>
                  </a:spcBef>
                  <a:spcAft>
                    <a:spcPts val="0"/>
                  </a:spcAft>
                  <a:buFont typeface="Arial" panose="020B0604020202020204" pitchFamily="34" charset="0"/>
                  <a:buNone/>
                </a:pPr>
                <a:r>
                  <a:rPr lang="en-US" sz="1600">
                    <a:solidFill>
                      <a:srgbClr val="4D4A56"/>
                    </a:solidFill>
                  </a:rPr>
                  <a:t>        -  </a:t>
                </a:r>
                <a14:m>
                  <m:oMath xmlns:m="http://schemas.openxmlformats.org/officeDocument/2006/math">
                    <m:sSub>
                      <m:sSubPr>
                        <m:ctrlPr>
                          <a:rPr lang="en-US" sz="1600" b="1" i="1">
                            <a:solidFill>
                              <a:srgbClr val="4D4A56"/>
                            </a:solidFill>
                            <a:latin typeface="Cambria Math" panose="02040503050406030204" charset="0"/>
                            <a:cs typeface="Cambria Math" panose="02040503050406030204" charset="0"/>
                          </a:rPr>
                        </m:ctrlPr>
                      </m:sSubPr>
                      <m:e>
                        <m:r>
                          <a:rPr lang="en-US" sz="1600" b="1" i="1">
                            <a:solidFill>
                              <a:srgbClr val="4D4A56"/>
                            </a:solidFill>
                            <a:latin typeface="Cambria Math" panose="02040503050406030204" charset="0"/>
                            <a:cs typeface="Cambria Math" panose="02040503050406030204" charset="0"/>
                          </a:rPr>
                          <m:t>𝑸</m:t>
                        </m:r>
                      </m:e>
                      <m:sub>
                        <m:r>
                          <a:rPr lang="en-US" sz="1600" b="1" i="1">
                            <a:solidFill>
                              <a:srgbClr val="4D4A56"/>
                            </a:solidFill>
                            <a:latin typeface="Cambria Math" panose="02040503050406030204" charset="0"/>
                            <a:cs typeface="Cambria Math" panose="02040503050406030204" charset="0"/>
                          </a:rPr>
                          <m:t>𝟑</m:t>
                        </m:r>
                      </m:sub>
                    </m:sSub>
                  </m:oMath>
                </a14:m>
                <a:r>
                  <a:rPr lang="en-US" sz="1600">
                    <a:solidFill>
                      <a:srgbClr val="4D4A56"/>
                    </a:solidFill>
                  </a:rPr>
                  <a:t>là phần tư thứ ba </a:t>
                </a:r>
                <a:endParaRPr lang="en-US" sz="1600">
                  <a:solidFill>
                    <a:srgbClr val="4D4A56"/>
                  </a:solidFill>
                </a:endParaRPr>
              </a:p>
              <a:p>
                <a:pPr marL="285750" lvl="0" indent="-285750" algn="l" rtl="0" fontAlgn="ctr">
                  <a:lnSpc>
                    <a:spcPct val="90000"/>
                  </a:lnSpc>
                  <a:spcBef>
                    <a:spcPts val="600"/>
                  </a:spcBef>
                  <a:spcAft>
                    <a:spcPts val="0"/>
                  </a:spcAft>
                  <a:buFont typeface="Arial" panose="020B0604020202020204" pitchFamily="34" charset="0"/>
                  <a:buChar char="•"/>
                </a:pPr>
                <a:r>
                  <a:rPr lang="en-US" sz="1600">
                    <a:solidFill>
                      <a:srgbClr val="4D4A56"/>
                    </a:solidFill>
                  </a:rPr>
                  <a:t>Bất kỳ giá trị nào lớn hơn (thấp hơn) 1,5 lần IQR ở trên (bên dưới) phần tư thứ ba (phần tư đầu tiên) được xác định là </a:t>
                </a:r>
                <a:r>
                  <a:rPr lang="en-US" sz="1600" b="1">
                    <a:solidFill>
                      <a:srgbClr val="4D4A56"/>
                    </a:solidFill>
                  </a:rPr>
                  <a:t>mild outlier</a:t>
                </a:r>
                <a:endParaRPr lang="en-US" sz="1600" b="1">
                  <a:solidFill>
                    <a:srgbClr val="4D4A56"/>
                  </a:solidFill>
                </a:endParaRPr>
              </a:p>
              <a:p>
                <a:pPr marL="285750" lvl="0" indent="-285750" algn="l" rtl="0" fontAlgn="ctr">
                  <a:lnSpc>
                    <a:spcPct val="90000"/>
                  </a:lnSpc>
                  <a:spcBef>
                    <a:spcPts val="600"/>
                  </a:spcBef>
                  <a:spcAft>
                    <a:spcPts val="0"/>
                  </a:spcAft>
                  <a:buFont typeface="Arial" panose="020B0604020202020204" pitchFamily="34" charset="0"/>
                  <a:buChar char="•"/>
                </a:pPr>
                <a:r>
                  <a:rPr lang="en-US" sz="1600">
                    <a:solidFill>
                      <a:srgbClr val="4D4A56"/>
                    </a:solidFill>
                  </a:rPr>
                  <a:t>Bất kỳ giá trị nào lớn hơn (thấp hơn) 3 lần IQR ở trên (bên dưới) phần tư thứ ba (phần tư đầu tiên) được xác định là </a:t>
                </a:r>
                <a:r>
                  <a:rPr lang="en-US" sz="1600" b="1">
                    <a:solidFill>
                      <a:srgbClr val="4D4A56"/>
                    </a:solidFill>
                  </a:rPr>
                  <a:t>extreme outlier</a:t>
                </a:r>
                <a:endParaRPr lang="en-US" sz="1600" b="1">
                  <a:solidFill>
                    <a:srgbClr val="4D4A56"/>
                  </a:solidFill>
                </a:endParaRPr>
              </a:p>
            </p:txBody>
          </p:sp>
        </mc:Choice>
        <mc:Fallback>
          <p:sp>
            <p:nvSpPr>
              <p:cNvPr id="339" name="Google Shape;339;p40"/>
              <p:cNvSpPr txBox="1">
                <a:spLocks noRot="1" noChangeAspect="1" noMove="1" noResize="1" noEditPoints="1" noAdjustHandles="1" noChangeArrowheads="1" noChangeShapeType="1" noTextEdit="1"/>
              </p:cNvSpPr>
              <p:nvPr>
                <p:ph type="body" idx="1"/>
              </p:nvPr>
            </p:nvSpPr>
            <p:spPr>
              <a:xfrm>
                <a:off x="2438400" y="1200150"/>
                <a:ext cx="6177915" cy="2664460"/>
              </a:xfrm>
              <a:prstGeom prst="rect">
                <a:avLst/>
              </a:prstGeom>
              <a:blipFill rotWithShape="1">
                <a:blip r:embed="rId1"/>
                <a:stretch>
                  <a:fillRect/>
                </a:stretch>
              </a:blipFill>
            </p:spPr>
            <p:txBody>
              <a:bodyPr/>
              <a:lstStyle/>
              <a:p>
                <a:r>
                  <a:rPr lang="en-US" altLang="en-US">
                    <a:noFill/>
                  </a:rPr>
                  <a:t> </a:t>
                </a:r>
              </a:p>
            </p:txBody>
          </p:sp>
        </mc:Fallback>
      </mc:AlternateContent>
      <p:sp>
        <p:nvSpPr>
          <p:cNvPr id="341" name="Google Shape;341;p4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p:cNvSpPr>
            <a:spLocks noGrp="1"/>
          </p:cNvSpPr>
          <p:nvPr>
            <p:ph type="title"/>
          </p:nvPr>
        </p:nvSpPr>
        <p:spPr>
          <a:xfrm>
            <a:off x="533400" y="895350"/>
            <a:ext cx="1703705" cy="857250"/>
          </a:xfrm>
        </p:spPr>
        <p:txBody>
          <a:bodyPr anchor="ctr" anchorCtr="0"/>
          <a:lstStyle/>
          <a:p>
            <a:pPr algn="ctr"/>
            <a:r>
              <a:rPr lang="en-US" altLang="vi-VN" i="0">
                <a:solidFill>
                  <a:schemeClr val="tx1">
                    <a:lumMod val="50000"/>
                  </a:schemeClr>
                </a:solidFill>
                <a:latin typeface="Times New Roman" panose="02020603050405020304" charset="0"/>
                <a:cs typeface="Times New Roman" panose="02020603050405020304" charset="0"/>
              </a:rPr>
              <a:t>Boxplot</a:t>
            </a:r>
            <a:endParaRPr lang="en-US" altLang="vi-VN" i="0">
              <a:solidFill>
                <a:schemeClr val="tx1">
                  <a:lumMod val="50000"/>
                </a:schemeClr>
              </a:solidFill>
              <a:latin typeface="Times New Roman" panose="02020603050405020304" charset="0"/>
              <a:cs typeface="Times New Roman" panose="02020603050405020304" charset="0"/>
            </a:endParaRPr>
          </a:p>
        </p:txBody>
      </p:sp>
      <p:sp>
        <p:nvSpPr>
          <p:cNvPr id="4" name="Chỗ dành sẵn cho Số hiệu Bản chiếu 3"/>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a:fld>
            <a:endParaRPr lang="en-GB"/>
          </a:p>
        </p:txBody>
      </p:sp>
      <p:pic>
        <p:nvPicPr>
          <p:cNvPr id="7" name="Hình ảnh 7" descr="D:\Octave\ProjectTeam12\untitled.pnguntitled"/>
          <p:cNvPicPr>
            <a:picLocks noChangeAspect="1"/>
          </p:cNvPicPr>
          <p:nvPr/>
        </p:nvPicPr>
        <p:blipFill>
          <a:blip r:embed="rId1"/>
          <a:srcRect/>
          <a:stretch>
            <a:fillRect/>
          </a:stretch>
        </p:blipFill>
        <p:spPr>
          <a:xfrm>
            <a:off x="3016250" y="716915"/>
            <a:ext cx="4805045" cy="389128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452" name="Shape 452"/>
        <p:cNvGrpSpPr/>
        <p:nvPr/>
      </p:nvGrpSpPr>
      <p:grpSpPr>
        <a:xfrm>
          <a:off x="0" y="0"/>
          <a:ext cx="0" cy="0"/>
          <a:chOff x="0" y="0"/>
          <a:chExt cx="0" cy="0"/>
        </a:xfrm>
      </p:grpSpPr>
      <p:sp>
        <p:nvSpPr>
          <p:cNvPr id="453" name="Google Shape;453;p46"/>
          <p:cNvSpPr txBox="1"/>
          <p:nvPr>
            <p:ph type="title" idx="4294967295"/>
          </p:nvPr>
        </p:nvSpPr>
        <p:spPr>
          <a:xfrm>
            <a:off x="262200" y="0"/>
            <a:ext cx="8619600" cy="467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20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rPr>
              <a:t>Biểu đồ hộp</a:t>
            </a:r>
            <a:endParaRPr lang="en-US" sz="20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endParaRPr>
          </a:p>
        </p:txBody>
      </p:sp>
      <p:sp>
        <p:nvSpPr>
          <p:cNvPr id="454" name="Google Shape;454;p46"/>
          <p:cNvSpPr txBox="1"/>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pic>
        <p:nvPicPr>
          <p:cNvPr id="8" name="Picture 7" descr="f1"/>
          <p:cNvPicPr>
            <a:picLocks noChangeAspect="1"/>
          </p:cNvPicPr>
          <p:nvPr/>
        </p:nvPicPr>
        <p:blipFill>
          <a:blip r:embed="rId1"/>
          <a:stretch>
            <a:fillRect/>
          </a:stretch>
        </p:blipFill>
        <p:spPr>
          <a:xfrm>
            <a:off x="152400" y="436880"/>
            <a:ext cx="2121535" cy="2044065"/>
          </a:xfrm>
          <a:prstGeom prst="rect">
            <a:avLst/>
          </a:prstGeom>
        </p:spPr>
      </p:pic>
      <p:pic>
        <p:nvPicPr>
          <p:cNvPr id="2" name="Picture 1" descr="f2"/>
          <p:cNvPicPr>
            <a:picLocks noChangeAspect="1"/>
          </p:cNvPicPr>
          <p:nvPr/>
        </p:nvPicPr>
        <p:blipFill>
          <a:blip r:embed="rId2"/>
          <a:stretch>
            <a:fillRect/>
          </a:stretch>
        </p:blipFill>
        <p:spPr>
          <a:xfrm>
            <a:off x="2362200" y="427355"/>
            <a:ext cx="2152650" cy="2053590"/>
          </a:xfrm>
          <a:prstGeom prst="rect">
            <a:avLst/>
          </a:prstGeom>
        </p:spPr>
      </p:pic>
      <p:pic>
        <p:nvPicPr>
          <p:cNvPr id="3" name="Picture 2" descr="f3"/>
          <p:cNvPicPr>
            <a:picLocks noChangeAspect="1"/>
          </p:cNvPicPr>
          <p:nvPr/>
        </p:nvPicPr>
        <p:blipFill>
          <a:blip r:embed="rId3"/>
          <a:stretch>
            <a:fillRect/>
          </a:stretch>
        </p:blipFill>
        <p:spPr>
          <a:xfrm>
            <a:off x="4648200" y="427355"/>
            <a:ext cx="2079625" cy="2043430"/>
          </a:xfrm>
          <a:prstGeom prst="rect">
            <a:avLst/>
          </a:prstGeom>
        </p:spPr>
      </p:pic>
      <p:pic>
        <p:nvPicPr>
          <p:cNvPr id="4" name="Picture 3" descr="f4"/>
          <p:cNvPicPr>
            <a:picLocks noChangeAspect="1"/>
          </p:cNvPicPr>
          <p:nvPr/>
        </p:nvPicPr>
        <p:blipFill>
          <a:blip r:embed="rId4"/>
          <a:stretch>
            <a:fillRect/>
          </a:stretch>
        </p:blipFill>
        <p:spPr>
          <a:xfrm>
            <a:off x="6861175" y="427355"/>
            <a:ext cx="2150745" cy="2054860"/>
          </a:xfrm>
          <a:prstGeom prst="rect">
            <a:avLst/>
          </a:prstGeom>
        </p:spPr>
      </p:pic>
      <p:pic>
        <p:nvPicPr>
          <p:cNvPr id="5" name="Picture 4" descr="f5"/>
          <p:cNvPicPr>
            <a:picLocks noChangeAspect="1"/>
          </p:cNvPicPr>
          <p:nvPr/>
        </p:nvPicPr>
        <p:blipFill>
          <a:blip r:embed="rId5"/>
          <a:stretch>
            <a:fillRect/>
          </a:stretch>
        </p:blipFill>
        <p:spPr>
          <a:xfrm>
            <a:off x="897890" y="2649220"/>
            <a:ext cx="2319655" cy="2240915"/>
          </a:xfrm>
          <a:prstGeom prst="rect">
            <a:avLst/>
          </a:prstGeom>
        </p:spPr>
      </p:pic>
      <p:pic>
        <p:nvPicPr>
          <p:cNvPr id="6" name="Picture 5" descr="f6"/>
          <p:cNvPicPr>
            <a:picLocks noChangeAspect="1"/>
          </p:cNvPicPr>
          <p:nvPr/>
        </p:nvPicPr>
        <p:blipFill>
          <a:blip r:embed="rId6"/>
          <a:stretch>
            <a:fillRect/>
          </a:stretch>
        </p:blipFill>
        <p:spPr>
          <a:xfrm>
            <a:off x="3505200" y="2649220"/>
            <a:ext cx="2423160" cy="2240280"/>
          </a:xfrm>
          <a:prstGeom prst="rect">
            <a:avLst/>
          </a:prstGeom>
        </p:spPr>
      </p:pic>
      <p:pic>
        <p:nvPicPr>
          <p:cNvPr id="7" name="Picture 6" descr="f7"/>
          <p:cNvPicPr>
            <a:picLocks noChangeAspect="1"/>
          </p:cNvPicPr>
          <p:nvPr/>
        </p:nvPicPr>
        <p:blipFill>
          <a:blip r:embed="rId7"/>
          <a:stretch>
            <a:fillRect/>
          </a:stretch>
        </p:blipFill>
        <p:spPr>
          <a:xfrm>
            <a:off x="6226810" y="2649855"/>
            <a:ext cx="2374900" cy="2239645"/>
          </a:xfrm>
          <a:prstGeom prst="rect">
            <a:avLst/>
          </a:prstGeom>
        </p:spPr>
      </p:pic>
    </p:spTree>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ppt_x"/>
                                          </p:val>
                                        </p:tav>
                                        <p:tav tm="100000">
                                          <p:val>
                                            <p:strVal val="#ppt_x"/>
                                          </p:val>
                                        </p:tav>
                                      </p:tavLst>
                                    </p:anim>
                                    <p:anim calcmode="lin" valueType="num">
                                      <p:cBhvr additive="base">
                                        <p:cTn id="20"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cBhvr additive="base">
                                        <p:cTn id="25" dur="500" fill="hold"/>
                                        <p:tgtEl>
                                          <p:spTgt spid="4"/>
                                        </p:tgtEl>
                                        <p:attrNameLst>
                                          <p:attrName>ppt_x</p:attrName>
                                        </p:attrNameLst>
                                      </p:cBhvr>
                                      <p:tavLst>
                                        <p:tav tm="0">
                                          <p:val>
                                            <p:strVal val="#ppt_x"/>
                                          </p:val>
                                        </p:tav>
                                        <p:tav tm="100000">
                                          <p:val>
                                            <p:strVal val="#ppt_x"/>
                                          </p:val>
                                        </p:tav>
                                      </p:tavLst>
                                    </p:anim>
                                    <p:anim calcmode="lin" valueType="num">
                                      <p:cBhvr additive="base">
                                        <p:cTn id="26"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5"/>
                                        </p:tgtEl>
                                        <p:attrNameLst>
                                          <p:attrName>style.visibility</p:attrName>
                                        </p:attrNameLst>
                                      </p:cBhvr>
                                      <p:to>
                                        <p:strVal val="visible"/>
                                      </p:to>
                                    </p:set>
                                    <p:anim calcmode="lin" valueType="num">
                                      <p:cBhvr additive="base">
                                        <p:cTn id="31" dur="500" fill="hold"/>
                                        <p:tgtEl>
                                          <p:spTgt spid="5"/>
                                        </p:tgtEl>
                                        <p:attrNameLst>
                                          <p:attrName>ppt_x</p:attrName>
                                        </p:attrNameLst>
                                      </p:cBhvr>
                                      <p:tavLst>
                                        <p:tav tm="0">
                                          <p:val>
                                            <p:strVal val="#ppt_x"/>
                                          </p:val>
                                        </p:tav>
                                        <p:tav tm="100000">
                                          <p:val>
                                            <p:strVal val="#ppt_x"/>
                                          </p:val>
                                        </p:tav>
                                      </p:tavLst>
                                    </p:anim>
                                    <p:anim calcmode="lin" valueType="num">
                                      <p:cBhvr additive="base">
                                        <p:cTn id="32"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6"/>
                                        </p:tgtEl>
                                        <p:attrNameLst>
                                          <p:attrName>style.visibility</p:attrName>
                                        </p:attrNameLst>
                                      </p:cBhvr>
                                      <p:to>
                                        <p:strVal val="visible"/>
                                      </p:to>
                                    </p:set>
                                    <p:anim calcmode="lin" valueType="num">
                                      <p:cBhvr additive="base">
                                        <p:cTn id="37" dur="500" fill="hold"/>
                                        <p:tgtEl>
                                          <p:spTgt spid="6"/>
                                        </p:tgtEl>
                                        <p:attrNameLst>
                                          <p:attrName>ppt_x</p:attrName>
                                        </p:attrNameLst>
                                      </p:cBhvr>
                                      <p:tavLst>
                                        <p:tav tm="0">
                                          <p:val>
                                            <p:strVal val="#ppt_x"/>
                                          </p:val>
                                        </p:tav>
                                        <p:tav tm="100000">
                                          <p:val>
                                            <p:strVal val="#ppt_x"/>
                                          </p:val>
                                        </p:tav>
                                      </p:tavLst>
                                    </p:anim>
                                    <p:anim calcmode="lin" valueType="num">
                                      <p:cBhvr additive="base">
                                        <p:cTn id="3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7"/>
                                        </p:tgtEl>
                                        <p:attrNameLst>
                                          <p:attrName>style.visibility</p:attrName>
                                        </p:attrNameLst>
                                      </p:cBhvr>
                                      <p:to>
                                        <p:strVal val="visible"/>
                                      </p:to>
                                    </p:set>
                                    <p:anim calcmode="lin" valueType="num">
                                      <p:cBhvr additive="base">
                                        <p:cTn id="43" dur="500" fill="hold"/>
                                        <p:tgtEl>
                                          <p:spTgt spid="7"/>
                                        </p:tgtEl>
                                        <p:attrNameLst>
                                          <p:attrName>ppt_x</p:attrName>
                                        </p:attrNameLst>
                                      </p:cBhvr>
                                      <p:tavLst>
                                        <p:tav tm="0">
                                          <p:val>
                                            <p:strVal val="#ppt_x"/>
                                          </p:val>
                                        </p:tav>
                                        <p:tav tm="100000">
                                          <p:val>
                                            <p:strVal val="#ppt_x"/>
                                          </p:val>
                                        </p:tav>
                                      </p:tavLst>
                                    </p:anim>
                                    <p:anim calcmode="lin" valueType="num">
                                      <p:cBhvr additive="base">
                                        <p:cTn id="4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452" name="Shape 452"/>
        <p:cNvGrpSpPr/>
        <p:nvPr/>
      </p:nvGrpSpPr>
      <p:grpSpPr>
        <a:xfrm>
          <a:off x="0" y="0"/>
          <a:ext cx="0" cy="0"/>
          <a:chOff x="0" y="0"/>
          <a:chExt cx="0" cy="0"/>
        </a:xfrm>
      </p:grpSpPr>
      <p:sp>
        <p:nvSpPr>
          <p:cNvPr id="453" name="Google Shape;453;p46"/>
          <p:cNvSpPr txBox="1"/>
          <p:nvPr>
            <p:ph type="title" idx="4294967295"/>
          </p:nvPr>
        </p:nvSpPr>
        <p:spPr>
          <a:xfrm>
            <a:off x="262200" y="0"/>
            <a:ext cx="8619600" cy="4671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2000">
                <a:solidFill>
                  <a:schemeClr val="accent1"/>
                </a:solidFill>
                <a:effectLst>
                  <a:outerShdw blurRad="38100" dist="25400" dir="5400000" algn="ctr" rotWithShape="0">
                    <a:srgbClr val="6E747A">
                      <a:alpha val="43000"/>
                    </a:srgbClr>
                  </a:outerShdw>
                </a:effectLst>
                <a:latin typeface="Times New Roman" panose="02020603050405020304" charset="0"/>
                <a:cs typeface="Times New Roman" panose="02020603050405020304" charset="0"/>
                <a:sym typeface="+mn-ea"/>
              </a:rPr>
              <a:t>Biểu đồ hộp</a:t>
            </a:r>
            <a:endParaRPr sz="2000">
              <a:solidFill>
                <a:schemeClr val="lt1"/>
              </a:solidFill>
            </a:endParaRPr>
          </a:p>
        </p:txBody>
      </p:sp>
      <p:sp>
        <p:nvSpPr>
          <p:cNvPr id="454" name="Google Shape;454;p46"/>
          <p:cNvSpPr txBox="1"/>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pic>
        <p:nvPicPr>
          <p:cNvPr id="8" name="Picture 7" descr="C:\Users\lan\Pictures\f8.PNGf8"/>
          <p:cNvPicPr>
            <a:picLocks noChangeAspect="1"/>
          </p:cNvPicPr>
          <p:nvPr/>
        </p:nvPicPr>
        <p:blipFill>
          <a:blip r:embed="rId1"/>
          <a:srcRect/>
          <a:stretch>
            <a:fillRect/>
          </a:stretch>
        </p:blipFill>
        <p:spPr>
          <a:xfrm>
            <a:off x="152400" y="523240"/>
            <a:ext cx="2121535" cy="2037715"/>
          </a:xfrm>
          <a:prstGeom prst="rect">
            <a:avLst/>
          </a:prstGeom>
        </p:spPr>
      </p:pic>
      <p:pic>
        <p:nvPicPr>
          <p:cNvPr id="2" name="Picture 1" descr="C:\Users\lan\Pictures\f9.PNGf9"/>
          <p:cNvPicPr>
            <a:picLocks noChangeAspect="1"/>
          </p:cNvPicPr>
          <p:nvPr/>
        </p:nvPicPr>
        <p:blipFill>
          <a:blip r:embed="rId2"/>
          <a:srcRect/>
          <a:stretch>
            <a:fillRect/>
          </a:stretch>
        </p:blipFill>
        <p:spPr>
          <a:xfrm>
            <a:off x="2362200" y="522605"/>
            <a:ext cx="2152650" cy="2038350"/>
          </a:xfrm>
          <a:prstGeom prst="rect">
            <a:avLst/>
          </a:prstGeom>
        </p:spPr>
      </p:pic>
      <p:pic>
        <p:nvPicPr>
          <p:cNvPr id="3" name="Picture 2" descr="C:\Users\lan\Pictures\f10.PNGf10"/>
          <p:cNvPicPr>
            <a:picLocks noChangeAspect="1"/>
          </p:cNvPicPr>
          <p:nvPr/>
        </p:nvPicPr>
        <p:blipFill>
          <a:blip r:embed="rId3"/>
          <a:srcRect/>
          <a:stretch>
            <a:fillRect/>
          </a:stretch>
        </p:blipFill>
        <p:spPr>
          <a:xfrm>
            <a:off x="4648200" y="548005"/>
            <a:ext cx="2079625" cy="2012315"/>
          </a:xfrm>
          <a:prstGeom prst="rect">
            <a:avLst/>
          </a:prstGeom>
        </p:spPr>
      </p:pic>
      <p:pic>
        <p:nvPicPr>
          <p:cNvPr id="4" name="Picture 3" descr="C:\Users\lan\Pictures\f11.PNGf11"/>
          <p:cNvPicPr>
            <a:picLocks noChangeAspect="1"/>
          </p:cNvPicPr>
          <p:nvPr/>
        </p:nvPicPr>
        <p:blipFill>
          <a:blip r:embed="rId4"/>
          <a:srcRect/>
          <a:stretch>
            <a:fillRect/>
          </a:stretch>
        </p:blipFill>
        <p:spPr>
          <a:xfrm>
            <a:off x="6861175" y="523240"/>
            <a:ext cx="2150745" cy="2037715"/>
          </a:xfrm>
          <a:prstGeom prst="rect">
            <a:avLst/>
          </a:prstGeom>
        </p:spPr>
      </p:pic>
      <p:pic>
        <p:nvPicPr>
          <p:cNvPr id="5" name="Picture 4" descr="C:\Users\lan\Pictures\f12.PNGf12"/>
          <p:cNvPicPr>
            <a:picLocks noChangeAspect="1"/>
          </p:cNvPicPr>
          <p:nvPr/>
        </p:nvPicPr>
        <p:blipFill>
          <a:blip r:embed="rId5"/>
          <a:srcRect/>
          <a:stretch>
            <a:fillRect/>
          </a:stretch>
        </p:blipFill>
        <p:spPr>
          <a:xfrm>
            <a:off x="897890" y="2767965"/>
            <a:ext cx="2319655" cy="2139950"/>
          </a:xfrm>
          <a:prstGeom prst="rect">
            <a:avLst/>
          </a:prstGeom>
        </p:spPr>
      </p:pic>
      <p:pic>
        <p:nvPicPr>
          <p:cNvPr id="6" name="Picture 5" descr="C:\Users\lan\Pictures\f13.PNGf13"/>
          <p:cNvPicPr>
            <a:picLocks noChangeAspect="1"/>
          </p:cNvPicPr>
          <p:nvPr/>
        </p:nvPicPr>
        <p:blipFill>
          <a:blip r:embed="rId6"/>
          <a:srcRect/>
          <a:stretch>
            <a:fillRect/>
          </a:stretch>
        </p:blipFill>
        <p:spPr>
          <a:xfrm>
            <a:off x="3505200" y="2762250"/>
            <a:ext cx="2423160" cy="2146300"/>
          </a:xfrm>
          <a:prstGeom prst="rect">
            <a:avLst/>
          </a:prstGeom>
        </p:spPr>
      </p:pic>
      <p:pic>
        <p:nvPicPr>
          <p:cNvPr id="7" name="Picture 6" descr="C:\Users\lan\Pictures\f14.PNGf14"/>
          <p:cNvPicPr>
            <a:picLocks noChangeAspect="1"/>
          </p:cNvPicPr>
          <p:nvPr/>
        </p:nvPicPr>
        <p:blipFill>
          <a:blip r:embed="rId7"/>
          <a:srcRect/>
          <a:stretch>
            <a:fillRect/>
          </a:stretch>
        </p:blipFill>
        <p:spPr>
          <a:xfrm>
            <a:off x="6226810" y="2775585"/>
            <a:ext cx="2374900" cy="2132965"/>
          </a:xfrm>
          <a:prstGeom prst="rect">
            <a:avLst/>
          </a:prstGeom>
        </p:spPr>
      </p:pic>
    </p:spTree>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ppt_x"/>
                                          </p:val>
                                        </p:tav>
                                        <p:tav tm="100000">
                                          <p:val>
                                            <p:strVal val="#ppt_x"/>
                                          </p:val>
                                        </p:tav>
                                      </p:tavLst>
                                    </p:anim>
                                    <p:anim calcmode="lin" valueType="num">
                                      <p:cBhvr additive="base">
                                        <p:cTn id="20"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cBhvr additive="base">
                                        <p:cTn id="25" dur="500" fill="hold"/>
                                        <p:tgtEl>
                                          <p:spTgt spid="4"/>
                                        </p:tgtEl>
                                        <p:attrNameLst>
                                          <p:attrName>ppt_x</p:attrName>
                                        </p:attrNameLst>
                                      </p:cBhvr>
                                      <p:tavLst>
                                        <p:tav tm="0">
                                          <p:val>
                                            <p:strVal val="#ppt_x"/>
                                          </p:val>
                                        </p:tav>
                                        <p:tav tm="100000">
                                          <p:val>
                                            <p:strVal val="#ppt_x"/>
                                          </p:val>
                                        </p:tav>
                                      </p:tavLst>
                                    </p:anim>
                                    <p:anim calcmode="lin" valueType="num">
                                      <p:cBhvr additive="base">
                                        <p:cTn id="26"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5"/>
                                        </p:tgtEl>
                                        <p:attrNameLst>
                                          <p:attrName>style.visibility</p:attrName>
                                        </p:attrNameLst>
                                      </p:cBhvr>
                                      <p:to>
                                        <p:strVal val="visible"/>
                                      </p:to>
                                    </p:set>
                                    <p:anim calcmode="lin" valueType="num">
                                      <p:cBhvr additive="base">
                                        <p:cTn id="31" dur="500" fill="hold"/>
                                        <p:tgtEl>
                                          <p:spTgt spid="5"/>
                                        </p:tgtEl>
                                        <p:attrNameLst>
                                          <p:attrName>ppt_x</p:attrName>
                                        </p:attrNameLst>
                                      </p:cBhvr>
                                      <p:tavLst>
                                        <p:tav tm="0">
                                          <p:val>
                                            <p:strVal val="#ppt_x"/>
                                          </p:val>
                                        </p:tav>
                                        <p:tav tm="100000">
                                          <p:val>
                                            <p:strVal val="#ppt_x"/>
                                          </p:val>
                                        </p:tav>
                                      </p:tavLst>
                                    </p:anim>
                                    <p:anim calcmode="lin" valueType="num">
                                      <p:cBhvr additive="base">
                                        <p:cTn id="32"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6"/>
                                        </p:tgtEl>
                                        <p:attrNameLst>
                                          <p:attrName>style.visibility</p:attrName>
                                        </p:attrNameLst>
                                      </p:cBhvr>
                                      <p:to>
                                        <p:strVal val="visible"/>
                                      </p:to>
                                    </p:set>
                                    <p:anim calcmode="lin" valueType="num">
                                      <p:cBhvr additive="base">
                                        <p:cTn id="37" dur="500" fill="hold"/>
                                        <p:tgtEl>
                                          <p:spTgt spid="6"/>
                                        </p:tgtEl>
                                        <p:attrNameLst>
                                          <p:attrName>ppt_x</p:attrName>
                                        </p:attrNameLst>
                                      </p:cBhvr>
                                      <p:tavLst>
                                        <p:tav tm="0">
                                          <p:val>
                                            <p:strVal val="#ppt_x"/>
                                          </p:val>
                                        </p:tav>
                                        <p:tav tm="100000">
                                          <p:val>
                                            <p:strVal val="#ppt_x"/>
                                          </p:val>
                                        </p:tav>
                                      </p:tavLst>
                                    </p:anim>
                                    <p:anim calcmode="lin" valueType="num">
                                      <p:cBhvr additive="base">
                                        <p:cTn id="3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7"/>
                                        </p:tgtEl>
                                        <p:attrNameLst>
                                          <p:attrName>style.visibility</p:attrName>
                                        </p:attrNameLst>
                                      </p:cBhvr>
                                      <p:to>
                                        <p:strVal val="visible"/>
                                      </p:to>
                                    </p:set>
                                    <p:anim calcmode="lin" valueType="num">
                                      <p:cBhvr additive="base">
                                        <p:cTn id="43" dur="500" fill="hold"/>
                                        <p:tgtEl>
                                          <p:spTgt spid="7"/>
                                        </p:tgtEl>
                                        <p:attrNameLst>
                                          <p:attrName>ppt_x</p:attrName>
                                        </p:attrNameLst>
                                      </p:cBhvr>
                                      <p:tavLst>
                                        <p:tav tm="0">
                                          <p:val>
                                            <p:strVal val="#ppt_x"/>
                                          </p:val>
                                        </p:tav>
                                        <p:tav tm="100000">
                                          <p:val>
                                            <p:strVal val="#ppt_x"/>
                                          </p:val>
                                        </p:tav>
                                      </p:tavLst>
                                    </p:anim>
                                    <p:anim calcmode="lin" valueType="num">
                                      <p:cBhvr additive="base">
                                        <p:cTn id="4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3" name="Chỗ dành sẵn cho Văn bản 2"/>
          <p:cNvSpPr>
            <a:spLocks noGrp="1"/>
          </p:cNvSpPr>
          <p:nvPr>
            <p:ph type="body" idx="1"/>
          </p:nvPr>
        </p:nvSpPr>
        <p:spPr/>
        <p:txBody>
          <a:bodyPr/>
          <a:lstStyle/>
          <a:p>
            <a:r>
              <a:rPr lang="en-US" altLang="vi-VN" b="1">
                <a:solidFill>
                  <a:schemeClr val="tx1">
                    <a:lumMod val="50000"/>
                  </a:schemeClr>
                </a:solidFill>
                <a:latin typeface="Times New Roman" panose="02020603050405020304" charset="0"/>
                <a:cs typeface="Times New Roman" panose="02020603050405020304" charset="0"/>
              </a:rPr>
              <a:t>Dữ liệu sau khi xóa Outliers</a:t>
            </a:r>
            <a:endParaRPr lang="en-US" altLang="vi-VN" b="1">
              <a:solidFill>
                <a:schemeClr val="tx1">
                  <a:lumMod val="50000"/>
                </a:schemeClr>
              </a:solidFill>
              <a:latin typeface="Times New Roman" panose="02020603050405020304" charset="0"/>
              <a:cs typeface="Times New Roman" panose="02020603050405020304" charset="0"/>
            </a:endParaRPr>
          </a:p>
        </p:txBody>
      </p:sp>
      <p:pic>
        <p:nvPicPr>
          <p:cNvPr id="4" name="Hình ảnh 4" descr="C:\Users\lan\Pictures\Screenshots\Screenshot (609).pngScreenshot (609)"/>
          <p:cNvPicPr>
            <a:picLocks noChangeAspect="1"/>
          </p:cNvPicPr>
          <p:nvPr/>
        </p:nvPicPr>
        <p:blipFill>
          <a:blip r:embed="rId1"/>
          <a:srcRect/>
          <a:stretch>
            <a:fillRect/>
          </a:stretch>
        </p:blipFill>
        <p:spPr>
          <a:xfrm>
            <a:off x="1600200" y="590550"/>
            <a:ext cx="5850255" cy="3573145"/>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40"/>
          <p:cNvSpPr txBox="1">
            <a:spLocks noGrp="1"/>
          </p:cNvSpPr>
          <p:nvPr>
            <p:ph type="title"/>
          </p:nvPr>
        </p:nvSpPr>
        <p:spPr>
          <a:xfrm>
            <a:off x="533308" y="895165"/>
            <a:ext cx="1613400" cy="85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GB" i="0">
                <a:solidFill>
                  <a:schemeClr val="tx1">
                    <a:lumMod val="50000"/>
                  </a:schemeClr>
                </a:solidFill>
                <a:latin typeface="Times New Roman" panose="02020603050405020304" charset="0"/>
                <a:cs typeface="Times New Roman" panose="02020603050405020304" charset="0"/>
              </a:rPr>
              <a:t>Xử lý giá trị NaN</a:t>
            </a:r>
            <a:endParaRPr lang="en-US" altLang="en-GB" i="0">
              <a:solidFill>
                <a:schemeClr val="tx1">
                  <a:lumMod val="50000"/>
                </a:schemeClr>
              </a:solidFill>
              <a:latin typeface="Times New Roman" panose="02020603050405020304" charset="0"/>
              <a:cs typeface="Times New Roman" panose="02020603050405020304" charset="0"/>
            </a:endParaRPr>
          </a:p>
        </p:txBody>
      </p:sp>
      <p:sp>
        <p:nvSpPr>
          <p:cNvPr id="339" name="Google Shape;339;p40"/>
          <p:cNvSpPr txBox="1">
            <a:spLocks noGrp="1"/>
          </p:cNvSpPr>
          <p:nvPr>
            <p:ph type="body" idx="1"/>
          </p:nvPr>
        </p:nvSpPr>
        <p:spPr>
          <a:xfrm>
            <a:off x="2438400" y="1200150"/>
            <a:ext cx="6177915" cy="2664460"/>
          </a:xfrm>
          <a:prstGeom prst="rect">
            <a:avLst/>
          </a:prstGeom>
        </p:spPr>
        <p:txBody>
          <a:bodyPr spcFirstLastPara="1" vert="horz" wrap="square" lIns="91425" tIns="91425" rIns="91425" bIns="91425" anchor="ctr" anchorCtr="0">
            <a:noAutofit/>
          </a:bodyPr>
          <a:lstStyle/>
          <a:p>
            <a:pPr marL="0" lvl="0" indent="0" algn="l" rtl="0" fontAlgn="ctr">
              <a:lnSpc>
                <a:spcPct val="90000"/>
              </a:lnSpc>
              <a:spcBef>
                <a:spcPts val="600"/>
              </a:spcBef>
              <a:spcAft>
                <a:spcPts val="0"/>
              </a:spcAft>
              <a:buFont typeface="Wingdings" panose="05000000000000000000" charset="0"/>
              <a:buNone/>
            </a:pPr>
            <a:r>
              <a:rPr lang="en-US" sz="1600">
                <a:solidFill>
                  <a:srgbClr val="4D4A56"/>
                </a:solidFill>
              </a:rPr>
              <a:t>Một số cách thường dùng để xử lý giá trị NaN như sau: </a:t>
            </a:r>
            <a:endParaRPr lang="en-US" sz="1600">
              <a:solidFill>
                <a:srgbClr val="4D4A56"/>
              </a:solidFill>
            </a:endParaRPr>
          </a:p>
          <a:p>
            <a:pPr marL="285750" lvl="0" indent="-285750" algn="l" rtl="0" fontAlgn="ctr">
              <a:lnSpc>
                <a:spcPct val="90000"/>
              </a:lnSpc>
              <a:spcBef>
                <a:spcPts val="600"/>
              </a:spcBef>
              <a:spcAft>
                <a:spcPts val="0"/>
              </a:spcAft>
              <a:buFont typeface="Wingdings" panose="05000000000000000000" charset="0"/>
              <a:buChar char="§"/>
            </a:pPr>
            <a:r>
              <a:rPr lang="en-US" sz="1600">
                <a:solidFill>
                  <a:srgbClr val="4D4A56"/>
                </a:solidFill>
              </a:rPr>
              <a:t>Xóa toàn bộ cột chứa giá trị NaN</a:t>
            </a:r>
            <a:endParaRPr lang="en-US" sz="1600">
              <a:solidFill>
                <a:srgbClr val="4D4A56"/>
              </a:solidFill>
            </a:endParaRPr>
          </a:p>
          <a:p>
            <a:pPr marL="285750" lvl="0" indent="-285750" algn="l" rtl="0" fontAlgn="ctr">
              <a:lnSpc>
                <a:spcPct val="90000"/>
              </a:lnSpc>
              <a:spcBef>
                <a:spcPts val="600"/>
              </a:spcBef>
              <a:spcAft>
                <a:spcPts val="0"/>
              </a:spcAft>
              <a:buFont typeface="Wingdings" panose="05000000000000000000" charset="0"/>
              <a:buChar char="§"/>
            </a:pPr>
            <a:r>
              <a:rPr lang="en-US" sz="1600">
                <a:solidFill>
                  <a:srgbClr val="4D4A56"/>
                </a:solidFill>
              </a:rPr>
              <a:t>Xóa các hàng chứa giá trị NaN</a:t>
            </a:r>
            <a:endParaRPr lang="en-US" sz="1600">
              <a:solidFill>
                <a:srgbClr val="4D4A56"/>
              </a:solidFill>
            </a:endParaRPr>
          </a:p>
          <a:p>
            <a:pPr marL="285750" lvl="0" indent="-285750" algn="l" rtl="0" fontAlgn="ctr">
              <a:lnSpc>
                <a:spcPct val="90000"/>
              </a:lnSpc>
              <a:spcBef>
                <a:spcPts val="600"/>
              </a:spcBef>
              <a:spcAft>
                <a:spcPts val="0"/>
              </a:spcAft>
              <a:buFont typeface="Wingdings" panose="05000000000000000000" charset="0"/>
              <a:buChar char="§"/>
            </a:pPr>
            <a:r>
              <a:rPr lang="en-US" sz="1600">
                <a:solidFill>
                  <a:srgbClr val="4D4A56"/>
                </a:solidFill>
              </a:rPr>
              <a:t>Áp dụng giá trị trung bình </a:t>
            </a:r>
            <a:endParaRPr lang="en-US" sz="1600">
              <a:solidFill>
                <a:srgbClr val="4D4A56"/>
              </a:solidFill>
            </a:endParaRPr>
          </a:p>
          <a:p>
            <a:pPr marL="285750" lvl="0" indent="-285750" algn="l" rtl="0" fontAlgn="ctr">
              <a:lnSpc>
                <a:spcPct val="90000"/>
              </a:lnSpc>
              <a:spcBef>
                <a:spcPts val="600"/>
              </a:spcBef>
              <a:spcAft>
                <a:spcPts val="0"/>
              </a:spcAft>
              <a:buFont typeface="Wingdings" panose="05000000000000000000" charset="0"/>
              <a:buChar char="§"/>
            </a:pPr>
            <a:r>
              <a:rPr lang="en-US" sz="1600">
                <a:solidFill>
                  <a:srgbClr val="4D4A56"/>
                </a:solidFill>
              </a:rPr>
              <a:t>Nhập giá trị trung bình của một tập hợp cụ thể: trong trường hợp này, chúng tôi sẽ phân chia theo bằng tốt nghiệp Giáo dục</a:t>
            </a:r>
            <a:endParaRPr lang="en-US" sz="1600">
              <a:solidFill>
                <a:srgbClr val="4D4A56"/>
              </a:solidFill>
            </a:endParaRPr>
          </a:p>
          <a:p>
            <a:pPr marL="285750" lvl="0" indent="-285750" algn="l" rtl="0" fontAlgn="ctr">
              <a:lnSpc>
                <a:spcPct val="90000"/>
              </a:lnSpc>
              <a:spcBef>
                <a:spcPts val="600"/>
              </a:spcBef>
              <a:spcAft>
                <a:spcPts val="0"/>
              </a:spcAft>
              <a:buFont typeface="Wingdings" panose="05000000000000000000" charset="0"/>
              <a:buChar char="§"/>
            </a:pPr>
            <a:r>
              <a:rPr lang="en-US" sz="1600">
                <a:solidFill>
                  <a:srgbClr val="4D4A56"/>
                </a:solidFill>
              </a:rPr>
              <a:t>Sử dụng một mô hình để dự đoán các giá trị bị thiếu K-Nearest Neighbor Imputation</a:t>
            </a:r>
            <a:endParaRPr lang="en-US" sz="1600">
              <a:solidFill>
                <a:srgbClr val="4D4A56"/>
              </a:solidFill>
            </a:endParaRPr>
          </a:p>
          <a:p>
            <a:pPr marL="0" lvl="0" indent="0" algn="l" rtl="0" fontAlgn="ctr">
              <a:lnSpc>
                <a:spcPct val="90000"/>
              </a:lnSpc>
              <a:spcBef>
                <a:spcPts val="600"/>
              </a:spcBef>
              <a:spcAft>
                <a:spcPts val="0"/>
              </a:spcAft>
              <a:buFont typeface="Wingdings" panose="05000000000000000000" charset="0"/>
              <a:buNone/>
            </a:pPr>
            <a:r>
              <a:rPr lang="en-US" sz="1600">
                <a:solidFill>
                  <a:srgbClr val="4D4A56"/>
                </a:solidFill>
              </a:rPr>
              <a:t>Trong bài này, nhóm em sử dụng cách xóa toàn bộ các hàng có chứa giá trị NaN.</a:t>
            </a:r>
            <a:endParaRPr lang="en-US" sz="1600">
              <a:solidFill>
                <a:srgbClr val="4D4A56"/>
              </a:solidFill>
            </a:endParaRPr>
          </a:p>
        </p:txBody>
      </p:sp>
      <p:sp>
        <p:nvSpPr>
          <p:cNvPr id="341" name="Google Shape;341;p4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3" name="Chỗ dành sẵn cho Văn bản 2"/>
          <p:cNvSpPr>
            <a:spLocks noGrp="1"/>
          </p:cNvSpPr>
          <p:nvPr>
            <p:ph type="body" idx="1"/>
          </p:nvPr>
        </p:nvSpPr>
        <p:spPr/>
        <p:txBody>
          <a:bodyPr/>
          <a:lstStyle/>
          <a:p>
            <a:r>
              <a:rPr lang="en-US" altLang="vi-VN" b="1">
                <a:solidFill>
                  <a:schemeClr val="tx1">
                    <a:lumMod val="50000"/>
                  </a:schemeClr>
                </a:solidFill>
                <a:latin typeface="Times New Roman" panose="02020603050405020304" charset="0"/>
                <a:cs typeface="Times New Roman" panose="02020603050405020304" charset="0"/>
              </a:rPr>
              <a:t>Dữ liệu sau khi xóa NaN</a:t>
            </a:r>
            <a:endParaRPr lang="en-US" altLang="vi-VN" b="1">
              <a:solidFill>
                <a:schemeClr val="tx1">
                  <a:lumMod val="50000"/>
                </a:schemeClr>
              </a:solidFill>
              <a:latin typeface="Times New Roman" panose="02020603050405020304" charset="0"/>
              <a:cs typeface="Times New Roman" panose="02020603050405020304" charset="0"/>
            </a:endParaRPr>
          </a:p>
        </p:txBody>
      </p:sp>
      <p:pic>
        <p:nvPicPr>
          <p:cNvPr id="4" name="Hình ảnh 4" descr="C:\Users\lan\Pictures\Screenshots\Screenshot (607).pngScreenshot (607)"/>
          <p:cNvPicPr>
            <a:picLocks noChangeAspect="1"/>
          </p:cNvPicPr>
          <p:nvPr/>
        </p:nvPicPr>
        <p:blipFill>
          <a:blip r:embed="rId1"/>
          <a:srcRect/>
          <a:stretch>
            <a:fillRect/>
          </a:stretch>
        </p:blipFill>
        <p:spPr>
          <a:xfrm>
            <a:off x="1459865" y="574040"/>
            <a:ext cx="6098540" cy="363347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33"/>
          <p:cNvSpPr txBox="1">
            <a:spLocks noGrp="1"/>
          </p:cNvSpPr>
          <p:nvPr>
            <p:ph type="title"/>
          </p:nvPr>
        </p:nvSpPr>
        <p:spPr>
          <a:xfrm>
            <a:off x="685800" y="971550"/>
            <a:ext cx="1443355" cy="85725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GB" i="0">
                <a:solidFill>
                  <a:schemeClr val="tx1">
                    <a:lumMod val="50000"/>
                  </a:schemeClr>
                </a:solidFill>
                <a:latin typeface="Times New Roman" panose="02020603050405020304" charset="0"/>
                <a:cs typeface="Times New Roman" panose="02020603050405020304" charset="0"/>
              </a:rPr>
              <a:t>Tổng quan thống kê</a:t>
            </a:r>
            <a:endParaRPr lang="en-US" altLang="en-GB" i="0">
              <a:solidFill>
                <a:schemeClr val="tx1">
                  <a:lumMod val="50000"/>
                </a:schemeClr>
              </a:solidFill>
              <a:latin typeface="Times New Roman" panose="02020603050405020304" charset="0"/>
              <a:cs typeface="Times New Roman" panose="02020603050405020304" charset="0"/>
            </a:endParaRPr>
          </a:p>
        </p:txBody>
      </p:sp>
      <p:sp>
        <p:nvSpPr>
          <p:cNvPr id="249" name="Google Shape;249;p33"/>
          <p:cNvSpPr txBox="1">
            <a:spLocks noGrp="1"/>
          </p:cNvSpPr>
          <p:nvPr>
            <p:ph type="body" idx="1"/>
          </p:nvPr>
        </p:nvSpPr>
        <p:spPr>
          <a:xfrm>
            <a:off x="2764075" y="1085850"/>
            <a:ext cx="1841100" cy="1305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US" altLang="en-GB" sz="1800" b="1"/>
              <a:t>Mean</a:t>
            </a:r>
            <a:endParaRPr lang="en-GB" sz="1800" b="1"/>
          </a:p>
          <a:p>
            <a:pPr marL="0" lvl="0" indent="0" algn="l" rtl="0">
              <a:spcBef>
                <a:spcPts val="600"/>
              </a:spcBef>
              <a:spcAft>
                <a:spcPts val="0"/>
              </a:spcAft>
              <a:buNone/>
            </a:pPr>
            <a:r>
              <a:rPr lang="en-US"/>
              <a:t>Gía trị trung bình</a:t>
            </a:r>
            <a:endParaRPr lang="en-US"/>
          </a:p>
        </p:txBody>
      </p:sp>
      <p:sp>
        <p:nvSpPr>
          <p:cNvPr id="250" name="Google Shape;250;p33"/>
          <p:cNvSpPr txBox="1">
            <a:spLocks noGrp="1"/>
          </p:cNvSpPr>
          <p:nvPr>
            <p:ph type="body" idx="2"/>
          </p:nvPr>
        </p:nvSpPr>
        <p:spPr>
          <a:xfrm>
            <a:off x="4699429" y="1085850"/>
            <a:ext cx="1841100" cy="1305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US" sz="1800" b="1"/>
              <a:t>Median</a:t>
            </a:r>
            <a:endParaRPr sz="1800" b="1"/>
          </a:p>
          <a:p>
            <a:pPr marL="0" lvl="0" indent="0" algn="l" rtl="0">
              <a:spcBef>
                <a:spcPts val="600"/>
              </a:spcBef>
              <a:spcAft>
                <a:spcPts val="0"/>
              </a:spcAft>
              <a:buNone/>
            </a:pPr>
            <a:r>
              <a:rPr lang="en-US"/>
              <a:t>Gía trị trung vị ( số ở giữa nhất trong các số)</a:t>
            </a:r>
            <a:endParaRPr lang="en-US"/>
          </a:p>
        </p:txBody>
      </p:sp>
      <p:sp>
        <p:nvSpPr>
          <p:cNvPr id="251" name="Google Shape;251;p33"/>
          <p:cNvSpPr txBox="1">
            <a:spLocks noGrp="1"/>
          </p:cNvSpPr>
          <p:nvPr>
            <p:ph type="body" idx="3"/>
          </p:nvPr>
        </p:nvSpPr>
        <p:spPr>
          <a:xfrm>
            <a:off x="6634783" y="1085850"/>
            <a:ext cx="1841100" cy="1305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US" sz="1800" b="1"/>
              <a:t>Std</a:t>
            </a:r>
            <a:endParaRPr sz="1800" b="1"/>
          </a:p>
          <a:p>
            <a:pPr marL="0" lvl="0" indent="0" algn="l" rtl="0">
              <a:spcBef>
                <a:spcPts val="600"/>
              </a:spcBef>
              <a:spcAft>
                <a:spcPts val="0"/>
              </a:spcAft>
              <a:buNone/>
            </a:pPr>
            <a:r>
              <a:rPr lang="en-US"/>
              <a:t>Độ lệch chuẩn</a:t>
            </a:r>
            <a:endParaRPr lang="en-US"/>
          </a:p>
          <a:p>
            <a:pPr marL="0" lvl="0" indent="0" algn="l" rtl="0">
              <a:spcBef>
                <a:spcPts val="600"/>
              </a:spcBef>
              <a:spcAft>
                <a:spcPts val="0"/>
              </a:spcAft>
              <a:buNone/>
            </a:pPr>
          </a:p>
        </p:txBody>
      </p:sp>
      <p:sp>
        <p:nvSpPr>
          <p:cNvPr id="252" name="Google Shape;252;p33"/>
          <p:cNvSpPr txBox="1">
            <a:spLocks noGrp="1"/>
          </p:cNvSpPr>
          <p:nvPr>
            <p:ph type="body" idx="1"/>
          </p:nvPr>
        </p:nvSpPr>
        <p:spPr>
          <a:xfrm>
            <a:off x="2764075" y="2743200"/>
            <a:ext cx="1841100" cy="1305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US" sz="1800" b="1"/>
              <a:t>Var</a:t>
            </a:r>
            <a:endParaRPr sz="1800" b="1"/>
          </a:p>
          <a:p>
            <a:pPr marL="0" lvl="0" indent="0" algn="l" rtl="0">
              <a:spcBef>
                <a:spcPts val="600"/>
              </a:spcBef>
              <a:spcAft>
                <a:spcPts val="0"/>
              </a:spcAft>
              <a:buNone/>
            </a:pPr>
            <a:r>
              <a:rPr lang="en-US"/>
              <a:t>Phương sai</a:t>
            </a:r>
            <a:endParaRPr lang="en-US"/>
          </a:p>
        </p:txBody>
      </p:sp>
      <p:sp>
        <p:nvSpPr>
          <p:cNvPr id="253" name="Google Shape;253;p33"/>
          <p:cNvSpPr txBox="1">
            <a:spLocks noGrp="1"/>
          </p:cNvSpPr>
          <p:nvPr>
            <p:ph type="body" idx="2"/>
          </p:nvPr>
        </p:nvSpPr>
        <p:spPr>
          <a:xfrm>
            <a:off x="4699429" y="2743200"/>
            <a:ext cx="1841100" cy="1305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US" sz="1800" b="1"/>
              <a:t>Cov</a:t>
            </a:r>
            <a:endParaRPr sz="1800" b="1"/>
          </a:p>
          <a:p>
            <a:pPr marL="0" lvl="0" indent="0" algn="l" rtl="0">
              <a:spcBef>
                <a:spcPts val="600"/>
              </a:spcBef>
              <a:spcAft>
                <a:spcPts val="0"/>
              </a:spcAft>
              <a:buNone/>
            </a:pPr>
            <a:r>
              <a:rPr lang="en-US"/>
              <a:t>Hiệp phương sai</a:t>
            </a:r>
            <a:endParaRPr lang="en-US"/>
          </a:p>
        </p:txBody>
      </p:sp>
      <p:sp>
        <p:nvSpPr>
          <p:cNvPr id="254" name="Google Shape;254;p33"/>
          <p:cNvSpPr txBox="1">
            <a:spLocks noGrp="1"/>
          </p:cNvSpPr>
          <p:nvPr>
            <p:ph type="body" idx="3"/>
          </p:nvPr>
        </p:nvSpPr>
        <p:spPr>
          <a:xfrm>
            <a:off x="6634783" y="2743200"/>
            <a:ext cx="1841100" cy="1305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US" sz="1800" b="1"/>
              <a:t>Min, Max</a:t>
            </a:r>
            <a:endParaRPr sz="1800" b="1"/>
          </a:p>
          <a:p>
            <a:pPr marL="0" lvl="0" indent="0" algn="l" rtl="0">
              <a:spcBef>
                <a:spcPts val="600"/>
              </a:spcBef>
              <a:spcAft>
                <a:spcPts val="0"/>
              </a:spcAft>
              <a:buNone/>
            </a:pPr>
            <a:r>
              <a:rPr lang="en-US"/>
              <a:t>Min: giá trị nhỏ nhất</a:t>
            </a:r>
            <a:endParaRPr lang="en-US"/>
          </a:p>
          <a:p>
            <a:pPr marL="0" lvl="0" indent="0" algn="l" rtl="0">
              <a:spcBef>
                <a:spcPts val="600"/>
              </a:spcBef>
              <a:spcAft>
                <a:spcPts val="0"/>
              </a:spcAft>
              <a:buNone/>
            </a:pPr>
            <a:r>
              <a:rPr lang="en-US"/>
              <a:t>Max: giá trị lớn nhất</a:t>
            </a:r>
            <a:endParaRPr lang="en-US"/>
          </a:p>
        </p:txBody>
      </p:sp>
      <p:sp>
        <p:nvSpPr>
          <p:cNvPr id="255" name="Google Shape;255;p3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249">
                                            <p:txEl>
                                              <p:pRg st="0" end="0"/>
                                            </p:txEl>
                                          </p:spTgt>
                                        </p:tgtEl>
                                        <p:attrNameLst>
                                          <p:attrName>style.visibility</p:attrName>
                                        </p:attrNameLst>
                                      </p:cBhvr>
                                      <p:to>
                                        <p:strVal val="visible"/>
                                      </p:to>
                                    </p:set>
                                    <p:animEffect transition="in" filter="blinds(horizontal)">
                                      <p:cBhvr>
                                        <p:cTn id="7" dur="500"/>
                                        <p:tgtEl>
                                          <p:spTgt spid="249">
                                            <p:txEl>
                                              <p:pRg st="0" end="0"/>
                                            </p:txEl>
                                          </p:spTgt>
                                        </p:tgtEl>
                                      </p:cBhvr>
                                    </p:animEffect>
                                  </p:childTnLst>
                                </p:cTn>
                              </p:par>
                              <p:par>
                                <p:cTn id="8" presetID="3" presetClass="entr" presetSubtype="10" fill="hold" nodeType="withEffect">
                                  <p:stCondLst>
                                    <p:cond delay="0"/>
                                  </p:stCondLst>
                                  <p:childTnLst>
                                    <p:set>
                                      <p:cBhvr>
                                        <p:cTn id="9" dur="1" fill="hold">
                                          <p:stCondLst>
                                            <p:cond delay="0"/>
                                          </p:stCondLst>
                                        </p:cTn>
                                        <p:tgtEl>
                                          <p:spTgt spid="249">
                                            <p:txEl>
                                              <p:pRg st="1" end="1"/>
                                            </p:txEl>
                                          </p:spTgt>
                                        </p:tgtEl>
                                        <p:attrNameLst>
                                          <p:attrName>style.visibility</p:attrName>
                                        </p:attrNameLst>
                                      </p:cBhvr>
                                      <p:to>
                                        <p:strVal val="visible"/>
                                      </p:to>
                                    </p:set>
                                    <p:animEffect transition="in" filter="blinds(horizontal)">
                                      <p:cBhvr>
                                        <p:cTn id="10" dur="500"/>
                                        <p:tgtEl>
                                          <p:spTgt spid="249">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3" presetClass="entr" presetSubtype="10" fill="hold" nodeType="clickEffect">
                                  <p:stCondLst>
                                    <p:cond delay="0"/>
                                  </p:stCondLst>
                                  <p:childTnLst>
                                    <p:set>
                                      <p:cBhvr>
                                        <p:cTn id="14" dur="1" fill="hold">
                                          <p:stCondLst>
                                            <p:cond delay="0"/>
                                          </p:stCondLst>
                                        </p:cTn>
                                        <p:tgtEl>
                                          <p:spTgt spid="250">
                                            <p:txEl>
                                              <p:pRg st="0" end="0"/>
                                            </p:txEl>
                                          </p:spTgt>
                                        </p:tgtEl>
                                        <p:attrNameLst>
                                          <p:attrName>style.visibility</p:attrName>
                                        </p:attrNameLst>
                                      </p:cBhvr>
                                      <p:to>
                                        <p:strVal val="visible"/>
                                      </p:to>
                                    </p:set>
                                    <p:animEffect transition="in" filter="blinds(horizontal)">
                                      <p:cBhvr>
                                        <p:cTn id="15" dur="500"/>
                                        <p:tgtEl>
                                          <p:spTgt spid="250">
                                            <p:txEl>
                                              <p:pRg st="0" end="0"/>
                                            </p:txEl>
                                          </p:spTgt>
                                        </p:tgtEl>
                                      </p:cBhvr>
                                    </p:animEffect>
                                  </p:childTnLst>
                                </p:cTn>
                              </p:par>
                              <p:par>
                                <p:cTn id="16" presetID="3" presetClass="entr" presetSubtype="10" fill="hold" nodeType="withEffect">
                                  <p:stCondLst>
                                    <p:cond delay="0"/>
                                  </p:stCondLst>
                                  <p:childTnLst>
                                    <p:set>
                                      <p:cBhvr>
                                        <p:cTn id="17" dur="1" fill="hold">
                                          <p:stCondLst>
                                            <p:cond delay="0"/>
                                          </p:stCondLst>
                                        </p:cTn>
                                        <p:tgtEl>
                                          <p:spTgt spid="250">
                                            <p:txEl>
                                              <p:pRg st="1" end="1"/>
                                            </p:txEl>
                                          </p:spTgt>
                                        </p:tgtEl>
                                        <p:attrNameLst>
                                          <p:attrName>style.visibility</p:attrName>
                                        </p:attrNameLst>
                                      </p:cBhvr>
                                      <p:to>
                                        <p:strVal val="visible"/>
                                      </p:to>
                                    </p:set>
                                    <p:animEffect transition="in" filter="blinds(horizontal)">
                                      <p:cBhvr>
                                        <p:cTn id="18" dur="500"/>
                                        <p:tgtEl>
                                          <p:spTgt spid="250">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3" presetClass="entr" presetSubtype="10" fill="hold" nodeType="clickEffect">
                                  <p:stCondLst>
                                    <p:cond delay="0"/>
                                  </p:stCondLst>
                                  <p:childTnLst>
                                    <p:set>
                                      <p:cBhvr>
                                        <p:cTn id="22" dur="1" fill="hold">
                                          <p:stCondLst>
                                            <p:cond delay="0"/>
                                          </p:stCondLst>
                                        </p:cTn>
                                        <p:tgtEl>
                                          <p:spTgt spid="251">
                                            <p:txEl>
                                              <p:pRg st="0" end="0"/>
                                            </p:txEl>
                                          </p:spTgt>
                                        </p:tgtEl>
                                        <p:attrNameLst>
                                          <p:attrName>style.visibility</p:attrName>
                                        </p:attrNameLst>
                                      </p:cBhvr>
                                      <p:to>
                                        <p:strVal val="visible"/>
                                      </p:to>
                                    </p:set>
                                    <p:animEffect transition="in" filter="blinds(horizontal)">
                                      <p:cBhvr>
                                        <p:cTn id="23" dur="500"/>
                                        <p:tgtEl>
                                          <p:spTgt spid="251">
                                            <p:txEl>
                                              <p:pRg st="0" end="0"/>
                                            </p:txEl>
                                          </p:spTgt>
                                        </p:tgtEl>
                                      </p:cBhvr>
                                    </p:animEffect>
                                  </p:childTnLst>
                                </p:cTn>
                              </p:par>
                              <p:par>
                                <p:cTn id="24" presetID="3" presetClass="entr" presetSubtype="10" fill="hold" nodeType="withEffect">
                                  <p:stCondLst>
                                    <p:cond delay="0"/>
                                  </p:stCondLst>
                                  <p:childTnLst>
                                    <p:set>
                                      <p:cBhvr>
                                        <p:cTn id="25" dur="1" fill="hold">
                                          <p:stCondLst>
                                            <p:cond delay="0"/>
                                          </p:stCondLst>
                                        </p:cTn>
                                        <p:tgtEl>
                                          <p:spTgt spid="251">
                                            <p:txEl>
                                              <p:pRg st="1" end="1"/>
                                            </p:txEl>
                                          </p:spTgt>
                                        </p:tgtEl>
                                        <p:attrNameLst>
                                          <p:attrName>style.visibility</p:attrName>
                                        </p:attrNameLst>
                                      </p:cBhvr>
                                      <p:to>
                                        <p:strVal val="visible"/>
                                      </p:to>
                                    </p:set>
                                    <p:animEffect transition="in" filter="blinds(horizontal)">
                                      <p:cBhvr>
                                        <p:cTn id="26" dur="500"/>
                                        <p:tgtEl>
                                          <p:spTgt spid="251">
                                            <p:txEl>
                                              <p:pRg st="1" end="1"/>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3" presetClass="entr" presetSubtype="10" fill="hold" nodeType="clickEffect">
                                  <p:stCondLst>
                                    <p:cond delay="0"/>
                                  </p:stCondLst>
                                  <p:childTnLst>
                                    <p:set>
                                      <p:cBhvr>
                                        <p:cTn id="30" dur="1" fill="hold">
                                          <p:stCondLst>
                                            <p:cond delay="0"/>
                                          </p:stCondLst>
                                        </p:cTn>
                                        <p:tgtEl>
                                          <p:spTgt spid="252">
                                            <p:txEl>
                                              <p:pRg st="0" end="0"/>
                                            </p:txEl>
                                          </p:spTgt>
                                        </p:tgtEl>
                                        <p:attrNameLst>
                                          <p:attrName>style.visibility</p:attrName>
                                        </p:attrNameLst>
                                      </p:cBhvr>
                                      <p:to>
                                        <p:strVal val="visible"/>
                                      </p:to>
                                    </p:set>
                                    <p:animEffect transition="in" filter="blinds(horizontal)">
                                      <p:cBhvr>
                                        <p:cTn id="31" dur="500"/>
                                        <p:tgtEl>
                                          <p:spTgt spid="252">
                                            <p:txEl>
                                              <p:pRg st="0" end="0"/>
                                            </p:txEl>
                                          </p:spTgt>
                                        </p:tgtEl>
                                      </p:cBhvr>
                                    </p:animEffect>
                                  </p:childTnLst>
                                </p:cTn>
                              </p:par>
                              <p:par>
                                <p:cTn id="32" presetID="3" presetClass="entr" presetSubtype="10" fill="hold" nodeType="withEffect">
                                  <p:stCondLst>
                                    <p:cond delay="0"/>
                                  </p:stCondLst>
                                  <p:childTnLst>
                                    <p:set>
                                      <p:cBhvr>
                                        <p:cTn id="33" dur="1" fill="hold">
                                          <p:stCondLst>
                                            <p:cond delay="0"/>
                                          </p:stCondLst>
                                        </p:cTn>
                                        <p:tgtEl>
                                          <p:spTgt spid="252">
                                            <p:txEl>
                                              <p:pRg st="1" end="1"/>
                                            </p:txEl>
                                          </p:spTgt>
                                        </p:tgtEl>
                                        <p:attrNameLst>
                                          <p:attrName>style.visibility</p:attrName>
                                        </p:attrNameLst>
                                      </p:cBhvr>
                                      <p:to>
                                        <p:strVal val="visible"/>
                                      </p:to>
                                    </p:set>
                                    <p:animEffect transition="in" filter="blinds(horizontal)">
                                      <p:cBhvr>
                                        <p:cTn id="34" dur="500"/>
                                        <p:tgtEl>
                                          <p:spTgt spid="252">
                                            <p:txEl>
                                              <p:pRg st="1" end="1"/>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3" presetClass="entr" presetSubtype="10" fill="hold" nodeType="clickEffect">
                                  <p:stCondLst>
                                    <p:cond delay="0"/>
                                  </p:stCondLst>
                                  <p:childTnLst>
                                    <p:set>
                                      <p:cBhvr>
                                        <p:cTn id="38" dur="1" fill="hold">
                                          <p:stCondLst>
                                            <p:cond delay="0"/>
                                          </p:stCondLst>
                                        </p:cTn>
                                        <p:tgtEl>
                                          <p:spTgt spid="253">
                                            <p:txEl>
                                              <p:pRg st="0" end="0"/>
                                            </p:txEl>
                                          </p:spTgt>
                                        </p:tgtEl>
                                        <p:attrNameLst>
                                          <p:attrName>style.visibility</p:attrName>
                                        </p:attrNameLst>
                                      </p:cBhvr>
                                      <p:to>
                                        <p:strVal val="visible"/>
                                      </p:to>
                                    </p:set>
                                    <p:animEffect transition="in" filter="blinds(horizontal)">
                                      <p:cBhvr>
                                        <p:cTn id="39" dur="500"/>
                                        <p:tgtEl>
                                          <p:spTgt spid="253">
                                            <p:txEl>
                                              <p:pRg st="0" end="0"/>
                                            </p:txEl>
                                          </p:spTgt>
                                        </p:tgtEl>
                                      </p:cBhvr>
                                    </p:animEffect>
                                  </p:childTnLst>
                                </p:cTn>
                              </p:par>
                              <p:par>
                                <p:cTn id="40" presetID="3" presetClass="entr" presetSubtype="10" fill="hold" nodeType="withEffect">
                                  <p:stCondLst>
                                    <p:cond delay="0"/>
                                  </p:stCondLst>
                                  <p:childTnLst>
                                    <p:set>
                                      <p:cBhvr>
                                        <p:cTn id="41" dur="1" fill="hold">
                                          <p:stCondLst>
                                            <p:cond delay="0"/>
                                          </p:stCondLst>
                                        </p:cTn>
                                        <p:tgtEl>
                                          <p:spTgt spid="253">
                                            <p:txEl>
                                              <p:pRg st="1" end="1"/>
                                            </p:txEl>
                                          </p:spTgt>
                                        </p:tgtEl>
                                        <p:attrNameLst>
                                          <p:attrName>style.visibility</p:attrName>
                                        </p:attrNameLst>
                                      </p:cBhvr>
                                      <p:to>
                                        <p:strVal val="visible"/>
                                      </p:to>
                                    </p:set>
                                    <p:animEffect transition="in" filter="blinds(horizontal)">
                                      <p:cBhvr>
                                        <p:cTn id="42" dur="500"/>
                                        <p:tgtEl>
                                          <p:spTgt spid="253">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3" presetClass="entr" presetSubtype="10" fill="hold" nodeType="clickEffect">
                                  <p:stCondLst>
                                    <p:cond delay="0"/>
                                  </p:stCondLst>
                                  <p:childTnLst>
                                    <p:set>
                                      <p:cBhvr>
                                        <p:cTn id="46" dur="1" fill="hold">
                                          <p:stCondLst>
                                            <p:cond delay="0"/>
                                          </p:stCondLst>
                                        </p:cTn>
                                        <p:tgtEl>
                                          <p:spTgt spid="254">
                                            <p:txEl>
                                              <p:pRg st="0" end="0"/>
                                            </p:txEl>
                                          </p:spTgt>
                                        </p:tgtEl>
                                        <p:attrNameLst>
                                          <p:attrName>style.visibility</p:attrName>
                                        </p:attrNameLst>
                                      </p:cBhvr>
                                      <p:to>
                                        <p:strVal val="visible"/>
                                      </p:to>
                                    </p:set>
                                    <p:animEffect transition="in" filter="blinds(horizontal)">
                                      <p:cBhvr>
                                        <p:cTn id="47" dur="500"/>
                                        <p:tgtEl>
                                          <p:spTgt spid="254">
                                            <p:txEl>
                                              <p:pRg st="0" end="0"/>
                                            </p:txEl>
                                          </p:spTgt>
                                        </p:tgtEl>
                                      </p:cBhvr>
                                    </p:animEffect>
                                  </p:childTnLst>
                                </p:cTn>
                              </p:par>
                              <p:par>
                                <p:cTn id="48" presetID="3" presetClass="entr" presetSubtype="10" fill="hold" nodeType="withEffect">
                                  <p:stCondLst>
                                    <p:cond delay="0"/>
                                  </p:stCondLst>
                                  <p:childTnLst>
                                    <p:set>
                                      <p:cBhvr>
                                        <p:cTn id="49" dur="1" fill="hold">
                                          <p:stCondLst>
                                            <p:cond delay="0"/>
                                          </p:stCondLst>
                                        </p:cTn>
                                        <p:tgtEl>
                                          <p:spTgt spid="254">
                                            <p:txEl>
                                              <p:pRg st="1" end="1"/>
                                            </p:txEl>
                                          </p:spTgt>
                                        </p:tgtEl>
                                        <p:attrNameLst>
                                          <p:attrName>style.visibility</p:attrName>
                                        </p:attrNameLst>
                                      </p:cBhvr>
                                      <p:to>
                                        <p:strVal val="visible"/>
                                      </p:to>
                                    </p:set>
                                    <p:animEffect transition="in" filter="blinds(horizontal)">
                                      <p:cBhvr>
                                        <p:cTn id="50" dur="500"/>
                                        <p:tgtEl>
                                          <p:spTgt spid="254">
                                            <p:txEl>
                                              <p:pRg st="1" end="1"/>
                                            </p:txEl>
                                          </p:spTgt>
                                        </p:tgtEl>
                                      </p:cBhvr>
                                    </p:animEffect>
                                  </p:childTnLst>
                                </p:cTn>
                              </p:par>
                              <p:par>
                                <p:cTn id="51" presetID="3" presetClass="entr" presetSubtype="10" fill="hold" nodeType="withEffect">
                                  <p:stCondLst>
                                    <p:cond delay="0"/>
                                  </p:stCondLst>
                                  <p:childTnLst>
                                    <p:set>
                                      <p:cBhvr>
                                        <p:cTn id="52" dur="1" fill="hold">
                                          <p:stCondLst>
                                            <p:cond delay="0"/>
                                          </p:stCondLst>
                                        </p:cTn>
                                        <p:tgtEl>
                                          <p:spTgt spid="254">
                                            <p:txEl>
                                              <p:pRg st="2" end="2"/>
                                            </p:txEl>
                                          </p:spTgt>
                                        </p:tgtEl>
                                        <p:attrNameLst>
                                          <p:attrName>style.visibility</p:attrName>
                                        </p:attrNameLst>
                                      </p:cBhvr>
                                      <p:to>
                                        <p:strVal val="visible"/>
                                      </p:to>
                                    </p:set>
                                    <p:animEffect transition="in" filter="blinds(horizontal)">
                                      <p:cBhvr>
                                        <p:cTn id="53" dur="500"/>
                                        <p:tgtEl>
                                          <p:spTgt spid="25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9" grpI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7"/>
          <p:cNvSpPr txBox="1">
            <a:spLocks noGrp="1"/>
          </p:cNvSpPr>
          <p:nvPr>
            <p:ph type="title"/>
          </p:nvPr>
        </p:nvSpPr>
        <p:spPr>
          <a:xfrm>
            <a:off x="579729" y="819409"/>
            <a:ext cx="1706732" cy="1084319"/>
          </a:xfrm>
          <a:prstGeom prst="rect">
            <a:avLst/>
          </a:prstGeom>
        </p:spPr>
        <p:txBody>
          <a:bodyPr spcFirstLastPara="1" wrap="square" lIns="91425" tIns="91425" rIns="91425" bIns="91425" anchor="ctr" anchorCtr="0">
            <a:noAutofit/>
          </a:bodyPr>
          <a:lstStyle/>
          <a:p>
            <a:pPr marL="0" lvl="0" indent="0" algn="ctr">
              <a:spcBef>
                <a:spcPts val="0"/>
              </a:spcBef>
              <a:spcAft>
                <a:spcPts val="0"/>
              </a:spcAft>
              <a:buNone/>
            </a:pPr>
            <a:r>
              <a:rPr lang="en-US" altLang="en-GB" i="0">
                <a:solidFill>
                  <a:schemeClr val="tx1"/>
                </a:solidFill>
                <a:latin typeface="Times New Roman" panose="02020603050405020304" charset="0"/>
                <a:cs typeface="Times New Roman" panose="02020603050405020304" charset="0"/>
              </a:rPr>
              <a:t>Bảng tổng quan thống kê</a:t>
            </a:r>
            <a:endParaRPr lang="en-US" altLang="en-GB" i="0">
              <a:solidFill>
                <a:schemeClr val="tx1"/>
              </a:solidFill>
              <a:latin typeface="Times New Roman" panose="02020603050405020304" charset="0"/>
              <a:cs typeface="Times New Roman" panose="02020603050405020304" charset="0"/>
            </a:endParaRPr>
          </a:p>
        </p:txBody>
      </p:sp>
      <p:sp>
        <p:nvSpPr>
          <p:cNvPr id="106" name="Google Shape;106;p1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pic>
        <p:nvPicPr>
          <p:cNvPr id="2" name="Hình ảnh 2" descr="C:\Users\lan\Pictures\Screenshots\Screenshot (610).pngScreenshot (610)"/>
          <p:cNvPicPr>
            <a:picLocks noChangeAspect="1"/>
          </p:cNvPicPr>
          <p:nvPr/>
        </p:nvPicPr>
        <p:blipFill>
          <a:blip r:embed="rId1"/>
          <a:srcRect/>
          <a:stretch>
            <a:fillRect/>
          </a:stretch>
        </p:blipFill>
        <p:spPr>
          <a:xfrm>
            <a:off x="2409825" y="895350"/>
            <a:ext cx="6146800" cy="360045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3" name="Chỗ dành sẵn cho Văn bản 2"/>
          <p:cNvSpPr>
            <a:spLocks noGrp="1"/>
          </p:cNvSpPr>
          <p:nvPr>
            <p:ph type="body" idx="1"/>
          </p:nvPr>
        </p:nvSpPr>
        <p:spPr/>
        <p:txBody>
          <a:bodyPr/>
          <a:lstStyle/>
          <a:p>
            <a:r>
              <a:rPr lang="en-US" altLang="vi-VN" b="1">
                <a:solidFill>
                  <a:schemeClr val="tx1">
                    <a:lumMod val="50000"/>
                  </a:schemeClr>
                </a:solidFill>
                <a:latin typeface="Times New Roman" panose="02020603050405020304" charset="0"/>
                <a:cs typeface="Times New Roman" panose="02020603050405020304" charset="0"/>
              </a:rPr>
              <a:t>Phân tích cơ bản</a:t>
            </a:r>
            <a:endParaRPr lang="en-US" altLang="vi-VN" b="1">
              <a:solidFill>
                <a:schemeClr val="tx1">
                  <a:lumMod val="50000"/>
                </a:schemeClr>
              </a:solidFill>
              <a:latin typeface="Times New Roman" panose="02020603050405020304" charset="0"/>
              <a:cs typeface="Times New Roman" panose="02020603050405020304" charset="0"/>
            </a:endParaRPr>
          </a:p>
        </p:txBody>
      </p:sp>
      <p:pic>
        <p:nvPicPr>
          <p:cNvPr id="4" name="Hình ảnh 4" descr="C:\Users\lan\Pictures\m5.PNGm5"/>
          <p:cNvPicPr>
            <a:picLocks noChangeAspect="1"/>
          </p:cNvPicPr>
          <p:nvPr/>
        </p:nvPicPr>
        <p:blipFill>
          <a:blip r:embed="rId1"/>
          <a:srcRect/>
          <a:stretch>
            <a:fillRect/>
          </a:stretch>
        </p:blipFill>
        <p:spPr>
          <a:xfrm>
            <a:off x="1492885" y="652145"/>
            <a:ext cx="6157595" cy="354076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345" name="Shape 345"/>
        <p:cNvGrpSpPr/>
        <p:nvPr/>
      </p:nvGrpSpPr>
      <p:grpSpPr>
        <a:xfrm>
          <a:off x="0" y="0"/>
          <a:ext cx="0" cy="0"/>
          <a:chOff x="0" y="0"/>
          <a:chExt cx="0" cy="0"/>
        </a:xfrm>
      </p:grpSpPr>
      <p:sp>
        <p:nvSpPr>
          <p:cNvPr id="346" name="Google Shape;346;p41"/>
          <p:cNvSpPr txBox="1"/>
          <p:nvPr>
            <p:ph type="ctrTitle"/>
          </p:nvPr>
        </p:nvSpPr>
        <p:spPr>
          <a:xfrm>
            <a:off x="2801620" y="1779905"/>
            <a:ext cx="3616960" cy="115951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GB">
                <a:latin typeface="Times New Roman" panose="02020603050405020304" charset="0"/>
                <a:cs typeface="Times New Roman" panose="02020603050405020304" charset="0"/>
              </a:rPr>
              <a:t>Trực quan hóa dữ liệu</a:t>
            </a:r>
            <a:endParaRPr lang="en-US" altLang="en-GB">
              <a:latin typeface="Times New Roman" panose="02020603050405020304" charset="0"/>
              <a:cs typeface="Times New Roman" panose="02020603050405020304" charset="0"/>
            </a:endParaRPr>
          </a:p>
        </p:txBody>
      </p:sp>
      <p:sp>
        <p:nvSpPr>
          <p:cNvPr id="347" name="Google Shape;347;p41"/>
          <p:cNvSpPr txBox="1"/>
          <p:nvPr>
            <p:ph type="subTitle" idx="1"/>
          </p:nvPr>
        </p:nvSpPr>
        <p:spPr>
          <a:xfrm>
            <a:off x="2411730" y="3075940"/>
            <a:ext cx="4335780" cy="78486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GB">
                <a:latin typeface="Times New Roman" panose="02020603050405020304" charset="0"/>
                <a:cs typeface="Times New Roman" panose="02020603050405020304" charset="0"/>
              </a:rPr>
              <a:t>Income , Purchases , Products , Campaign</a:t>
            </a:r>
            <a:endParaRPr lang="en-US" altLang="en-GB">
              <a:latin typeface="Times New Roman" panose="02020603050405020304" charset="0"/>
              <a:cs typeface="Times New Roman" panose="02020603050405020304" charset="0"/>
            </a:endParaRPr>
          </a:p>
        </p:txBody>
      </p:sp>
      <p:sp>
        <p:nvSpPr>
          <p:cNvPr id="348" name="Google Shape;348;p41"/>
          <p:cNvSpPr txBox="1"/>
          <p:nvPr>
            <p:ph type="ctrTitle"/>
          </p:nvPr>
        </p:nvSpPr>
        <p:spPr>
          <a:xfrm>
            <a:off x="2404575" y="893524"/>
            <a:ext cx="4335000" cy="684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sz="4800" i="0">
                <a:solidFill>
                  <a:schemeClr val="accent1"/>
                </a:solidFill>
                <a:latin typeface="Times New Roman" panose="02020603050405020304" charset="0"/>
                <a:cs typeface="Times New Roman" panose="02020603050405020304" charset="0"/>
              </a:rPr>
              <a:t>3</a:t>
            </a:r>
            <a:endParaRPr lang="en-US" sz="4800" i="0">
              <a:solidFill>
                <a:schemeClr val="accent1"/>
              </a:solidFill>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7">
                                            <p:txEl>
                                              <p:pRg st="0" end="0"/>
                                            </p:txEl>
                                          </p:spTgt>
                                        </p:tgtEl>
                                        <p:attrNameLst>
                                          <p:attrName>style.visibility</p:attrName>
                                        </p:attrNameLst>
                                      </p:cBhvr>
                                      <p:to>
                                        <p:strVal val="visible"/>
                                      </p:to>
                                    </p:set>
                                    <p:anim calcmode="lin" valueType="num">
                                      <p:cBhvr additive="base">
                                        <p:cTn id="7" dur="500" fill="hold"/>
                                        <p:tgtEl>
                                          <p:spTgt spid="34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47">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7" grpId="0" build="p"/>
      <p:bldP spid="347" grpI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Google Shape;353;p42"/>
          <p:cNvSpPr txBox="1">
            <a:spLocks noGrp="1"/>
          </p:cNvSpPr>
          <p:nvPr>
            <p:ph type="title"/>
          </p:nvPr>
        </p:nvSpPr>
        <p:spPr>
          <a:xfrm>
            <a:off x="578485" y="441325"/>
            <a:ext cx="1659255" cy="671830"/>
          </a:xfrm>
          <a:prstGeom prst="rect">
            <a:avLst/>
          </a:prstGeom>
        </p:spPr>
        <p:txBody>
          <a:bodyPr spcFirstLastPara="1" wrap="square" lIns="0" tIns="0" rIns="0" bIns="0" anchor="ctr" anchorCtr="0">
            <a:noAutofit/>
          </a:bodyPr>
          <a:lstStyle/>
          <a:p>
            <a:pPr algn="ctr"/>
            <a:r>
              <a:rPr lang="en-GB" i="0">
                <a:solidFill>
                  <a:schemeClr val="tx1"/>
                </a:solidFill>
                <a:latin typeface="Times New Roman" panose="02020603050405020304" charset="0"/>
                <a:cs typeface="Times New Roman" panose="02020603050405020304" charset="0"/>
              </a:rPr>
              <a:t>Trực quan hoá dữ liệu</a:t>
            </a:r>
            <a:endParaRPr lang="en-GB" i="0">
              <a:solidFill>
                <a:schemeClr val="tx1"/>
              </a:solidFill>
              <a:latin typeface="Times New Roman" panose="02020603050405020304" charset="0"/>
              <a:cs typeface="Times New Roman" panose="02020603050405020304" charset="0"/>
            </a:endParaRPr>
          </a:p>
        </p:txBody>
      </p:sp>
      <p:sp>
        <p:nvSpPr>
          <p:cNvPr id="354" name="Google Shape;354;p4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
        <p:nvSpPr>
          <p:cNvPr id="356" name="Google Shape;356;p42"/>
          <p:cNvSpPr/>
          <p:nvPr/>
        </p:nvSpPr>
        <p:spPr>
          <a:xfrm>
            <a:off x="7075124" y="2755950"/>
            <a:ext cx="822900" cy="393600"/>
          </a:xfrm>
          <a:prstGeom prst="homePlate">
            <a:avLst>
              <a:gd name="adj" fmla="val 32030"/>
            </a:avLst>
          </a:prstGeom>
          <a:solidFill>
            <a:schemeClr val="accent4"/>
          </a:solidFill>
          <a:ln>
            <a:noFill/>
          </a:ln>
          <a:effectLst>
            <a:outerShdw blurRad="28575" dist="9525" algn="bl" rotWithShape="0">
              <a:srgbClr val="000000">
                <a:alpha val="20000"/>
              </a:srgbClr>
            </a:outerShdw>
          </a:effectLst>
        </p:spPr>
        <p:txBody>
          <a:bodyPr spcFirstLastPara="1" wrap="square" lIns="274300" tIns="0" rIns="0" bIns="0" anchor="ctr" anchorCtr="0">
            <a:noAutofit/>
          </a:bodyPr>
          <a:lstStyle/>
          <a:p>
            <a:pPr marL="0" marR="0" lvl="0" indent="0" algn="l" rtl="0">
              <a:lnSpc>
                <a:spcPct val="100000"/>
              </a:lnSpc>
              <a:spcBef>
                <a:spcPts val="0"/>
              </a:spcBef>
              <a:spcAft>
                <a:spcPts val="0"/>
              </a:spcAft>
              <a:buNone/>
            </a:pPr>
            <a:r>
              <a:rPr lang="en-GB" sz="10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10</a:t>
            </a:r>
            <a:endParaRPr sz="10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357" name="Google Shape;357;p42"/>
          <p:cNvSpPr/>
          <p:nvPr/>
        </p:nvSpPr>
        <p:spPr>
          <a:xfrm>
            <a:off x="6415040" y="2755950"/>
            <a:ext cx="822900" cy="393600"/>
          </a:xfrm>
          <a:prstGeom prst="homePlate">
            <a:avLst>
              <a:gd name="adj" fmla="val 32030"/>
            </a:avLst>
          </a:prstGeom>
          <a:solidFill>
            <a:schemeClr val="accent4"/>
          </a:solidFill>
          <a:ln>
            <a:noFill/>
          </a:ln>
          <a:effectLst>
            <a:outerShdw blurRad="28575" dist="9525" algn="bl" rotWithShape="0">
              <a:srgbClr val="000000">
                <a:alpha val="20000"/>
              </a:srgbClr>
            </a:outerShdw>
          </a:effectLst>
        </p:spPr>
        <p:txBody>
          <a:bodyPr spcFirstLastPara="1" wrap="square" lIns="274300" tIns="0" rIns="0" bIns="0" anchor="ctr" anchorCtr="0">
            <a:noAutofit/>
          </a:bodyPr>
          <a:lstStyle/>
          <a:p>
            <a:pPr marL="0" marR="0" lvl="0" indent="0" algn="l" rtl="0">
              <a:lnSpc>
                <a:spcPct val="100000"/>
              </a:lnSpc>
              <a:spcBef>
                <a:spcPts val="0"/>
              </a:spcBef>
              <a:spcAft>
                <a:spcPts val="0"/>
              </a:spcAft>
              <a:buNone/>
            </a:pPr>
            <a:r>
              <a:rPr lang="en-GB" sz="10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9</a:t>
            </a:r>
            <a:endParaRPr sz="10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358" name="Google Shape;358;p42"/>
          <p:cNvSpPr/>
          <p:nvPr/>
        </p:nvSpPr>
        <p:spPr>
          <a:xfrm>
            <a:off x="5754956" y="2755950"/>
            <a:ext cx="822900" cy="393600"/>
          </a:xfrm>
          <a:prstGeom prst="homePlate">
            <a:avLst>
              <a:gd name="adj" fmla="val 32030"/>
            </a:avLst>
          </a:prstGeom>
          <a:solidFill>
            <a:schemeClr val="accent3"/>
          </a:solidFill>
          <a:ln>
            <a:noFill/>
          </a:ln>
          <a:effectLst>
            <a:outerShdw blurRad="28575" dist="9525" algn="bl" rotWithShape="0">
              <a:srgbClr val="000000">
                <a:alpha val="20000"/>
              </a:srgbClr>
            </a:outerShdw>
          </a:effectLst>
        </p:spPr>
        <p:txBody>
          <a:bodyPr spcFirstLastPara="1" wrap="square" lIns="274300" tIns="0" rIns="0" bIns="0" anchor="ctr" anchorCtr="0">
            <a:noAutofit/>
          </a:bodyPr>
          <a:lstStyle/>
          <a:p>
            <a:pPr marL="0" marR="0" lvl="0" indent="0" algn="l" rtl="0">
              <a:lnSpc>
                <a:spcPct val="100000"/>
              </a:lnSpc>
              <a:spcBef>
                <a:spcPts val="0"/>
              </a:spcBef>
              <a:spcAft>
                <a:spcPts val="0"/>
              </a:spcAft>
              <a:buNone/>
            </a:pPr>
            <a:r>
              <a:rPr lang="en-GB" sz="10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8</a:t>
            </a:r>
            <a:endParaRPr sz="10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359" name="Google Shape;359;p42"/>
          <p:cNvSpPr/>
          <p:nvPr/>
        </p:nvSpPr>
        <p:spPr>
          <a:xfrm>
            <a:off x="5094872" y="2755950"/>
            <a:ext cx="822900" cy="393600"/>
          </a:xfrm>
          <a:prstGeom prst="homePlate">
            <a:avLst>
              <a:gd name="adj" fmla="val 32030"/>
            </a:avLst>
          </a:prstGeom>
          <a:solidFill>
            <a:schemeClr val="accent3"/>
          </a:solidFill>
          <a:ln>
            <a:noFill/>
          </a:ln>
          <a:effectLst>
            <a:outerShdw blurRad="28575" dist="9525" algn="bl" rotWithShape="0">
              <a:srgbClr val="000000">
                <a:alpha val="20000"/>
              </a:srgbClr>
            </a:outerShdw>
          </a:effectLst>
        </p:spPr>
        <p:txBody>
          <a:bodyPr spcFirstLastPara="1" wrap="square" lIns="274300" tIns="0" rIns="0" bIns="0" anchor="ctr" anchorCtr="0">
            <a:noAutofit/>
          </a:bodyPr>
          <a:lstStyle/>
          <a:p>
            <a:pPr marL="0" marR="0" lvl="0" indent="0" algn="l" rtl="0">
              <a:lnSpc>
                <a:spcPct val="100000"/>
              </a:lnSpc>
              <a:spcBef>
                <a:spcPts val="0"/>
              </a:spcBef>
              <a:spcAft>
                <a:spcPts val="0"/>
              </a:spcAft>
              <a:buNone/>
            </a:pPr>
            <a:r>
              <a:rPr lang="en-GB" sz="10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7</a:t>
            </a:r>
            <a:endParaRPr lang="en-GB" sz="1000">
              <a:solidFill>
                <a:schemeClr val="lt1"/>
              </a:solidFill>
              <a:latin typeface="Times New Roman" panose="02020603050405020304" charset="0"/>
              <a:ea typeface="Times New Roman" panose="02020603050405020304" charset="0"/>
              <a:cs typeface="Times New Roman" panose="02020603050405020304" charset="0"/>
            </a:endParaRPr>
          </a:p>
        </p:txBody>
      </p:sp>
      <p:sp>
        <p:nvSpPr>
          <p:cNvPr id="360" name="Google Shape;360;p42"/>
          <p:cNvSpPr/>
          <p:nvPr/>
        </p:nvSpPr>
        <p:spPr>
          <a:xfrm>
            <a:off x="4434788" y="2755950"/>
            <a:ext cx="822900" cy="393600"/>
          </a:xfrm>
          <a:prstGeom prst="homePlate">
            <a:avLst>
              <a:gd name="adj" fmla="val 32030"/>
            </a:avLst>
          </a:prstGeom>
          <a:solidFill>
            <a:schemeClr val="accent3"/>
          </a:solidFill>
          <a:ln>
            <a:noFill/>
          </a:ln>
          <a:effectLst>
            <a:outerShdw blurRad="28575" dist="9525" algn="bl" rotWithShape="0">
              <a:srgbClr val="000000">
                <a:alpha val="20000"/>
              </a:srgbClr>
            </a:outerShdw>
          </a:effectLst>
        </p:spPr>
        <p:txBody>
          <a:bodyPr spcFirstLastPara="1" wrap="square" lIns="274300" tIns="0" rIns="0" bIns="0" anchor="ctr" anchorCtr="0">
            <a:noAutofit/>
          </a:bodyPr>
          <a:lstStyle/>
          <a:p>
            <a:pPr marL="0" marR="0" lvl="0" indent="0" algn="l" rtl="0">
              <a:lnSpc>
                <a:spcPct val="100000"/>
              </a:lnSpc>
              <a:spcBef>
                <a:spcPts val="0"/>
              </a:spcBef>
              <a:spcAft>
                <a:spcPts val="0"/>
              </a:spcAft>
              <a:buNone/>
            </a:pPr>
            <a:r>
              <a:rPr lang="en-GB" sz="10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6</a:t>
            </a:r>
            <a:endParaRPr sz="10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361" name="Google Shape;361;p42"/>
          <p:cNvSpPr/>
          <p:nvPr/>
        </p:nvSpPr>
        <p:spPr>
          <a:xfrm>
            <a:off x="3774704" y="2755950"/>
            <a:ext cx="822900" cy="393600"/>
          </a:xfrm>
          <a:prstGeom prst="homePlate">
            <a:avLst>
              <a:gd name="adj" fmla="val 32030"/>
            </a:avLst>
          </a:prstGeom>
          <a:solidFill>
            <a:schemeClr val="accent2"/>
          </a:solidFill>
          <a:ln>
            <a:noFill/>
          </a:ln>
          <a:effectLst>
            <a:outerShdw blurRad="28575" dist="9525" algn="bl" rotWithShape="0">
              <a:srgbClr val="000000">
                <a:alpha val="20000"/>
              </a:srgbClr>
            </a:outerShdw>
          </a:effectLst>
        </p:spPr>
        <p:txBody>
          <a:bodyPr spcFirstLastPara="1" wrap="square" lIns="274300" tIns="0" rIns="0" bIns="0" anchor="ctr" anchorCtr="0">
            <a:noAutofit/>
          </a:bodyPr>
          <a:lstStyle/>
          <a:p>
            <a:pPr marL="0" marR="0" lvl="0" indent="0" algn="l" rtl="0">
              <a:lnSpc>
                <a:spcPct val="100000"/>
              </a:lnSpc>
              <a:spcBef>
                <a:spcPts val="0"/>
              </a:spcBef>
              <a:spcAft>
                <a:spcPts val="0"/>
              </a:spcAft>
              <a:buNone/>
            </a:pPr>
            <a:r>
              <a:rPr lang="en-GB" sz="10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5</a:t>
            </a:r>
            <a:endParaRPr sz="10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362" name="Google Shape;362;p42"/>
          <p:cNvSpPr/>
          <p:nvPr/>
        </p:nvSpPr>
        <p:spPr>
          <a:xfrm>
            <a:off x="3114619" y="2755950"/>
            <a:ext cx="822900" cy="393600"/>
          </a:xfrm>
          <a:prstGeom prst="homePlate">
            <a:avLst>
              <a:gd name="adj" fmla="val 32030"/>
            </a:avLst>
          </a:prstGeom>
          <a:solidFill>
            <a:schemeClr val="accent2"/>
          </a:solidFill>
          <a:ln>
            <a:noFill/>
          </a:ln>
          <a:effectLst>
            <a:outerShdw blurRad="28575" dist="9525" algn="bl" rotWithShape="0">
              <a:srgbClr val="000000">
                <a:alpha val="20000"/>
              </a:srgbClr>
            </a:outerShdw>
          </a:effectLst>
        </p:spPr>
        <p:txBody>
          <a:bodyPr spcFirstLastPara="1" wrap="square" lIns="274300" tIns="0" rIns="0" bIns="0" anchor="ctr" anchorCtr="0">
            <a:noAutofit/>
          </a:bodyPr>
          <a:lstStyle/>
          <a:p>
            <a:pPr marL="0" marR="0" lvl="0" indent="0" algn="l" rtl="0">
              <a:lnSpc>
                <a:spcPct val="100000"/>
              </a:lnSpc>
              <a:spcBef>
                <a:spcPts val="0"/>
              </a:spcBef>
              <a:spcAft>
                <a:spcPts val="0"/>
              </a:spcAft>
              <a:buNone/>
            </a:pPr>
            <a:r>
              <a:rPr lang="en-GB" sz="10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4</a:t>
            </a:r>
            <a:endParaRPr sz="10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363" name="Google Shape;363;p42"/>
          <p:cNvSpPr/>
          <p:nvPr/>
        </p:nvSpPr>
        <p:spPr>
          <a:xfrm>
            <a:off x="2454535" y="2755950"/>
            <a:ext cx="822900" cy="393600"/>
          </a:xfrm>
          <a:prstGeom prst="homePlate">
            <a:avLst>
              <a:gd name="adj" fmla="val 32030"/>
            </a:avLst>
          </a:prstGeom>
          <a:solidFill>
            <a:schemeClr val="accent2"/>
          </a:solidFill>
          <a:ln>
            <a:noFill/>
          </a:ln>
          <a:effectLst>
            <a:outerShdw blurRad="28575" dist="9525" algn="bl" rotWithShape="0">
              <a:srgbClr val="000000">
                <a:alpha val="20000"/>
              </a:srgbClr>
            </a:outerShdw>
          </a:effectLst>
        </p:spPr>
        <p:txBody>
          <a:bodyPr spcFirstLastPara="1" wrap="square" lIns="274300" tIns="0" rIns="0" bIns="0" anchor="ctr" anchorCtr="0">
            <a:noAutofit/>
          </a:bodyPr>
          <a:lstStyle/>
          <a:p>
            <a:pPr marL="0" marR="0" lvl="0" indent="0" algn="l" rtl="0">
              <a:lnSpc>
                <a:spcPct val="100000"/>
              </a:lnSpc>
              <a:spcBef>
                <a:spcPts val="0"/>
              </a:spcBef>
              <a:spcAft>
                <a:spcPts val="0"/>
              </a:spcAft>
              <a:buNone/>
            </a:pPr>
            <a:r>
              <a:rPr lang="en-GB" sz="10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3</a:t>
            </a:r>
            <a:endParaRPr sz="10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364" name="Google Shape;364;p42"/>
          <p:cNvSpPr/>
          <p:nvPr/>
        </p:nvSpPr>
        <p:spPr>
          <a:xfrm>
            <a:off x="1794451" y="2755950"/>
            <a:ext cx="822900" cy="393600"/>
          </a:xfrm>
          <a:prstGeom prst="homePlate">
            <a:avLst>
              <a:gd name="adj" fmla="val 32030"/>
            </a:avLst>
          </a:prstGeom>
          <a:solidFill>
            <a:schemeClr val="accent1"/>
          </a:solidFill>
          <a:ln>
            <a:noFill/>
          </a:ln>
          <a:effectLst>
            <a:outerShdw blurRad="28575" dist="9525" algn="bl" rotWithShape="0">
              <a:srgbClr val="000000">
                <a:alpha val="20000"/>
              </a:srgbClr>
            </a:outerShdw>
          </a:effectLst>
        </p:spPr>
        <p:txBody>
          <a:bodyPr spcFirstLastPara="1" wrap="square" lIns="274300" tIns="0" rIns="0" bIns="0" anchor="ctr" anchorCtr="0">
            <a:noAutofit/>
          </a:bodyPr>
          <a:lstStyle/>
          <a:p>
            <a:pPr marL="0" marR="0" lvl="0" indent="0" algn="l" rtl="0">
              <a:lnSpc>
                <a:spcPct val="100000"/>
              </a:lnSpc>
              <a:spcBef>
                <a:spcPts val="0"/>
              </a:spcBef>
              <a:spcAft>
                <a:spcPts val="0"/>
              </a:spcAft>
              <a:buNone/>
            </a:pPr>
            <a:r>
              <a:rPr lang="en-GB" sz="10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2</a:t>
            </a:r>
            <a:endParaRPr sz="1000">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365" name="Google Shape;365;p42"/>
          <p:cNvSpPr/>
          <p:nvPr/>
        </p:nvSpPr>
        <p:spPr>
          <a:xfrm>
            <a:off x="1134367" y="2755950"/>
            <a:ext cx="822900" cy="393600"/>
          </a:xfrm>
          <a:prstGeom prst="homePlate">
            <a:avLst>
              <a:gd name="adj" fmla="val 32030"/>
            </a:avLst>
          </a:prstGeom>
          <a:solidFill>
            <a:schemeClr val="accent1"/>
          </a:solidFill>
          <a:ln>
            <a:noFill/>
          </a:ln>
          <a:effectLst>
            <a:outerShdw blurRad="28575" dist="9525" algn="bl" rotWithShape="0">
              <a:srgbClr val="000000">
                <a:alpha val="20000"/>
              </a:srgbClr>
            </a:outerShdw>
          </a:effectLst>
        </p:spPr>
        <p:txBody>
          <a:bodyPr spcFirstLastPara="1" wrap="square" lIns="274300" tIns="0" rIns="0" bIns="0" anchor="ctr" anchorCtr="0">
            <a:noAutofit/>
          </a:bodyPr>
          <a:lstStyle/>
          <a:p>
            <a:pPr marL="0" marR="0" lvl="0" indent="0" algn="l" rtl="0">
              <a:lnSpc>
                <a:spcPct val="100000"/>
              </a:lnSpc>
              <a:spcBef>
                <a:spcPts val="0"/>
              </a:spcBef>
              <a:spcAft>
                <a:spcPts val="0"/>
              </a:spcAft>
              <a:buNone/>
            </a:pPr>
            <a:r>
              <a:rPr lang="en-GB" sz="1000">
                <a:solidFill>
                  <a:schemeClr val="lt1"/>
                </a:solidFill>
                <a:latin typeface="Times New Roman" panose="02020603050405020304" charset="0"/>
                <a:ea typeface="Times New Roman" panose="02020603050405020304" charset="0"/>
                <a:cs typeface="Times New Roman" panose="02020603050405020304" charset="0"/>
              </a:rPr>
              <a:t>1</a:t>
            </a:r>
            <a:endParaRPr lang="en-GB" sz="1000">
              <a:solidFill>
                <a:schemeClr val="lt1"/>
              </a:solidFill>
              <a:latin typeface="Times New Roman" panose="02020603050405020304" charset="0"/>
              <a:ea typeface="Times New Roman" panose="02020603050405020304" charset="0"/>
              <a:cs typeface="Times New Roman" panose="02020603050405020304" charset="0"/>
            </a:endParaRPr>
          </a:p>
        </p:txBody>
      </p:sp>
      <p:sp>
        <p:nvSpPr>
          <p:cNvPr id="369" name="Google Shape;369;p42"/>
          <p:cNvSpPr txBox="1"/>
          <p:nvPr/>
        </p:nvSpPr>
        <p:spPr>
          <a:xfrm>
            <a:off x="299275" y="1667042"/>
            <a:ext cx="1249500" cy="533400"/>
          </a:xfrm>
          <a:prstGeom prst="rect">
            <a:avLst/>
          </a:prstGeom>
          <a:noFill/>
          <a:ln>
            <a:noFill/>
          </a:ln>
        </p:spPr>
        <p:txBody>
          <a:bodyPr spcFirstLastPara="1" wrap="square" lIns="0" tIns="0" rIns="0" bIns="0" anchor="b" anchorCtr="0">
            <a:noAutofit/>
          </a:bodyPr>
          <a:lstStyle/>
          <a:p>
            <a:pPr algn="ctr"/>
            <a:endParaRPr lang="en-US" sz="900" b="1" i="1">
              <a:solidFill>
                <a:schemeClr val="bg1"/>
              </a:solidFill>
              <a:latin typeface="Times New Roman" panose="02020603050405020304" charset="0"/>
              <a:ea typeface="Times New Roman" panose="02020603050405020304" charset="0"/>
            </a:endParaRPr>
          </a:p>
        </p:txBody>
      </p:sp>
      <p:cxnSp>
        <p:nvCxnSpPr>
          <p:cNvPr id="370" name="Google Shape;370;p42"/>
          <p:cNvCxnSpPr/>
          <p:nvPr/>
        </p:nvCxnSpPr>
        <p:spPr>
          <a:xfrm rot="10800000">
            <a:off x="2090158" y="2281931"/>
            <a:ext cx="0" cy="498600"/>
          </a:xfrm>
          <a:prstGeom prst="straightConnector1">
            <a:avLst/>
          </a:prstGeom>
          <a:noFill/>
          <a:ln w="9525" cap="flat" cmpd="sng">
            <a:solidFill>
              <a:schemeClr val="lt2"/>
            </a:solidFill>
            <a:prstDash val="solid"/>
            <a:round/>
            <a:headEnd type="oval" w="med" len="med"/>
            <a:tailEnd type="oval" w="med" len="med"/>
          </a:ln>
        </p:spPr>
      </p:cxnSp>
      <p:sp>
        <p:nvSpPr>
          <p:cNvPr id="371" name="Google Shape;371;p42"/>
          <p:cNvSpPr txBox="1"/>
          <p:nvPr/>
        </p:nvSpPr>
        <p:spPr>
          <a:xfrm>
            <a:off x="922683" y="1990392"/>
            <a:ext cx="2339861" cy="330367"/>
          </a:xfrm>
          <a:prstGeom prst="rect">
            <a:avLst/>
          </a:prstGeom>
          <a:noFill/>
          <a:ln>
            <a:noFill/>
          </a:ln>
        </p:spPr>
        <p:txBody>
          <a:bodyPr spcFirstLastPara="1" wrap="square" lIns="0" tIns="0" rIns="0" bIns="0" anchor="b" anchorCtr="0">
            <a:noAutofit/>
          </a:bodyPr>
          <a:lstStyle/>
          <a:p>
            <a:pPr algn="ctr"/>
            <a:r>
              <a:rPr lang="en-US">
                <a:solidFill>
                  <a:schemeClr val="bg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Phân bổ văn </a:t>
            </a:r>
            <a:br>
              <a:rPr lang="en-US">
                <a:latin typeface="Times New Roman" panose="02020603050405020304" charset="0"/>
                <a:ea typeface="Times New Roman" panose="02020603050405020304" charset="0"/>
                <a:cs typeface="Times New Roman" panose="02020603050405020304" charset="0"/>
              </a:rPr>
            </a:br>
            <a:r>
              <a:rPr lang="en-US">
                <a:solidFill>
                  <a:schemeClr val="bg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bằng theo </a:t>
            </a:r>
            <a:br>
              <a:rPr lang="en-US">
                <a:latin typeface="Times New Roman" panose="02020603050405020304" charset="0"/>
                <a:ea typeface="Times New Roman" panose="02020603050405020304" charset="0"/>
                <a:cs typeface="Times New Roman" panose="02020603050405020304" charset="0"/>
              </a:rPr>
            </a:br>
            <a:r>
              <a:rPr lang="en-US">
                <a:solidFill>
                  <a:schemeClr val="bg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mức thu nhập</a:t>
            </a:r>
            <a:endParaRPr lang="en-GB">
              <a:solidFill>
                <a:schemeClr val="bg1"/>
              </a:solidFill>
              <a:latin typeface="Times New Roman" panose="02020603050405020304" charset="0"/>
              <a:ea typeface="Times New Roman" panose="02020603050405020304" charset="0"/>
              <a:cs typeface="Times New Roman" panose="02020603050405020304" charset="0"/>
            </a:endParaRPr>
          </a:p>
          <a:p>
            <a:pPr marL="0" marR="0" lvl="0" indent="0" algn="ctr">
              <a:lnSpc>
                <a:spcPct val="100000"/>
              </a:lnSpc>
              <a:spcBef>
                <a:spcPts val="0"/>
              </a:spcBef>
              <a:spcAft>
                <a:spcPts val="0"/>
              </a:spcAft>
              <a:buNone/>
            </a:pPr>
            <a:endParaRPr lang="en-GB">
              <a:solidFill>
                <a:schemeClr val="lt1"/>
              </a:solidFill>
              <a:latin typeface="Times New Roman" panose="02020603050405020304" charset="0"/>
              <a:ea typeface="Times New Roman" panose="02020603050405020304" charset="0"/>
              <a:cs typeface="Times New Roman" panose="02020603050405020304" charset="0"/>
            </a:endParaRPr>
          </a:p>
        </p:txBody>
      </p:sp>
      <p:cxnSp>
        <p:nvCxnSpPr>
          <p:cNvPr id="372" name="Google Shape;372;p42"/>
          <p:cNvCxnSpPr/>
          <p:nvPr/>
        </p:nvCxnSpPr>
        <p:spPr>
          <a:xfrm rot="10800000">
            <a:off x="3411393" y="2281931"/>
            <a:ext cx="0" cy="498600"/>
          </a:xfrm>
          <a:prstGeom prst="straightConnector1">
            <a:avLst/>
          </a:prstGeom>
          <a:noFill/>
          <a:ln w="9525" cap="flat" cmpd="sng">
            <a:solidFill>
              <a:schemeClr val="lt2"/>
            </a:solidFill>
            <a:prstDash val="solid"/>
            <a:round/>
            <a:headEnd type="oval" w="med" len="med"/>
            <a:tailEnd type="oval" w="med" len="med"/>
          </a:ln>
        </p:spPr>
      </p:cxnSp>
      <p:sp>
        <p:nvSpPr>
          <p:cNvPr id="373" name="Google Shape;373;p42"/>
          <p:cNvSpPr txBox="1"/>
          <p:nvPr/>
        </p:nvSpPr>
        <p:spPr>
          <a:xfrm>
            <a:off x="2784475" y="1742440"/>
            <a:ext cx="1412875" cy="548640"/>
          </a:xfrm>
          <a:prstGeom prst="rect">
            <a:avLst/>
          </a:prstGeom>
          <a:noFill/>
          <a:ln>
            <a:noFill/>
          </a:ln>
        </p:spPr>
        <p:txBody>
          <a:bodyPr spcFirstLastPara="1" wrap="square" lIns="0" tIns="0" rIns="0" bIns="0" anchor="b" anchorCtr="0">
            <a:noAutofit/>
          </a:bodyPr>
          <a:lstStyle/>
          <a:p>
            <a:pPr algn="ctr"/>
            <a:r>
              <a:rPr lang="en-US">
                <a:solidFill>
                  <a:schemeClr val="bg1"/>
                </a:solidFill>
                <a:latin typeface="Times New Roman" panose="02020603050405020304" charset="0"/>
                <a:ea typeface="Times New Roman" panose="02020603050405020304" charset="0"/>
                <a:sym typeface="Times New Roman" panose="02020603050405020304" charset="0"/>
              </a:rPr>
              <a:t>B</a:t>
            </a:r>
            <a:r>
              <a:rPr lang="en-US">
                <a:solidFill>
                  <a:schemeClr val="bg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ằng cấp theo tình trạng hôn nhân</a:t>
            </a:r>
            <a:endParaRPr lang="en-GB">
              <a:solidFill>
                <a:schemeClr val="bg1"/>
              </a:solidFill>
              <a:latin typeface="Times New Roman" panose="02020603050405020304" charset="0"/>
              <a:ea typeface="Times New Roman" panose="02020603050405020304" charset="0"/>
              <a:cs typeface="Times New Roman" panose="02020603050405020304" charset="0"/>
            </a:endParaRPr>
          </a:p>
          <a:p>
            <a:pPr marL="0" marR="0" lvl="0" indent="0" algn="l">
              <a:lnSpc>
                <a:spcPct val="100000"/>
              </a:lnSpc>
              <a:spcBef>
                <a:spcPts val="0"/>
              </a:spcBef>
              <a:spcAft>
                <a:spcPts val="0"/>
              </a:spcAft>
              <a:buNone/>
            </a:pPr>
            <a:endParaRPr lang="en-GB">
              <a:solidFill>
                <a:schemeClr val="lt1"/>
              </a:solidFill>
              <a:latin typeface="Times New Roman" panose="02020603050405020304" charset="0"/>
              <a:ea typeface="Times New Roman" panose="02020603050405020304" charset="0"/>
              <a:cs typeface="Times New Roman" panose="02020603050405020304" charset="0"/>
            </a:endParaRPr>
          </a:p>
        </p:txBody>
      </p:sp>
      <p:cxnSp>
        <p:nvCxnSpPr>
          <p:cNvPr id="374" name="Google Shape;374;p42"/>
          <p:cNvCxnSpPr/>
          <p:nvPr/>
        </p:nvCxnSpPr>
        <p:spPr>
          <a:xfrm rot="10800000">
            <a:off x="4732628" y="2281931"/>
            <a:ext cx="0" cy="498600"/>
          </a:xfrm>
          <a:prstGeom prst="straightConnector1">
            <a:avLst/>
          </a:prstGeom>
          <a:noFill/>
          <a:ln w="9525" cap="flat" cmpd="sng">
            <a:solidFill>
              <a:schemeClr val="lt2"/>
            </a:solidFill>
            <a:prstDash val="solid"/>
            <a:round/>
            <a:headEnd type="oval" w="med" len="med"/>
            <a:tailEnd type="oval" w="med" len="med"/>
          </a:ln>
        </p:spPr>
      </p:cxnSp>
      <p:sp>
        <p:nvSpPr>
          <p:cNvPr id="375" name="Google Shape;375;p42"/>
          <p:cNvSpPr txBox="1"/>
          <p:nvPr/>
        </p:nvSpPr>
        <p:spPr>
          <a:xfrm>
            <a:off x="4432935" y="1621924"/>
            <a:ext cx="1249500" cy="533400"/>
          </a:xfrm>
          <a:prstGeom prst="rect">
            <a:avLst/>
          </a:prstGeom>
          <a:noFill/>
          <a:ln>
            <a:noFill/>
          </a:ln>
        </p:spPr>
        <p:txBody>
          <a:bodyPr spcFirstLastPara="1" wrap="square" lIns="0" tIns="0" rIns="0" bIns="0" anchor="b" anchorCtr="0">
            <a:noAutofit/>
          </a:bodyPr>
          <a:lstStyle/>
          <a:p>
            <a:pPr algn="ctr"/>
            <a:r>
              <a:rPr lang="en-GB">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Sức mua qua mỗi kênh</a:t>
            </a:r>
            <a:endParaRPr lang="vi-VN">
              <a:solidFill>
                <a:schemeClr val="lt1"/>
              </a:solidFill>
            </a:endParaRPr>
          </a:p>
        </p:txBody>
      </p:sp>
      <p:cxnSp>
        <p:nvCxnSpPr>
          <p:cNvPr id="376" name="Google Shape;376;p42"/>
          <p:cNvCxnSpPr/>
          <p:nvPr/>
        </p:nvCxnSpPr>
        <p:spPr>
          <a:xfrm rot="10800000">
            <a:off x="6053863" y="2281931"/>
            <a:ext cx="0" cy="498600"/>
          </a:xfrm>
          <a:prstGeom prst="straightConnector1">
            <a:avLst/>
          </a:prstGeom>
          <a:noFill/>
          <a:ln w="9525" cap="flat" cmpd="sng">
            <a:solidFill>
              <a:schemeClr val="lt2"/>
            </a:solidFill>
            <a:prstDash val="solid"/>
            <a:round/>
            <a:headEnd type="oval" w="med" len="med"/>
            <a:tailEnd type="oval" w="med" len="med"/>
          </a:ln>
        </p:spPr>
      </p:cxnSp>
      <p:sp>
        <p:nvSpPr>
          <p:cNvPr id="377" name="Google Shape;377;p42"/>
          <p:cNvSpPr txBox="1"/>
          <p:nvPr/>
        </p:nvSpPr>
        <p:spPr>
          <a:xfrm>
            <a:off x="5541515" y="1675297"/>
            <a:ext cx="1249500" cy="533400"/>
          </a:xfrm>
          <a:prstGeom prst="rect">
            <a:avLst/>
          </a:prstGeom>
          <a:noFill/>
          <a:ln>
            <a:noFill/>
          </a:ln>
        </p:spPr>
        <p:txBody>
          <a:bodyPr spcFirstLastPara="1" wrap="square" lIns="0" tIns="0" rIns="0" bIns="0" anchor="b" anchorCtr="0">
            <a:noAutofit/>
          </a:bodyPr>
          <a:lstStyle/>
          <a:p>
            <a:pPr algn="ctr"/>
            <a:r>
              <a:rPr lang="en-GB">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Sản phẩm</a:t>
            </a:r>
            <a:endParaRPr lang="vi-VN"/>
          </a:p>
        </p:txBody>
      </p:sp>
      <p:cxnSp>
        <p:nvCxnSpPr>
          <p:cNvPr id="378" name="Google Shape;378;p42"/>
          <p:cNvCxnSpPr/>
          <p:nvPr/>
        </p:nvCxnSpPr>
        <p:spPr>
          <a:xfrm rot="10800000">
            <a:off x="7375098" y="2281931"/>
            <a:ext cx="0" cy="498600"/>
          </a:xfrm>
          <a:prstGeom prst="straightConnector1">
            <a:avLst/>
          </a:prstGeom>
          <a:noFill/>
          <a:ln w="9525" cap="flat" cmpd="sng">
            <a:solidFill>
              <a:schemeClr val="lt2"/>
            </a:solidFill>
            <a:prstDash val="solid"/>
            <a:round/>
            <a:headEnd type="oval" w="med" len="med"/>
            <a:tailEnd type="oval" w="med" len="med"/>
          </a:ln>
        </p:spPr>
      </p:cxnSp>
      <p:sp>
        <p:nvSpPr>
          <p:cNvPr id="379" name="Google Shape;379;p42"/>
          <p:cNvSpPr txBox="1"/>
          <p:nvPr/>
        </p:nvSpPr>
        <p:spPr>
          <a:xfrm>
            <a:off x="6853555" y="1750060"/>
            <a:ext cx="1562100" cy="533400"/>
          </a:xfrm>
          <a:prstGeom prst="rect">
            <a:avLst/>
          </a:prstGeom>
          <a:noFill/>
          <a:ln>
            <a:noFill/>
          </a:ln>
        </p:spPr>
        <p:txBody>
          <a:bodyPr spcFirstLastPara="1" wrap="square" lIns="0" tIns="0" rIns="0" bIns="0" anchor="b" anchorCtr="0">
            <a:noAutofit/>
          </a:bodyPr>
          <a:lstStyle/>
          <a:p>
            <a:pPr algn="ctr"/>
            <a:r>
              <a:rPr lang="en-GB">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Hiệu suất trung bình của từng sản phẩm ở mỗi quốc gia</a:t>
            </a:r>
            <a:endParaRPr lang="vi-VN">
              <a:solidFill>
                <a:schemeClr val="lt1"/>
              </a:solidFill>
              <a:latin typeface="Times New Roman" panose="02020603050405020304" charset="0"/>
              <a:cs typeface="Times New Roman" panose="02020603050405020304" charset="0"/>
            </a:endParaRPr>
          </a:p>
        </p:txBody>
      </p:sp>
      <p:cxnSp>
        <p:nvCxnSpPr>
          <p:cNvPr id="380" name="Google Shape;380;p42"/>
          <p:cNvCxnSpPr/>
          <p:nvPr/>
        </p:nvCxnSpPr>
        <p:spPr>
          <a:xfrm rot="10800000">
            <a:off x="1439687" y="3124969"/>
            <a:ext cx="0" cy="498600"/>
          </a:xfrm>
          <a:prstGeom prst="straightConnector1">
            <a:avLst/>
          </a:prstGeom>
          <a:noFill/>
          <a:ln w="9525" cap="flat" cmpd="sng">
            <a:solidFill>
              <a:schemeClr val="lt2"/>
            </a:solidFill>
            <a:prstDash val="solid"/>
            <a:round/>
            <a:headEnd type="oval" w="med" len="med"/>
            <a:tailEnd type="oval" w="med" len="med"/>
          </a:ln>
        </p:spPr>
      </p:cxnSp>
      <p:sp>
        <p:nvSpPr>
          <p:cNvPr id="381" name="Google Shape;381;p42"/>
          <p:cNvSpPr txBox="1"/>
          <p:nvPr/>
        </p:nvSpPr>
        <p:spPr>
          <a:xfrm>
            <a:off x="683260" y="3693160"/>
            <a:ext cx="1273810" cy="533400"/>
          </a:xfrm>
          <a:prstGeom prst="rect">
            <a:avLst/>
          </a:prstGeom>
          <a:noFill/>
          <a:ln>
            <a:noFill/>
          </a:ln>
        </p:spPr>
        <p:txBody>
          <a:bodyPr spcFirstLastPara="1" wrap="square" lIns="0" tIns="0" rIns="0" bIns="0" anchor="t" anchorCtr="0">
            <a:noAutofit/>
          </a:bodyPr>
          <a:lstStyle/>
          <a:p>
            <a:pPr algn="ctr"/>
            <a:r>
              <a:rPr lang="en-US">
                <a:solidFill>
                  <a:schemeClr val="bg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Thu nhập Trung bình và Trung vị ở mỗi quốc gia</a:t>
            </a:r>
            <a:endParaRPr lang="en-GB">
              <a:solidFill>
                <a:schemeClr val="bg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endParaRPr lang="en-GB">
              <a:ea typeface="Times New Roman" panose="02020603050405020304" charset="0"/>
              <a:sym typeface="Times New Roman" panose="02020603050405020304" charset="0"/>
            </a:endParaRPr>
          </a:p>
          <a:p>
            <a:pPr marL="0" marR="0" lvl="0" indent="0" algn="l">
              <a:lnSpc>
                <a:spcPct val="100000"/>
              </a:lnSpc>
              <a:spcBef>
                <a:spcPts val="0"/>
              </a:spcBef>
              <a:spcAft>
                <a:spcPts val="0"/>
              </a:spcAft>
              <a:buNone/>
            </a:pPr>
            <a:endParaRPr lang="en-GB">
              <a:solidFill>
                <a:schemeClr val="lt1"/>
              </a:solidFill>
              <a:latin typeface="Times New Roman" panose="02020603050405020304" charset="0"/>
              <a:ea typeface="Times New Roman" panose="02020603050405020304" charset="0"/>
              <a:cs typeface="Times New Roman" panose="02020603050405020304" charset="0"/>
            </a:endParaRPr>
          </a:p>
        </p:txBody>
      </p:sp>
      <p:cxnSp>
        <p:nvCxnSpPr>
          <p:cNvPr id="382" name="Google Shape;382;p42"/>
          <p:cNvCxnSpPr/>
          <p:nvPr/>
        </p:nvCxnSpPr>
        <p:spPr>
          <a:xfrm rot="10800000">
            <a:off x="2760922" y="3124969"/>
            <a:ext cx="0" cy="498600"/>
          </a:xfrm>
          <a:prstGeom prst="straightConnector1">
            <a:avLst/>
          </a:prstGeom>
          <a:noFill/>
          <a:ln w="9525" cap="flat" cmpd="sng">
            <a:solidFill>
              <a:schemeClr val="lt2"/>
            </a:solidFill>
            <a:prstDash val="solid"/>
            <a:round/>
            <a:headEnd type="oval" w="med" len="med"/>
            <a:tailEnd type="oval" w="med" len="med"/>
          </a:ln>
        </p:spPr>
      </p:cxnSp>
      <p:sp>
        <p:nvSpPr>
          <p:cNvPr id="383" name="Google Shape;383;p42"/>
          <p:cNvSpPr txBox="1"/>
          <p:nvPr/>
        </p:nvSpPr>
        <p:spPr>
          <a:xfrm>
            <a:off x="2203641" y="3693268"/>
            <a:ext cx="1249500" cy="533400"/>
          </a:xfrm>
          <a:prstGeom prst="rect">
            <a:avLst/>
          </a:prstGeom>
          <a:noFill/>
          <a:ln>
            <a:noFill/>
          </a:ln>
        </p:spPr>
        <p:txBody>
          <a:bodyPr spcFirstLastPara="1" wrap="square" lIns="0" tIns="0" rIns="0" bIns="0" anchor="t" anchorCtr="0">
            <a:noAutofit/>
          </a:bodyPr>
          <a:lstStyle/>
          <a:p>
            <a:pPr algn="ctr"/>
            <a:r>
              <a:rPr lang="en-US">
                <a:solidFill>
                  <a:schemeClr val="bg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Chi tiêu theo</a:t>
            </a:r>
            <a:br>
              <a:rPr lang="en-US">
                <a:latin typeface="Times New Roman" panose="02020603050405020304" charset="0"/>
                <a:ea typeface="Times New Roman" panose="02020603050405020304" charset="0"/>
                <a:cs typeface="Times New Roman" panose="02020603050405020304" charset="0"/>
              </a:rPr>
            </a:br>
            <a:r>
              <a:rPr lang="en-US">
                <a:solidFill>
                  <a:schemeClr val="bg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Thu nhập </a:t>
            </a:r>
            <a:endParaRPr lang="vi-VN">
              <a:solidFill>
                <a:schemeClr val="bg1"/>
              </a:solidFill>
              <a:latin typeface="Times New Roman" panose="02020603050405020304" charset="0"/>
              <a:cs typeface="Times New Roman" panose="02020603050405020304" charset="0"/>
            </a:endParaRPr>
          </a:p>
        </p:txBody>
      </p:sp>
      <p:cxnSp>
        <p:nvCxnSpPr>
          <p:cNvPr id="384" name="Google Shape;384;p42"/>
          <p:cNvCxnSpPr/>
          <p:nvPr/>
        </p:nvCxnSpPr>
        <p:spPr>
          <a:xfrm rot="10800000">
            <a:off x="4082157" y="3124969"/>
            <a:ext cx="0" cy="498600"/>
          </a:xfrm>
          <a:prstGeom prst="straightConnector1">
            <a:avLst/>
          </a:prstGeom>
          <a:noFill/>
          <a:ln w="9525" cap="flat" cmpd="sng">
            <a:solidFill>
              <a:schemeClr val="lt2"/>
            </a:solidFill>
            <a:prstDash val="solid"/>
            <a:round/>
            <a:headEnd type="oval" w="med" len="med"/>
            <a:tailEnd type="oval" w="med" len="med"/>
          </a:ln>
        </p:spPr>
      </p:cxnSp>
      <p:sp>
        <p:nvSpPr>
          <p:cNvPr id="385" name="Google Shape;385;p42"/>
          <p:cNvSpPr txBox="1"/>
          <p:nvPr/>
        </p:nvSpPr>
        <p:spPr>
          <a:xfrm>
            <a:off x="3700780" y="3723640"/>
            <a:ext cx="1083310" cy="533400"/>
          </a:xfrm>
          <a:prstGeom prst="rect">
            <a:avLst/>
          </a:prstGeom>
          <a:noFill/>
          <a:ln>
            <a:noFill/>
          </a:ln>
        </p:spPr>
        <p:txBody>
          <a:bodyPr spcFirstLastPara="1" wrap="square" lIns="0" tIns="0" rIns="0" bIns="0" anchor="t" anchorCtr="0">
            <a:noAutofit/>
          </a:bodyPr>
          <a:lstStyle/>
          <a:p>
            <a:pPr algn="ctr"/>
            <a:r>
              <a:rPr lang="en-US">
                <a:solidFill>
                  <a:schemeClr val="bg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Mức thu nhập theo tình trạng cha mẹ</a:t>
            </a:r>
            <a:endParaRPr lang="en-GB">
              <a:solidFill>
                <a:schemeClr val="bg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a:lnSpc>
                <a:spcPct val="100000"/>
              </a:lnSpc>
              <a:spcBef>
                <a:spcPts val="0"/>
              </a:spcBef>
              <a:spcAft>
                <a:spcPts val="0"/>
              </a:spcAft>
              <a:buNone/>
            </a:pPr>
            <a:endParaRPr lang="en-GB">
              <a:solidFill>
                <a:schemeClr val="lt1"/>
              </a:solidFill>
              <a:latin typeface="Times New Roman" panose="02020603050405020304" charset="0"/>
              <a:ea typeface="Times New Roman" panose="02020603050405020304" charset="0"/>
              <a:cs typeface="Times New Roman" panose="02020603050405020304" charset="0"/>
            </a:endParaRPr>
          </a:p>
        </p:txBody>
      </p:sp>
      <p:cxnSp>
        <p:nvCxnSpPr>
          <p:cNvPr id="386" name="Google Shape;386;p42"/>
          <p:cNvCxnSpPr/>
          <p:nvPr/>
        </p:nvCxnSpPr>
        <p:spPr>
          <a:xfrm rot="10800000">
            <a:off x="5403392" y="3124969"/>
            <a:ext cx="0" cy="498600"/>
          </a:xfrm>
          <a:prstGeom prst="straightConnector1">
            <a:avLst/>
          </a:prstGeom>
          <a:noFill/>
          <a:ln w="9525" cap="flat" cmpd="sng">
            <a:solidFill>
              <a:schemeClr val="lt2"/>
            </a:solidFill>
            <a:prstDash val="solid"/>
            <a:round/>
            <a:headEnd type="oval" w="med" len="med"/>
            <a:tailEnd type="oval" w="med" len="med"/>
          </a:ln>
        </p:spPr>
      </p:cxnSp>
      <p:sp>
        <p:nvSpPr>
          <p:cNvPr id="387" name="Google Shape;387;p42"/>
          <p:cNvSpPr txBox="1"/>
          <p:nvPr/>
        </p:nvSpPr>
        <p:spPr>
          <a:xfrm>
            <a:off x="5127625" y="3723640"/>
            <a:ext cx="1035685" cy="533400"/>
          </a:xfrm>
          <a:prstGeom prst="rect">
            <a:avLst/>
          </a:prstGeom>
          <a:noFill/>
          <a:ln>
            <a:noFill/>
          </a:ln>
        </p:spPr>
        <p:txBody>
          <a:bodyPr spcFirstLastPara="1" wrap="square" lIns="0" tIns="0" rIns="0" bIns="0" anchor="t" anchorCtr="0">
            <a:noAutofit/>
          </a:bodyPr>
          <a:lstStyle/>
          <a:p>
            <a:pPr algn="ctr"/>
            <a:r>
              <a:rPr lang="en-GB">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Tổng lượng mua ở mỗi quốc gia</a:t>
            </a:r>
            <a:endParaRPr lang="vi-VN">
              <a:solidFill>
                <a:schemeClr val="lt1"/>
              </a:solidFill>
              <a:latin typeface="Times New Roman" panose="02020603050405020304" charset="0"/>
              <a:cs typeface="Times New Roman" panose="02020603050405020304" charset="0"/>
            </a:endParaRPr>
          </a:p>
        </p:txBody>
      </p:sp>
      <p:cxnSp>
        <p:nvCxnSpPr>
          <p:cNvPr id="388" name="Google Shape;388;p42"/>
          <p:cNvCxnSpPr/>
          <p:nvPr/>
        </p:nvCxnSpPr>
        <p:spPr>
          <a:xfrm rot="10800000">
            <a:off x="6724627" y="3124969"/>
            <a:ext cx="0" cy="498600"/>
          </a:xfrm>
          <a:prstGeom prst="straightConnector1">
            <a:avLst/>
          </a:prstGeom>
          <a:noFill/>
          <a:ln w="9525" cap="flat" cmpd="sng">
            <a:solidFill>
              <a:schemeClr val="lt2"/>
            </a:solidFill>
            <a:prstDash val="solid"/>
            <a:round/>
            <a:headEnd type="oval" w="med" len="med"/>
            <a:tailEnd type="oval" w="med" len="med"/>
          </a:ln>
        </p:spPr>
      </p:cxnSp>
      <p:sp>
        <p:nvSpPr>
          <p:cNvPr id="389" name="Google Shape;389;p42"/>
          <p:cNvSpPr txBox="1"/>
          <p:nvPr/>
        </p:nvSpPr>
        <p:spPr>
          <a:xfrm>
            <a:off x="6201446" y="3723347"/>
            <a:ext cx="1249500" cy="533400"/>
          </a:xfrm>
          <a:prstGeom prst="rect">
            <a:avLst/>
          </a:prstGeom>
          <a:noFill/>
          <a:ln>
            <a:noFill/>
          </a:ln>
        </p:spPr>
        <p:txBody>
          <a:bodyPr spcFirstLastPara="1" wrap="square" lIns="0" tIns="0" rIns="0" bIns="0" anchor="t" anchorCtr="0">
            <a:noAutofit/>
          </a:bodyPr>
          <a:lstStyle/>
          <a:p>
            <a:pPr algn="ctr"/>
            <a:r>
              <a:rPr lang="en-GB">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Mức độ thành công của mỗi chiến dịch</a:t>
            </a:r>
            <a:endParaRPr lang="vi-VN">
              <a:solidFill>
                <a:schemeClr val="lt1"/>
              </a:solidFill>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3" name="Chỗ dành sẵn cho Văn bản 2"/>
          <p:cNvSpPr>
            <a:spLocks noGrp="1"/>
          </p:cNvSpPr>
          <p:nvPr>
            <p:ph type="body" idx="1"/>
          </p:nvPr>
        </p:nvSpPr>
        <p:spPr/>
        <p:txBody>
          <a:bodyPr/>
          <a:lstStyle/>
          <a:p>
            <a:r>
              <a:rPr lang="en-US" b="1">
                <a:solidFill>
                  <a:schemeClr val="tx1"/>
                </a:solidFill>
                <a:latin typeface="Times New Roman" panose="02020603050405020304" charset="0"/>
                <a:cs typeface="Times New Roman" panose="02020603050405020304" charset="0"/>
              </a:rPr>
              <a:t>Thu </a:t>
            </a:r>
            <a:r>
              <a:rPr lang="en-US" b="1" err="1">
                <a:solidFill>
                  <a:schemeClr val="tx1"/>
                </a:solidFill>
                <a:latin typeface="Times New Roman" panose="02020603050405020304" charset="0"/>
                <a:cs typeface="Times New Roman" panose="02020603050405020304" charset="0"/>
              </a:rPr>
              <a:t>nhập</a:t>
            </a:r>
            <a:r>
              <a:rPr lang="en-US" b="1">
                <a:solidFill>
                  <a:schemeClr val="tx1"/>
                </a:solidFill>
                <a:latin typeface="Times New Roman" panose="02020603050405020304" charset="0"/>
                <a:cs typeface="Times New Roman" panose="02020603050405020304" charset="0"/>
              </a:rPr>
              <a:t> Trung </a:t>
            </a:r>
            <a:r>
              <a:rPr lang="en-US" b="1" err="1">
                <a:solidFill>
                  <a:schemeClr val="tx1"/>
                </a:solidFill>
                <a:latin typeface="Times New Roman" panose="02020603050405020304" charset="0"/>
                <a:cs typeface="Times New Roman" panose="02020603050405020304" charset="0"/>
              </a:rPr>
              <a:t>bình</a:t>
            </a:r>
            <a:r>
              <a:rPr lang="en-US" b="1">
                <a:solidFill>
                  <a:schemeClr val="tx1"/>
                </a:solidFill>
                <a:latin typeface="Times New Roman" panose="02020603050405020304" charset="0"/>
                <a:cs typeface="Times New Roman" panose="02020603050405020304" charset="0"/>
              </a:rPr>
              <a:t> </a:t>
            </a:r>
            <a:r>
              <a:rPr lang="en-US" b="1" err="1">
                <a:solidFill>
                  <a:schemeClr val="tx1"/>
                </a:solidFill>
                <a:latin typeface="Times New Roman" panose="02020603050405020304" charset="0"/>
                <a:cs typeface="Times New Roman" panose="02020603050405020304" charset="0"/>
              </a:rPr>
              <a:t>và</a:t>
            </a:r>
            <a:r>
              <a:rPr lang="en-US" b="1">
                <a:solidFill>
                  <a:schemeClr val="tx1"/>
                </a:solidFill>
                <a:latin typeface="Times New Roman" panose="02020603050405020304" charset="0"/>
                <a:cs typeface="Times New Roman" panose="02020603050405020304" charset="0"/>
              </a:rPr>
              <a:t> Trung </a:t>
            </a:r>
            <a:r>
              <a:rPr lang="en-US" b="1" err="1">
                <a:solidFill>
                  <a:schemeClr val="tx1"/>
                </a:solidFill>
                <a:latin typeface="Times New Roman" panose="02020603050405020304" charset="0"/>
                <a:cs typeface="Times New Roman" panose="02020603050405020304" charset="0"/>
              </a:rPr>
              <a:t>vị</a:t>
            </a:r>
            <a:r>
              <a:rPr lang="en-US" b="1">
                <a:solidFill>
                  <a:schemeClr val="tx1"/>
                </a:solidFill>
                <a:latin typeface="Times New Roman" panose="02020603050405020304" charset="0"/>
                <a:cs typeface="Times New Roman" panose="02020603050405020304" charset="0"/>
              </a:rPr>
              <a:t> ở </a:t>
            </a:r>
            <a:r>
              <a:rPr lang="en-US" b="1" err="1">
                <a:solidFill>
                  <a:schemeClr val="tx1"/>
                </a:solidFill>
                <a:latin typeface="Times New Roman" panose="02020603050405020304" charset="0"/>
                <a:cs typeface="Times New Roman" panose="02020603050405020304" charset="0"/>
              </a:rPr>
              <a:t>mỗi</a:t>
            </a:r>
            <a:r>
              <a:rPr lang="en-US" b="1">
                <a:solidFill>
                  <a:schemeClr val="tx1"/>
                </a:solidFill>
                <a:latin typeface="Times New Roman" panose="02020603050405020304" charset="0"/>
                <a:cs typeface="Times New Roman" panose="02020603050405020304" charset="0"/>
              </a:rPr>
              <a:t> </a:t>
            </a:r>
            <a:r>
              <a:rPr lang="en-US" b="1" err="1">
                <a:solidFill>
                  <a:schemeClr val="tx1"/>
                </a:solidFill>
                <a:latin typeface="Times New Roman" panose="02020603050405020304" charset="0"/>
                <a:cs typeface="Times New Roman" panose="02020603050405020304" charset="0"/>
              </a:rPr>
              <a:t>quốc</a:t>
            </a:r>
            <a:r>
              <a:rPr lang="en-US" b="1">
                <a:solidFill>
                  <a:schemeClr val="tx1"/>
                </a:solidFill>
                <a:latin typeface="Times New Roman" panose="02020603050405020304" charset="0"/>
                <a:cs typeface="Times New Roman" panose="02020603050405020304" charset="0"/>
              </a:rPr>
              <a:t> gia</a:t>
            </a:r>
            <a:endParaRPr lang="en-US" b="1">
              <a:solidFill>
                <a:schemeClr val="tx1"/>
              </a:solidFill>
              <a:latin typeface="Times New Roman" panose="02020603050405020304" charset="0"/>
              <a:cs typeface="Times New Roman" panose="02020603050405020304" charset="0"/>
            </a:endParaRPr>
          </a:p>
        </p:txBody>
      </p:sp>
      <p:pic>
        <p:nvPicPr>
          <p:cNvPr id="4" name="Hình ảnh 4"/>
          <p:cNvPicPr>
            <a:picLocks noChangeAspect="1"/>
          </p:cNvPicPr>
          <p:nvPr/>
        </p:nvPicPr>
        <p:blipFill>
          <a:blip r:embed="rId1"/>
          <a:stretch>
            <a:fillRect/>
          </a:stretch>
        </p:blipFill>
        <p:spPr>
          <a:xfrm>
            <a:off x="1292600" y="687793"/>
            <a:ext cx="6567205" cy="3540996"/>
          </a:xfrm>
          <a:prstGeom prst="rect">
            <a:avLst/>
          </a:prstGeom>
        </p:spPr>
      </p:pic>
      <p:sp>
        <p:nvSpPr>
          <p:cNvPr id="6" name="Hộp Văn bản 5"/>
          <p:cNvSpPr txBox="1"/>
          <p:nvPr/>
        </p:nvSpPr>
        <p:spPr>
          <a:xfrm>
            <a:off x="3418915" y="653863"/>
            <a:ext cx="2743200" cy="307777"/>
          </a:xfrm>
          <a:prstGeom prst="rect">
            <a:avLst/>
          </a:prstGeom>
          <a:solidFill>
            <a:schemeClr val="bg1"/>
          </a:solidFill>
          <a:ln>
            <a:solidFill>
              <a:schemeClr val="bg1"/>
            </a:solidFill>
          </a:ln>
        </p:spPr>
        <p:txBody>
          <a:bodyPr rot="0" spcFirstLastPara="0" vertOverflow="overflow" horzOverflow="overflow" vert="horz" wrap="square" lIns="91440" tIns="45720" rIns="91440" bIns="45720" numCol="1" spcCol="0" rtlCol="0" fromWordArt="0" anchor="t" anchorCtr="0" forceAA="0" compatLnSpc="1">
            <a:spAutoFit/>
          </a:bodyPr>
          <a:lstStyle/>
          <a:p>
            <a:r>
              <a:rPr lang="vi-VN" b="1" err="1"/>
              <a:t>Income</a:t>
            </a:r>
            <a:r>
              <a:rPr lang="vi-VN" b="1"/>
              <a:t> in </a:t>
            </a:r>
            <a:r>
              <a:rPr lang="vi-VN" b="1" err="1"/>
              <a:t>each</a:t>
            </a:r>
            <a:r>
              <a:rPr lang="vi-VN" b="1"/>
              <a:t> </a:t>
            </a:r>
            <a:r>
              <a:rPr lang="vi-VN" b="1" err="1"/>
              <a:t>country</a:t>
            </a:r>
            <a:endParaRPr lang="vi-VN" b="1"/>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7"/>
          <p:cNvSpPr txBox="1">
            <a:spLocks noGrp="1"/>
          </p:cNvSpPr>
          <p:nvPr>
            <p:ph type="title"/>
          </p:nvPr>
        </p:nvSpPr>
        <p:spPr>
          <a:xfrm>
            <a:off x="579729" y="819409"/>
            <a:ext cx="1706732" cy="1084319"/>
          </a:xfrm>
          <a:prstGeom prst="rect">
            <a:avLst/>
          </a:prstGeom>
        </p:spPr>
        <p:txBody>
          <a:bodyPr spcFirstLastPara="1" wrap="square" lIns="91425" tIns="91425" rIns="91425" bIns="91425" anchor="t" anchorCtr="0">
            <a:noAutofit/>
          </a:bodyPr>
          <a:lstStyle/>
          <a:p>
            <a:pPr algn="ctr"/>
            <a:r>
              <a:rPr lang="en-US" i="0">
                <a:solidFill>
                  <a:schemeClr val="tx1"/>
                </a:solidFill>
                <a:latin typeface="Times New Roman" panose="02020603050405020304" charset="0"/>
                <a:cs typeface="Times New Roman" panose="02020603050405020304" charset="0"/>
              </a:rPr>
              <a:t>Phân </a:t>
            </a:r>
            <a:r>
              <a:rPr lang="en-US" i="0" err="1">
                <a:solidFill>
                  <a:schemeClr val="tx1"/>
                </a:solidFill>
                <a:latin typeface="Times New Roman" panose="02020603050405020304" charset="0"/>
                <a:cs typeface="Times New Roman" panose="02020603050405020304" charset="0"/>
              </a:rPr>
              <a:t>bổ</a:t>
            </a:r>
            <a:r>
              <a:rPr lang="en-US" i="0">
                <a:solidFill>
                  <a:schemeClr val="tx1"/>
                </a:solidFill>
                <a:latin typeface="Times New Roman" panose="02020603050405020304" charset="0"/>
                <a:cs typeface="Times New Roman" panose="02020603050405020304" charset="0"/>
              </a:rPr>
              <a:t> văn </a:t>
            </a:r>
            <a:br>
              <a:rPr lang="en-US" i="0">
                <a:solidFill>
                  <a:schemeClr val="tx1"/>
                </a:solidFill>
                <a:latin typeface="Times New Roman" panose="02020603050405020304" charset="0"/>
                <a:cs typeface="Times New Roman" panose="02020603050405020304" charset="0"/>
              </a:rPr>
            </a:br>
            <a:r>
              <a:rPr lang="en-US" i="0" err="1">
                <a:solidFill>
                  <a:schemeClr val="tx1"/>
                </a:solidFill>
                <a:latin typeface="Times New Roman" panose="02020603050405020304" charset="0"/>
                <a:cs typeface="Times New Roman" panose="02020603050405020304" charset="0"/>
              </a:rPr>
              <a:t>bằng</a:t>
            </a:r>
            <a:r>
              <a:rPr lang="en-US" i="0">
                <a:solidFill>
                  <a:schemeClr val="tx1"/>
                </a:solidFill>
                <a:latin typeface="Times New Roman" panose="02020603050405020304" charset="0"/>
                <a:cs typeface="Times New Roman" panose="02020603050405020304" charset="0"/>
              </a:rPr>
              <a:t> theo </a:t>
            </a:r>
            <a:br>
              <a:rPr lang="en-US" i="0">
                <a:solidFill>
                  <a:schemeClr val="tx1"/>
                </a:solidFill>
                <a:latin typeface="Times New Roman" panose="02020603050405020304" charset="0"/>
                <a:cs typeface="Times New Roman" panose="02020603050405020304" charset="0"/>
              </a:rPr>
            </a:br>
            <a:r>
              <a:rPr lang="en-US" i="0" err="1">
                <a:solidFill>
                  <a:schemeClr val="tx1"/>
                </a:solidFill>
                <a:latin typeface="Times New Roman" panose="02020603050405020304" charset="0"/>
                <a:cs typeface="Times New Roman" panose="02020603050405020304" charset="0"/>
              </a:rPr>
              <a:t>mức</a:t>
            </a:r>
            <a:r>
              <a:rPr lang="en-US" i="0">
                <a:solidFill>
                  <a:schemeClr val="tx1"/>
                </a:solidFill>
                <a:latin typeface="Times New Roman" panose="02020603050405020304" charset="0"/>
                <a:cs typeface="Times New Roman" panose="02020603050405020304" charset="0"/>
              </a:rPr>
              <a:t> thu </a:t>
            </a:r>
            <a:r>
              <a:rPr lang="en-US" i="0" err="1">
                <a:solidFill>
                  <a:schemeClr val="tx1"/>
                </a:solidFill>
                <a:latin typeface="Times New Roman" panose="02020603050405020304" charset="0"/>
                <a:cs typeface="Times New Roman" panose="02020603050405020304" charset="0"/>
              </a:rPr>
              <a:t>nhập</a:t>
            </a:r>
            <a:endParaRPr lang="en-GB" i="0">
              <a:solidFill>
                <a:schemeClr val="tx1"/>
              </a:solidFill>
              <a:latin typeface="Times New Roman" panose="02020603050405020304" charset="0"/>
              <a:cs typeface="Times New Roman" panose="02020603050405020304" charset="0"/>
            </a:endParaRPr>
          </a:p>
          <a:p>
            <a:pPr marL="0" lvl="0" indent="0" algn="r">
              <a:spcBef>
                <a:spcPts val="0"/>
              </a:spcBef>
              <a:spcAft>
                <a:spcPts val="0"/>
              </a:spcAft>
              <a:buNone/>
            </a:pPr>
            <a:endParaRPr lang="en-GB" i="0">
              <a:solidFill>
                <a:schemeClr val="tx1"/>
              </a:solidFill>
              <a:latin typeface="Times New Roman" panose="02020603050405020304" charset="0"/>
              <a:cs typeface="Times New Roman" panose="02020603050405020304" charset="0"/>
            </a:endParaRPr>
          </a:p>
        </p:txBody>
      </p:sp>
      <p:sp>
        <p:nvSpPr>
          <p:cNvPr id="103" name="Google Shape;103;p17"/>
          <p:cNvSpPr txBox="1"/>
          <p:nvPr/>
        </p:nvSpPr>
        <p:spPr>
          <a:xfrm>
            <a:off x="2751325" y="1197150"/>
            <a:ext cx="2578500" cy="2207100"/>
          </a:xfrm>
          <a:prstGeom prst="rect">
            <a:avLst/>
          </a:prstGeom>
          <a:noFill/>
          <a:ln>
            <a:noFill/>
          </a:ln>
        </p:spPr>
        <p:txBody>
          <a:bodyPr spcFirstLastPara="1" wrap="square" lIns="91425" tIns="91425" rIns="91425" bIns="91425" anchor="t" anchorCtr="0">
            <a:noAutofit/>
          </a:bodyPr>
          <a:lstStyle/>
          <a:p>
            <a:pPr marL="0" lvl="0" indent="0" algn="l" rtl="0">
              <a:spcBef>
                <a:spcPts val="600"/>
              </a:spcBef>
              <a:spcAft>
                <a:spcPts val="0"/>
              </a:spcAft>
              <a:buNone/>
            </a:pPr>
            <a:r>
              <a:rPr lang="en-GB" sz="1200" b="1">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EDIT IN GOOGLE SLIDES</a:t>
            </a:r>
            <a:endParaRPr sz="12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lvl="0" indent="0" algn="l" rtl="0">
              <a:spcBef>
                <a:spcPts val="600"/>
              </a:spcBef>
              <a:spcAft>
                <a:spcPts val="0"/>
              </a:spcAft>
              <a:buClr>
                <a:schemeClr val="dk1"/>
              </a:buClr>
              <a:buSzPts val="1100"/>
              <a:buFont typeface="Arial" panose="020B0604020202020204"/>
              <a:buNone/>
            </a:pPr>
            <a:r>
              <a:rPr lang="en-GB" sz="12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Click on the button under the presentation preview that says "Use as Google Slides Theme".</a:t>
            </a:r>
            <a:endParaRPr sz="12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lvl="0" indent="0" algn="l" rtl="0">
              <a:spcBef>
                <a:spcPts val="600"/>
              </a:spcBef>
              <a:spcAft>
                <a:spcPts val="0"/>
              </a:spcAft>
              <a:buClr>
                <a:schemeClr val="dk1"/>
              </a:buClr>
              <a:buSzPts val="1100"/>
              <a:buFont typeface="Arial" panose="020B0604020202020204"/>
              <a:buNone/>
            </a:pPr>
            <a:r>
              <a:rPr lang="en-GB" sz="12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You will get a copy of this document on your Google Drive and will be able to edit, add or delete slides.</a:t>
            </a:r>
            <a:endParaRPr sz="12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lvl="0" indent="0" algn="l" rtl="0">
              <a:spcBef>
                <a:spcPts val="600"/>
              </a:spcBef>
              <a:spcAft>
                <a:spcPts val="0"/>
              </a:spcAft>
              <a:buClr>
                <a:schemeClr val="dk1"/>
              </a:buClr>
              <a:buSzPts val="1100"/>
              <a:buFont typeface="Arial" panose="020B0604020202020204"/>
              <a:buNone/>
            </a:pPr>
            <a:r>
              <a:rPr lang="en-GB" sz="12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You have to be signed in to your Google account.</a:t>
            </a:r>
            <a:endParaRPr sz="12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lvl="0" indent="0" algn="l" rtl="0">
              <a:spcBef>
                <a:spcPts val="600"/>
              </a:spcBef>
              <a:spcAft>
                <a:spcPts val="0"/>
              </a:spcAft>
              <a:buNone/>
            </a:pPr>
            <a:endParaRPr sz="12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104" name="Google Shape;104;p17"/>
          <p:cNvSpPr txBox="1"/>
          <p:nvPr/>
        </p:nvSpPr>
        <p:spPr>
          <a:xfrm>
            <a:off x="5678539" y="1197150"/>
            <a:ext cx="2691000" cy="2207100"/>
          </a:xfrm>
          <a:prstGeom prst="rect">
            <a:avLst/>
          </a:prstGeom>
          <a:noFill/>
          <a:ln>
            <a:noFill/>
          </a:ln>
        </p:spPr>
        <p:txBody>
          <a:bodyPr spcFirstLastPara="1" wrap="square" lIns="91425" tIns="91425" rIns="91425" bIns="91425" anchor="t" anchorCtr="0">
            <a:noAutofit/>
          </a:bodyPr>
          <a:lstStyle/>
          <a:p>
            <a:pPr marL="0" lvl="0" indent="0" algn="l" rtl="0">
              <a:spcBef>
                <a:spcPts val="600"/>
              </a:spcBef>
              <a:spcAft>
                <a:spcPts val="0"/>
              </a:spcAft>
              <a:buNone/>
            </a:pPr>
            <a:r>
              <a:rPr lang="en-GB" sz="1200" b="1">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EDIT IN POWERPOINT®</a:t>
            </a:r>
            <a:endParaRPr sz="12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lvl="0" indent="0" algn="l" rtl="0">
              <a:spcBef>
                <a:spcPts val="600"/>
              </a:spcBef>
              <a:spcAft>
                <a:spcPts val="0"/>
              </a:spcAft>
              <a:buNone/>
            </a:pPr>
            <a:r>
              <a:rPr lang="en-GB" sz="12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Click on the button under the presentation preview that says "Download as PowerPoint template". You will get a .pptx file that you can edit in PowerPoint.</a:t>
            </a:r>
            <a:endParaRPr sz="12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lvl="0" indent="0" algn="l" rtl="0">
              <a:spcBef>
                <a:spcPts val="600"/>
              </a:spcBef>
              <a:spcAft>
                <a:spcPts val="0"/>
              </a:spcAft>
              <a:buNone/>
            </a:pPr>
            <a:r>
              <a:rPr lang="en-GB" sz="12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Remember to download and install the fonts used in this presentation (you’ll find the links to the font files needed in the </a:t>
            </a:r>
            <a:r>
              <a:rPr lang="en-GB" sz="1200" u="sng">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hlinkClick r:id="rId1" action="ppaction://hlinksldjump"/>
              </a:rPr>
              <a:t>Presentation design slide</a:t>
            </a:r>
            <a:r>
              <a:rPr lang="en-GB" sz="12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12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105" name="Google Shape;105;p17"/>
          <p:cNvSpPr txBox="1"/>
          <p:nvPr/>
        </p:nvSpPr>
        <p:spPr>
          <a:xfrm>
            <a:off x="2751325" y="3677325"/>
            <a:ext cx="5618400" cy="826500"/>
          </a:xfrm>
          <a:prstGeom prst="rect">
            <a:avLst/>
          </a:prstGeom>
          <a:noFill/>
          <a:ln>
            <a:noFill/>
          </a:ln>
        </p:spPr>
        <p:txBody>
          <a:bodyPr spcFirstLastPara="1" wrap="square" lIns="91425" tIns="91425" rIns="91425" bIns="91425" anchor="t" anchorCtr="0">
            <a:noAutofit/>
          </a:bodyPr>
          <a:lstStyle/>
          <a:p>
            <a:pPr marL="0" lvl="0" indent="0" algn="l" rtl="0">
              <a:spcBef>
                <a:spcPts val="1000"/>
              </a:spcBef>
              <a:spcAft>
                <a:spcPts val="0"/>
              </a:spcAft>
              <a:buNone/>
            </a:pPr>
            <a:r>
              <a:rPr lang="en-GB" sz="1000" b="1">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More info on how to use this template at </a:t>
            </a:r>
            <a:r>
              <a:rPr lang="en-GB" sz="1000" b="1" u="sng">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hlinkClick r:id="rId2"/>
              </a:rPr>
              <a:t>www.slidescarnival.com/help-use-presentation-template</a:t>
            </a:r>
            <a:endParaRPr sz="1000" b="1">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lvl="0" indent="0" algn="l" rtl="0">
              <a:spcBef>
                <a:spcPts val="1000"/>
              </a:spcBef>
              <a:spcAft>
                <a:spcPts val="0"/>
              </a:spcAft>
              <a:buNone/>
            </a:pPr>
            <a:r>
              <a:rPr lang="en-GB" sz="10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This template is free to use under </a:t>
            </a:r>
            <a:r>
              <a:rPr lang="en-GB" sz="1000" u="sng">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hlinkClick r:id="rId3"/>
              </a:rPr>
              <a:t>Creative Commons Attribution license</a:t>
            </a:r>
            <a:r>
              <a:rPr lang="en-GB" sz="10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 You can keep the Credits slide or mention SlidesCarnival and other resources used in a slide footer.</a:t>
            </a:r>
            <a:endParaRPr sz="10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lvl="0" indent="0" algn="l" rtl="0">
              <a:spcBef>
                <a:spcPts val="1000"/>
              </a:spcBef>
              <a:spcAft>
                <a:spcPts val="0"/>
              </a:spcAft>
              <a:buNone/>
            </a:pPr>
            <a:endParaRPr sz="10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lvl="0" indent="0" algn="l" rtl="0">
              <a:spcBef>
                <a:spcPts val="1000"/>
              </a:spcBef>
              <a:spcAft>
                <a:spcPts val="1000"/>
              </a:spcAft>
              <a:buNone/>
            </a:pPr>
            <a:endParaRPr sz="1000">
              <a:solidFill>
                <a:srgbClr val="4D4A5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106" name="Google Shape;106;p1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pic>
        <p:nvPicPr>
          <p:cNvPr id="2" name="Hình ảnh 2"/>
          <p:cNvPicPr>
            <a:picLocks noChangeAspect="1"/>
          </p:cNvPicPr>
          <p:nvPr/>
        </p:nvPicPr>
        <p:blipFill>
          <a:blip r:embed="rId4"/>
          <a:stretch>
            <a:fillRect/>
          </a:stretch>
        </p:blipFill>
        <p:spPr>
          <a:xfrm>
            <a:off x="2494429" y="736563"/>
            <a:ext cx="6146986" cy="3888888"/>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31"/>
        <p:cNvGrpSpPr/>
        <p:nvPr/>
      </p:nvGrpSpPr>
      <p:grpSpPr>
        <a:xfrm>
          <a:off x="0" y="0"/>
          <a:ext cx="0" cy="0"/>
          <a:chOff x="0" y="0"/>
          <a:chExt cx="0" cy="0"/>
        </a:xfrm>
      </p:grpSpPr>
      <p:sp>
        <p:nvSpPr>
          <p:cNvPr id="632" name="Google Shape;632;p50"/>
          <p:cNvSpPr txBox="1">
            <a:spLocks noGrp="1"/>
          </p:cNvSpPr>
          <p:nvPr>
            <p:ph type="title"/>
          </p:nvPr>
        </p:nvSpPr>
        <p:spPr>
          <a:xfrm>
            <a:off x="404975" y="441150"/>
            <a:ext cx="1832400" cy="671700"/>
          </a:xfrm>
          <a:prstGeom prst="rect">
            <a:avLst/>
          </a:prstGeom>
        </p:spPr>
        <p:txBody>
          <a:bodyPr spcFirstLastPara="1" wrap="square" lIns="0" tIns="0" rIns="0" bIns="0" anchor="ctr" anchorCtr="0">
            <a:noAutofit/>
          </a:bodyPr>
          <a:lstStyle/>
          <a:p>
            <a:pPr algn="ctr"/>
            <a:r>
              <a:rPr lang="en-US" i="0">
                <a:solidFill>
                  <a:schemeClr val="tx1"/>
                </a:solidFill>
                <a:latin typeface="Times New Roman" panose="02020603050405020304" charset="0"/>
                <a:cs typeface="Times New Roman" panose="02020603050405020304" charset="0"/>
              </a:rPr>
              <a:t>Chi tiêu theo</a:t>
            </a:r>
            <a:br>
              <a:rPr lang="en-US" i="0">
                <a:solidFill>
                  <a:schemeClr val="tx1"/>
                </a:solidFill>
                <a:latin typeface="Times New Roman" panose="02020603050405020304" charset="0"/>
                <a:cs typeface="Times New Roman" panose="02020603050405020304" charset="0"/>
              </a:rPr>
            </a:br>
            <a:r>
              <a:rPr lang="en-US" i="0">
                <a:solidFill>
                  <a:schemeClr val="tx1"/>
                </a:solidFill>
                <a:latin typeface="Times New Roman" panose="02020603050405020304" charset="0"/>
                <a:cs typeface="Times New Roman" panose="02020603050405020304" charset="0"/>
              </a:rPr>
              <a:t>Thu </a:t>
            </a:r>
            <a:r>
              <a:rPr lang="en-US" i="0" err="1">
                <a:solidFill>
                  <a:schemeClr val="tx1"/>
                </a:solidFill>
                <a:latin typeface="Times New Roman" panose="02020603050405020304" charset="0"/>
                <a:cs typeface="Times New Roman" panose="02020603050405020304" charset="0"/>
              </a:rPr>
              <a:t>nhập</a:t>
            </a:r>
            <a:r>
              <a:rPr lang="en-US" i="0">
                <a:solidFill>
                  <a:schemeClr val="tx1"/>
                </a:solidFill>
                <a:latin typeface="Times New Roman" panose="02020603050405020304" charset="0"/>
                <a:cs typeface="Times New Roman" panose="02020603050405020304" charset="0"/>
              </a:rPr>
              <a:t> </a:t>
            </a:r>
            <a:r>
              <a:rPr lang="en-US" i="0">
                <a:solidFill>
                  <a:schemeClr val="tx1"/>
                </a:solidFill>
                <a:latin typeface="Times New Roman" panose="02020603050405020304" charset="0"/>
                <a:cs typeface="Arial" panose="020B0604020202020204"/>
              </a:rPr>
              <a:t> </a:t>
            </a:r>
            <a:r>
              <a:rPr lang="en-US" b="0" i="0">
                <a:latin typeface="Arial" panose="020B0604020202020204"/>
                <a:cs typeface="Arial" panose="020B0604020202020204"/>
              </a:rPr>
              <a:t> </a:t>
            </a:r>
            <a:endParaRPr lang="en-US" b="0" i="0">
              <a:latin typeface="Arial" panose="020B0604020202020204"/>
              <a:cs typeface="Arial" panose="020B0604020202020204"/>
            </a:endParaRPr>
          </a:p>
        </p:txBody>
      </p:sp>
      <p:sp>
        <p:nvSpPr>
          <p:cNvPr id="633" name="Google Shape;633;p5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pic>
        <p:nvPicPr>
          <p:cNvPr id="2" name="Hình ảnh 2" descr="C:\Users\lan\Pictures\m6.PNGm6"/>
          <p:cNvPicPr>
            <a:picLocks noChangeAspect="1"/>
          </p:cNvPicPr>
          <p:nvPr/>
        </p:nvPicPr>
        <p:blipFill>
          <a:blip r:embed="rId1"/>
          <a:srcRect/>
          <a:stretch>
            <a:fillRect/>
          </a:stretch>
        </p:blipFill>
        <p:spPr>
          <a:xfrm>
            <a:off x="1525905" y="1200150"/>
            <a:ext cx="5922010" cy="376555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28"/>
          <p:cNvSpPr txBox="1">
            <a:spLocks noGrp="1"/>
          </p:cNvSpPr>
          <p:nvPr>
            <p:ph type="title"/>
          </p:nvPr>
        </p:nvSpPr>
        <p:spPr>
          <a:xfrm>
            <a:off x="457200" y="895350"/>
            <a:ext cx="1922780" cy="1153795"/>
          </a:xfrm>
          <a:prstGeom prst="rect">
            <a:avLst/>
          </a:prstGeom>
        </p:spPr>
        <p:txBody>
          <a:bodyPr spcFirstLastPara="1" wrap="square" lIns="91425" tIns="91425" rIns="91425" bIns="91425" anchor="ctr" anchorCtr="0">
            <a:noAutofit/>
          </a:bodyPr>
          <a:lstStyle/>
          <a:p>
            <a:pPr algn="ctr"/>
            <a:r>
              <a:rPr lang="en-US" i="0" err="1">
                <a:solidFill>
                  <a:schemeClr val="tx1"/>
                </a:solidFill>
                <a:latin typeface="Times New Roman" panose="02020603050405020304" charset="0"/>
                <a:cs typeface="Times New Roman" panose="02020603050405020304" charset="0"/>
              </a:rPr>
              <a:t>Bằng</a:t>
            </a:r>
            <a:r>
              <a:rPr lang="en-US" i="0">
                <a:solidFill>
                  <a:schemeClr val="tx1"/>
                </a:solidFill>
                <a:latin typeface="Times New Roman" panose="02020603050405020304" charset="0"/>
                <a:cs typeface="Times New Roman" panose="02020603050405020304" charset="0"/>
              </a:rPr>
              <a:t> </a:t>
            </a:r>
            <a:r>
              <a:rPr lang="en-US" i="0" err="1">
                <a:solidFill>
                  <a:schemeClr val="tx1"/>
                </a:solidFill>
                <a:latin typeface="Times New Roman" panose="02020603050405020304" charset="0"/>
                <a:cs typeface="Times New Roman" panose="02020603050405020304" charset="0"/>
              </a:rPr>
              <a:t>cấp</a:t>
            </a:r>
            <a:r>
              <a:rPr lang="en-US" i="0">
                <a:solidFill>
                  <a:schemeClr val="tx1"/>
                </a:solidFill>
                <a:latin typeface="Times New Roman" panose="02020603050405020304" charset="0"/>
                <a:cs typeface="Times New Roman" panose="02020603050405020304" charset="0"/>
              </a:rPr>
              <a:t> theo </a:t>
            </a:r>
            <a:r>
              <a:rPr lang="en-US" i="0" err="1">
                <a:solidFill>
                  <a:schemeClr val="tx1"/>
                </a:solidFill>
                <a:latin typeface="Times New Roman" panose="02020603050405020304" charset="0"/>
                <a:cs typeface="Times New Roman" panose="02020603050405020304" charset="0"/>
              </a:rPr>
              <a:t>tình</a:t>
            </a:r>
            <a:r>
              <a:rPr lang="en-US" i="0">
                <a:solidFill>
                  <a:schemeClr val="tx1"/>
                </a:solidFill>
                <a:latin typeface="Times New Roman" panose="02020603050405020304" charset="0"/>
                <a:cs typeface="Times New Roman" panose="02020603050405020304" charset="0"/>
              </a:rPr>
              <a:t> </a:t>
            </a:r>
            <a:r>
              <a:rPr lang="en-US" i="0" err="1">
                <a:solidFill>
                  <a:schemeClr val="tx1"/>
                </a:solidFill>
                <a:latin typeface="Times New Roman" panose="02020603050405020304" charset="0"/>
                <a:cs typeface="Times New Roman" panose="02020603050405020304" charset="0"/>
              </a:rPr>
              <a:t>trạng</a:t>
            </a:r>
            <a:r>
              <a:rPr lang="en-US" i="0">
                <a:solidFill>
                  <a:schemeClr val="tx1"/>
                </a:solidFill>
                <a:latin typeface="Times New Roman" panose="02020603050405020304" charset="0"/>
                <a:cs typeface="Times New Roman" panose="02020603050405020304" charset="0"/>
              </a:rPr>
              <a:t> hôn nhân</a:t>
            </a:r>
            <a:endParaRPr lang="en-US" i="0">
              <a:solidFill>
                <a:schemeClr val="tx1"/>
              </a:solidFill>
              <a:latin typeface="Times New Roman" panose="02020603050405020304" charset="0"/>
              <a:cs typeface="Times New Roman" panose="02020603050405020304" charset="0"/>
            </a:endParaRPr>
          </a:p>
        </p:txBody>
      </p:sp>
      <p:sp>
        <p:nvSpPr>
          <p:cNvPr id="197" name="Google Shape;197;p2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
        <p:nvSpPr>
          <p:cNvPr id="3" name="Hình Bầu dục 2"/>
          <p:cNvSpPr/>
          <p:nvPr/>
        </p:nvSpPr>
        <p:spPr>
          <a:xfrm>
            <a:off x="3904690" y="727823"/>
            <a:ext cx="3975285" cy="397528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a:solidFill>
                <a:srgbClr val="FFFFFF"/>
              </a:solidFill>
              <a:latin typeface="Arial" panose="020B0604020202020204"/>
              <a:cs typeface="Arial" panose="020B0604020202020204"/>
            </a:endParaRPr>
          </a:p>
        </p:txBody>
      </p:sp>
      <p:pic>
        <p:nvPicPr>
          <p:cNvPr id="4" name="Hình ảnh 4"/>
          <p:cNvPicPr>
            <a:picLocks noChangeAspect="1"/>
          </p:cNvPicPr>
          <p:nvPr/>
        </p:nvPicPr>
        <p:blipFill>
          <a:blip r:embed="rId1"/>
          <a:stretch>
            <a:fillRect/>
          </a:stretch>
        </p:blipFill>
        <p:spPr>
          <a:xfrm>
            <a:off x="2514600" y="438150"/>
            <a:ext cx="6575425" cy="480314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Văn bản 1"/>
          <p:cNvSpPr>
            <a:spLocks noGrp="1"/>
          </p:cNvSpPr>
          <p:nvPr>
            <p:ph type="body" idx="1"/>
          </p:nvPr>
        </p:nvSpPr>
        <p:spPr/>
        <p:txBody>
          <a:bodyPr/>
          <a:lstStyle/>
          <a:p>
            <a:r>
              <a:rPr lang="en-US" b="1" err="1">
                <a:solidFill>
                  <a:schemeClr val="tx1"/>
                </a:solidFill>
                <a:latin typeface="Times New Roman" panose="02020603050405020304" charset="0"/>
                <a:cs typeface="Times New Roman" panose="02020603050405020304" charset="0"/>
              </a:rPr>
              <a:t>Mức</a:t>
            </a:r>
            <a:r>
              <a:rPr lang="en-US" b="1">
                <a:solidFill>
                  <a:schemeClr val="tx1"/>
                </a:solidFill>
                <a:latin typeface="Times New Roman" panose="02020603050405020304" charset="0"/>
                <a:cs typeface="Times New Roman" panose="02020603050405020304" charset="0"/>
              </a:rPr>
              <a:t> thu </a:t>
            </a:r>
            <a:r>
              <a:rPr lang="en-US" b="1" err="1">
                <a:solidFill>
                  <a:schemeClr val="tx1"/>
                </a:solidFill>
                <a:latin typeface="Times New Roman" panose="02020603050405020304" charset="0"/>
                <a:cs typeface="Times New Roman" panose="02020603050405020304" charset="0"/>
              </a:rPr>
              <a:t>nhập</a:t>
            </a:r>
            <a:r>
              <a:rPr lang="en-US" b="1">
                <a:solidFill>
                  <a:schemeClr val="tx1"/>
                </a:solidFill>
                <a:latin typeface="Times New Roman" panose="02020603050405020304" charset="0"/>
                <a:cs typeface="Times New Roman" panose="02020603050405020304" charset="0"/>
              </a:rPr>
              <a:t> theo </a:t>
            </a:r>
            <a:r>
              <a:rPr lang="en-US" b="1" err="1">
                <a:solidFill>
                  <a:schemeClr val="tx1"/>
                </a:solidFill>
                <a:latin typeface="Times New Roman" panose="02020603050405020304" charset="0"/>
                <a:cs typeface="Times New Roman" panose="02020603050405020304" charset="0"/>
              </a:rPr>
              <a:t>tình</a:t>
            </a:r>
            <a:r>
              <a:rPr lang="en-US" b="1">
                <a:solidFill>
                  <a:schemeClr val="tx1"/>
                </a:solidFill>
                <a:latin typeface="Times New Roman" panose="02020603050405020304" charset="0"/>
                <a:cs typeface="Times New Roman" panose="02020603050405020304" charset="0"/>
              </a:rPr>
              <a:t> </a:t>
            </a:r>
            <a:r>
              <a:rPr lang="en-US" b="1" err="1">
                <a:solidFill>
                  <a:schemeClr val="tx1"/>
                </a:solidFill>
                <a:latin typeface="Times New Roman" panose="02020603050405020304" charset="0"/>
                <a:cs typeface="Times New Roman" panose="02020603050405020304" charset="0"/>
              </a:rPr>
              <a:t>trạng</a:t>
            </a:r>
            <a:r>
              <a:rPr lang="en-US" b="1">
                <a:solidFill>
                  <a:schemeClr val="tx1"/>
                </a:solidFill>
                <a:latin typeface="Times New Roman" panose="02020603050405020304" charset="0"/>
                <a:cs typeface="Times New Roman" panose="02020603050405020304" charset="0"/>
              </a:rPr>
              <a:t> cha </a:t>
            </a:r>
            <a:r>
              <a:rPr lang="en-US" b="1" err="1">
                <a:solidFill>
                  <a:schemeClr val="tx1"/>
                </a:solidFill>
                <a:latin typeface="Times New Roman" panose="02020603050405020304" charset="0"/>
                <a:cs typeface="Times New Roman" panose="02020603050405020304" charset="0"/>
              </a:rPr>
              <a:t>mẹ</a:t>
            </a:r>
            <a:endParaRPr lang="en-US" b="1" err="1">
              <a:solidFill>
                <a:schemeClr val="tx1"/>
              </a:solidFill>
              <a:latin typeface="Times New Roman" panose="02020603050405020304" charset="0"/>
              <a:cs typeface="Times New Roman" panose="02020603050405020304" charset="0"/>
            </a:endParaRPr>
          </a:p>
        </p:txBody>
      </p:sp>
      <p:sp>
        <p:nvSpPr>
          <p:cNvPr id="3" name="Chỗ dành sẵn cho Số hiệu Bản chiếu 2"/>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GB"/>
            </a:fld>
            <a:endParaRPr lang="en-GB"/>
          </a:p>
        </p:txBody>
      </p:sp>
      <p:pic>
        <p:nvPicPr>
          <p:cNvPr id="4" name="Hình ảnh 4"/>
          <p:cNvPicPr>
            <a:picLocks noChangeAspect="1"/>
          </p:cNvPicPr>
          <p:nvPr/>
        </p:nvPicPr>
        <p:blipFill>
          <a:blip r:embed="rId1"/>
          <a:stretch>
            <a:fillRect/>
          </a:stretch>
        </p:blipFill>
        <p:spPr>
          <a:xfrm>
            <a:off x="1855694" y="605453"/>
            <a:ext cx="5432612" cy="3588013"/>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p:cNvSpPr>
            <a:spLocks noGrp="1"/>
          </p:cNvSpPr>
          <p:nvPr>
            <p:ph type="title"/>
          </p:nvPr>
        </p:nvSpPr>
        <p:spPr>
          <a:xfrm>
            <a:off x="533400" y="910590"/>
            <a:ext cx="1729740" cy="1068070"/>
          </a:xfrm>
        </p:spPr>
        <p:txBody>
          <a:bodyPr anchor="ctr" anchorCtr="0"/>
          <a:lstStyle/>
          <a:p>
            <a:pPr algn="ctr"/>
            <a:r>
              <a:rPr lang="vi-VN" i="0" err="1">
                <a:solidFill>
                  <a:schemeClr val="tx1"/>
                </a:solidFill>
                <a:latin typeface="Times New Roman" panose="02020603050405020304" charset="0"/>
                <a:cs typeface="Times New Roman" panose="02020603050405020304" charset="0"/>
              </a:rPr>
              <a:t>Sức</a:t>
            </a:r>
            <a:r>
              <a:rPr lang="vi-VN" i="0">
                <a:solidFill>
                  <a:schemeClr val="tx1"/>
                </a:solidFill>
                <a:latin typeface="Times New Roman" panose="02020603050405020304" charset="0"/>
                <a:cs typeface="Times New Roman" panose="02020603050405020304" charset="0"/>
              </a:rPr>
              <a:t> mua qua </a:t>
            </a:r>
            <a:r>
              <a:rPr lang="vi-VN" i="0" err="1">
                <a:solidFill>
                  <a:schemeClr val="tx1"/>
                </a:solidFill>
                <a:latin typeface="Times New Roman" panose="02020603050405020304" charset="0"/>
                <a:cs typeface="Times New Roman" panose="02020603050405020304" charset="0"/>
              </a:rPr>
              <a:t>mỗi</a:t>
            </a:r>
            <a:r>
              <a:rPr lang="vi-VN" i="0">
                <a:solidFill>
                  <a:schemeClr val="tx1"/>
                </a:solidFill>
                <a:latin typeface="Times New Roman" panose="02020603050405020304" charset="0"/>
                <a:cs typeface="Times New Roman" panose="02020603050405020304" charset="0"/>
              </a:rPr>
              <a:t> kênh</a:t>
            </a:r>
            <a:endParaRPr lang="vi-VN" i="0">
              <a:solidFill>
                <a:schemeClr val="tx1"/>
              </a:solidFill>
              <a:latin typeface="Times New Roman" panose="02020603050405020304" charset="0"/>
              <a:cs typeface="Times New Roman" panose="02020603050405020304" charset="0"/>
            </a:endParaRPr>
          </a:p>
        </p:txBody>
      </p:sp>
      <p:sp>
        <p:nvSpPr>
          <p:cNvPr id="3" name="Chỗ dành sẵn cho Số hiệu Bản chiếu 2"/>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a:fld>
            <a:endParaRPr lang="en-GB"/>
          </a:p>
        </p:txBody>
      </p:sp>
      <p:pic>
        <p:nvPicPr>
          <p:cNvPr id="4" name="Hình ảnh 4"/>
          <p:cNvPicPr>
            <a:picLocks noChangeAspect="1"/>
          </p:cNvPicPr>
          <p:nvPr/>
        </p:nvPicPr>
        <p:blipFill>
          <a:blip r:embed="rId1"/>
          <a:stretch>
            <a:fillRect/>
          </a:stretch>
        </p:blipFill>
        <p:spPr>
          <a:xfrm>
            <a:off x="3230880" y="299720"/>
            <a:ext cx="5082540" cy="4446270"/>
          </a:xfrm>
          <a:prstGeom prst="rect">
            <a:avLst/>
          </a:prstGeom>
        </p:spPr>
      </p:pic>
      <p:sp>
        <p:nvSpPr>
          <p:cNvPr id="5" name="Hộp Văn bản 4"/>
          <p:cNvSpPr txBox="1"/>
          <p:nvPr/>
        </p:nvSpPr>
        <p:spPr>
          <a:xfrm>
            <a:off x="4486276" y="1048870"/>
            <a:ext cx="2743200"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err="1">
                <a:solidFill>
                  <a:schemeClr val="bg1"/>
                </a:solidFill>
              </a:rPr>
              <a:t>Deal</a:t>
            </a:r>
            <a:endParaRPr lang="vi-VN">
              <a:solidFill>
                <a:schemeClr val="bg1"/>
              </a:solidFill>
            </a:endParaRPr>
          </a:p>
        </p:txBody>
      </p:sp>
      <p:sp>
        <p:nvSpPr>
          <p:cNvPr id="6" name="Hộp Văn bản 5"/>
          <p:cNvSpPr txBox="1"/>
          <p:nvPr/>
        </p:nvSpPr>
        <p:spPr>
          <a:xfrm>
            <a:off x="3645834" y="2881033"/>
            <a:ext cx="1196789" cy="316181"/>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err="1">
                <a:solidFill>
                  <a:schemeClr val="bg1"/>
                </a:solidFill>
              </a:rPr>
              <a:t>Web</a:t>
            </a:r>
            <a:endParaRPr lang="vi-VN">
              <a:solidFill>
                <a:schemeClr val="bg1"/>
              </a:solidFill>
            </a:endParaRPr>
          </a:p>
        </p:txBody>
      </p:sp>
      <p:sp>
        <p:nvSpPr>
          <p:cNvPr id="7" name="Hộp Văn bản 6"/>
          <p:cNvSpPr txBox="1"/>
          <p:nvPr/>
        </p:nvSpPr>
        <p:spPr>
          <a:xfrm>
            <a:off x="7074834" y="3637429"/>
            <a:ext cx="2743200"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err="1">
                <a:solidFill>
                  <a:schemeClr val="bg1"/>
                </a:solidFill>
              </a:rPr>
              <a:t>Store</a:t>
            </a:r>
            <a:endParaRPr lang="vi-VN">
              <a:solidFill>
                <a:schemeClr val="bg1"/>
              </a:solidFill>
            </a:endParaRPr>
          </a:p>
        </p:txBody>
      </p:sp>
      <p:sp>
        <p:nvSpPr>
          <p:cNvPr id="9" name="Hộp Văn bản 8"/>
          <p:cNvSpPr txBox="1"/>
          <p:nvPr/>
        </p:nvSpPr>
        <p:spPr>
          <a:xfrm>
            <a:off x="6705040" y="1132915"/>
            <a:ext cx="2743200"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err="1">
                <a:solidFill>
                  <a:schemeClr val="bg1"/>
                </a:solidFill>
              </a:rPr>
              <a:t>Catalog</a:t>
            </a:r>
            <a:endParaRPr lang="vi-VN">
              <a:solidFill>
                <a:schemeClr val="bg1"/>
              </a:solidFill>
            </a:endParaRPr>
          </a:p>
        </p:txBody>
      </p:sp>
      <p:sp>
        <p:nvSpPr>
          <p:cNvPr id="10" name="Hộp Văn bản 9"/>
          <p:cNvSpPr txBox="1"/>
          <p:nvPr/>
        </p:nvSpPr>
        <p:spPr>
          <a:xfrm>
            <a:off x="5074584" y="1670797"/>
            <a:ext cx="2743200"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a:solidFill>
                  <a:schemeClr val="bg1"/>
                </a:solidFill>
              </a:rPr>
              <a:t>15,6</a:t>
            </a:r>
            <a:endParaRPr lang="vi-VN">
              <a:solidFill>
                <a:schemeClr val="bg1"/>
              </a:solidFill>
            </a:endParaRPr>
          </a:p>
        </p:txBody>
      </p:sp>
      <p:sp>
        <p:nvSpPr>
          <p:cNvPr id="11" name="Hộp Văn bản 10"/>
          <p:cNvSpPr txBox="1"/>
          <p:nvPr/>
        </p:nvSpPr>
        <p:spPr>
          <a:xfrm>
            <a:off x="4687981" y="2805392"/>
            <a:ext cx="2743200"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a:solidFill>
                  <a:schemeClr val="bg1"/>
                </a:solidFill>
              </a:rPr>
              <a:t>27,5</a:t>
            </a:r>
            <a:endParaRPr lang="vi-VN">
              <a:solidFill>
                <a:schemeClr val="bg1"/>
              </a:solidFill>
            </a:endParaRPr>
          </a:p>
        </p:txBody>
      </p:sp>
      <p:sp>
        <p:nvSpPr>
          <p:cNvPr id="12" name="Hộp Văn bản 11"/>
          <p:cNvSpPr txBox="1"/>
          <p:nvPr/>
        </p:nvSpPr>
        <p:spPr>
          <a:xfrm>
            <a:off x="6141944" y="3158377"/>
            <a:ext cx="2743200"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a:solidFill>
                  <a:schemeClr val="bg1"/>
                </a:solidFill>
              </a:rPr>
              <a:t>38,9</a:t>
            </a:r>
            <a:endParaRPr lang="vi-VN">
              <a:solidFill>
                <a:schemeClr val="bg1"/>
              </a:solidFill>
            </a:endParaRPr>
          </a:p>
        </p:txBody>
      </p:sp>
      <p:sp>
        <p:nvSpPr>
          <p:cNvPr id="13" name="Hộp Văn bản 12"/>
          <p:cNvSpPr txBox="1"/>
          <p:nvPr/>
        </p:nvSpPr>
        <p:spPr>
          <a:xfrm>
            <a:off x="6057900" y="1763245"/>
            <a:ext cx="2743200"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a:solidFill>
                  <a:schemeClr val="bg1"/>
                </a:solidFill>
              </a:rPr>
              <a:t>17,9</a:t>
            </a:r>
            <a:endParaRPr lang="vi-VN">
              <a:solidFill>
                <a:schemeClr val="bg1"/>
              </a:solidFill>
            </a:endParaRPr>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p:cNvSpPr>
            <a:spLocks noGrp="1"/>
          </p:cNvSpPr>
          <p:nvPr>
            <p:ph type="title"/>
          </p:nvPr>
        </p:nvSpPr>
        <p:spPr>
          <a:xfrm>
            <a:off x="609600" y="737235"/>
            <a:ext cx="1593215" cy="1209675"/>
          </a:xfrm>
        </p:spPr>
        <p:txBody>
          <a:bodyPr anchor="ctr" anchorCtr="0"/>
          <a:lstStyle/>
          <a:p>
            <a:pPr algn="ctr"/>
            <a:r>
              <a:rPr lang="en-US" i="0" err="1">
                <a:solidFill>
                  <a:schemeClr val="tx1"/>
                </a:solidFill>
                <a:latin typeface="Times New Roman" panose="02020603050405020304" charset="0"/>
                <a:cs typeface="Times New Roman" panose="02020603050405020304" charset="0"/>
              </a:rPr>
              <a:t>Tổng</a:t>
            </a:r>
            <a:r>
              <a:rPr lang="en-US" i="0">
                <a:solidFill>
                  <a:schemeClr val="tx1"/>
                </a:solidFill>
                <a:latin typeface="Times New Roman" panose="02020603050405020304" charset="0"/>
                <a:cs typeface="Times New Roman" panose="02020603050405020304" charset="0"/>
              </a:rPr>
              <a:t> </a:t>
            </a:r>
            <a:r>
              <a:rPr lang="en-US" i="0" err="1">
                <a:solidFill>
                  <a:schemeClr val="tx1"/>
                </a:solidFill>
                <a:latin typeface="Times New Roman" panose="02020603050405020304" charset="0"/>
                <a:cs typeface="Times New Roman" panose="02020603050405020304" charset="0"/>
              </a:rPr>
              <a:t>lượng</a:t>
            </a:r>
            <a:r>
              <a:rPr lang="en-US" i="0">
                <a:solidFill>
                  <a:schemeClr val="tx1"/>
                </a:solidFill>
                <a:latin typeface="Times New Roman" panose="02020603050405020304" charset="0"/>
                <a:cs typeface="Times New Roman" panose="02020603050405020304" charset="0"/>
              </a:rPr>
              <a:t> mua ở </a:t>
            </a:r>
            <a:r>
              <a:rPr lang="en-US" i="0" err="1">
                <a:solidFill>
                  <a:schemeClr val="tx1"/>
                </a:solidFill>
                <a:latin typeface="Times New Roman" panose="02020603050405020304" charset="0"/>
                <a:cs typeface="Times New Roman" panose="02020603050405020304" charset="0"/>
              </a:rPr>
              <a:t>mỗi</a:t>
            </a:r>
            <a:r>
              <a:rPr lang="en-US" i="0">
                <a:solidFill>
                  <a:schemeClr val="tx1"/>
                </a:solidFill>
                <a:latin typeface="Times New Roman" panose="02020603050405020304" charset="0"/>
                <a:cs typeface="Times New Roman" panose="02020603050405020304" charset="0"/>
              </a:rPr>
              <a:t> </a:t>
            </a:r>
            <a:r>
              <a:rPr lang="en-US" i="0" err="1">
                <a:solidFill>
                  <a:schemeClr val="tx1"/>
                </a:solidFill>
                <a:latin typeface="Times New Roman" panose="02020603050405020304" charset="0"/>
                <a:cs typeface="Times New Roman" panose="02020603050405020304" charset="0"/>
              </a:rPr>
              <a:t>quốc</a:t>
            </a:r>
            <a:r>
              <a:rPr lang="en-US" i="0">
                <a:solidFill>
                  <a:schemeClr val="tx1"/>
                </a:solidFill>
                <a:latin typeface="Times New Roman" panose="02020603050405020304" charset="0"/>
                <a:cs typeface="Times New Roman" panose="02020603050405020304" charset="0"/>
              </a:rPr>
              <a:t> gia</a:t>
            </a:r>
            <a:endParaRPr lang="en-US" i="0">
              <a:solidFill>
                <a:schemeClr val="tx1"/>
              </a:solidFill>
              <a:latin typeface="Times New Roman" panose="02020603050405020304" charset="0"/>
              <a:cs typeface="Times New Roman" panose="02020603050405020304" charset="0"/>
            </a:endParaRPr>
          </a:p>
        </p:txBody>
      </p:sp>
      <p:sp>
        <p:nvSpPr>
          <p:cNvPr id="3" name="Chỗ dành sẵn cho Số hiệu Bản chiếu 2"/>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a:fld>
            <a:endParaRPr lang="en-GB"/>
          </a:p>
        </p:txBody>
      </p:sp>
      <p:pic>
        <p:nvPicPr>
          <p:cNvPr id="4" name="Hình ảnh 4"/>
          <p:cNvPicPr>
            <a:picLocks noChangeAspect="1"/>
          </p:cNvPicPr>
          <p:nvPr/>
        </p:nvPicPr>
        <p:blipFill>
          <a:blip r:embed="rId1"/>
          <a:stretch>
            <a:fillRect/>
          </a:stretch>
        </p:blipFill>
        <p:spPr>
          <a:xfrm>
            <a:off x="2583782" y="736935"/>
            <a:ext cx="5976686" cy="3932822"/>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p:cNvSpPr>
            <a:spLocks noGrp="1"/>
          </p:cNvSpPr>
          <p:nvPr>
            <p:ph type="title"/>
          </p:nvPr>
        </p:nvSpPr>
        <p:spPr>
          <a:xfrm>
            <a:off x="533173" y="947345"/>
            <a:ext cx="1613400" cy="857400"/>
          </a:xfrm>
        </p:spPr>
        <p:txBody>
          <a:bodyPr anchor="ctr" anchorCtr="0"/>
          <a:lstStyle/>
          <a:p>
            <a:pPr algn="ctr"/>
            <a:r>
              <a:rPr lang="vi-VN" i="0" err="1">
                <a:solidFill>
                  <a:schemeClr val="tx1"/>
                </a:solidFill>
                <a:latin typeface="Times New Roman" panose="02020603050405020304" charset="0"/>
                <a:cs typeface="Times New Roman" panose="02020603050405020304" charset="0"/>
              </a:rPr>
              <a:t>Sản</a:t>
            </a:r>
            <a:r>
              <a:rPr lang="vi-VN" i="0">
                <a:solidFill>
                  <a:schemeClr val="tx1"/>
                </a:solidFill>
                <a:latin typeface="Times New Roman" panose="02020603050405020304" charset="0"/>
                <a:cs typeface="Times New Roman" panose="02020603050405020304" charset="0"/>
              </a:rPr>
              <a:t> </a:t>
            </a:r>
            <a:r>
              <a:rPr lang="vi-VN" i="0" err="1">
                <a:solidFill>
                  <a:schemeClr val="tx1"/>
                </a:solidFill>
                <a:latin typeface="Times New Roman" panose="02020603050405020304" charset="0"/>
                <a:cs typeface="Times New Roman" panose="02020603050405020304" charset="0"/>
              </a:rPr>
              <a:t>phẩm</a:t>
            </a:r>
            <a:endParaRPr lang="vi-VN" i="0" err="1">
              <a:solidFill>
                <a:schemeClr val="tx1"/>
              </a:solidFill>
              <a:latin typeface="Times New Roman" panose="02020603050405020304" charset="0"/>
              <a:cs typeface="Times New Roman" panose="02020603050405020304" charset="0"/>
            </a:endParaRPr>
          </a:p>
        </p:txBody>
      </p:sp>
      <p:sp>
        <p:nvSpPr>
          <p:cNvPr id="3" name="Chỗ dành sẵn cho Văn bản 2"/>
          <p:cNvSpPr>
            <a:spLocks noGrp="1"/>
          </p:cNvSpPr>
          <p:nvPr>
            <p:ph type="body" idx="1"/>
          </p:nvPr>
        </p:nvSpPr>
        <p:spPr/>
        <p:txBody>
          <a:bodyPr/>
          <a:lstStyle/>
          <a:p>
            <a:r>
              <a:rPr lang="vi-VN" sz="1600" err="1">
                <a:latin typeface="Times New Roman" panose="02020603050405020304" charset="0"/>
                <a:cs typeface="Times New Roman" panose="02020603050405020304" charset="0"/>
              </a:rPr>
              <a:t>Tỷ</a:t>
            </a:r>
            <a:r>
              <a:rPr lang="vi-VN" sz="1600">
                <a:latin typeface="Times New Roman" panose="02020603050405020304" charset="0"/>
                <a:cs typeface="Times New Roman" panose="02020603050405020304" charset="0"/>
              </a:rPr>
              <a:t> </a:t>
            </a:r>
            <a:r>
              <a:rPr lang="vi-VN" sz="1600" err="1">
                <a:latin typeface="Times New Roman" panose="02020603050405020304" charset="0"/>
                <a:cs typeface="Times New Roman" panose="02020603050405020304" charset="0"/>
              </a:rPr>
              <a:t>lệ</a:t>
            </a:r>
            <a:r>
              <a:rPr lang="vi-VN" sz="1600">
                <a:latin typeface="Times New Roman" panose="02020603050405020304" charset="0"/>
                <a:cs typeface="Times New Roman" panose="02020603050405020304" charset="0"/>
              </a:rPr>
              <a:t> </a:t>
            </a:r>
            <a:r>
              <a:rPr lang="vi-VN" sz="1600" err="1">
                <a:latin typeface="Times New Roman" panose="02020603050405020304" charset="0"/>
                <a:cs typeface="Times New Roman" panose="02020603050405020304" charset="0"/>
              </a:rPr>
              <a:t>các</a:t>
            </a:r>
            <a:r>
              <a:rPr lang="vi-VN" sz="1600">
                <a:latin typeface="Times New Roman" panose="02020603050405020304" charset="0"/>
                <a:cs typeface="Times New Roman" panose="02020603050405020304" charset="0"/>
              </a:rPr>
              <a:t> </a:t>
            </a:r>
            <a:r>
              <a:rPr lang="vi-VN" sz="1600" err="1">
                <a:latin typeface="Times New Roman" panose="02020603050405020304" charset="0"/>
                <a:cs typeface="Times New Roman" panose="02020603050405020304" charset="0"/>
              </a:rPr>
              <a:t>sản</a:t>
            </a:r>
            <a:r>
              <a:rPr lang="vi-VN" sz="1600">
                <a:latin typeface="Times New Roman" panose="02020603050405020304" charset="0"/>
                <a:cs typeface="Times New Roman" panose="02020603050405020304" charset="0"/>
              </a:rPr>
              <a:t> </a:t>
            </a:r>
            <a:r>
              <a:rPr lang="vi-VN" sz="1600" err="1">
                <a:latin typeface="Times New Roman" panose="02020603050405020304" charset="0"/>
                <a:cs typeface="Times New Roman" panose="02020603050405020304" charset="0"/>
              </a:rPr>
              <a:t>phẩm</a:t>
            </a:r>
            <a:r>
              <a:rPr lang="vi-VN" sz="1600">
                <a:latin typeface="Times New Roman" panose="02020603050405020304" charset="0"/>
                <a:cs typeface="Times New Roman" panose="02020603050405020304" charset="0"/>
              </a:rPr>
              <a:t> </a:t>
            </a:r>
            <a:r>
              <a:rPr lang="vi-VN" sz="1600" err="1">
                <a:latin typeface="Times New Roman" panose="02020603050405020304" charset="0"/>
                <a:cs typeface="Times New Roman" panose="02020603050405020304" charset="0"/>
              </a:rPr>
              <a:t>đã</a:t>
            </a:r>
            <a:r>
              <a:rPr lang="vi-VN" sz="1600">
                <a:latin typeface="Times New Roman" panose="02020603050405020304" charset="0"/>
                <a:cs typeface="Times New Roman" panose="02020603050405020304" charset="0"/>
              </a:rPr>
              <a:t> mua</a:t>
            </a:r>
            <a:endParaRPr lang="vi-VN" sz="1600">
              <a:latin typeface="Times New Roman" panose="02020603050405020304" charset="0"/>
              <a:cs typeface="Times New Roman" panose="02020603050405020304" charset="0"/>
            </a:endParaRPr>
          </a:p>
        </p:txBody>
      </p:sp>
      <p:sp>
        <p:nvSpPr>
          <p:cNvPr id="4" name="Chỗ dành sẵn cho Văn bản 3"/>
          <p:cNvSpPr>
            <a:spLocks noGrp="1"/>
          </p:cNvSpPr>
          <p:nvPr>
            <p:ph type="body" idx="2"/>
          </p:nvPr>
        </p:nvSpPr>
        <p:spPr>
          <a:xfrm>
            <a:off x="5793857" y="1123950"/>
            <a:ext cx="2700600" cy="3096000"/>
          </a:xfrm>
        </p:spPr>
        <p:txBody>
          <a:bodyPr/>
          <a:lstStyle/>
          <a:p>
            <a:r>
              <a:rPr lang="vi-VN" sz="1600" err="1">
                <a:latin typeface="Times New Roman" panose="02020603050405020304" charset="0"/>
                <a:cs typeface="Times New Roman" panose="02020603050405020304" charset="0"/>
              </a:rPr>
              <a:t>Tỷ</a:t>
            </a:r>
            <a:r>
              <a:rPr lang="vi-VN" sz="1600">
                <a:latin typeface="Times New Roman" panose="02020603050405020304" charset="0"/>
                <a:cs typeface="Times New Roman" panose="02020603050405020304" charset="0"/>
              </a:rPr>
              <a:t> </a:t>
            </a:r>
            <a:r>
              <a:rPr lang="vi-VN" sz="1600" err="1">
                <a:latin typeface="Times New Roman" panose="02020603050405020304" charset="0"/>
                <a:cs typeface="Times New Roman" panose="02020603050405020304" charset="0"/>
              </a:rPr>
              <a:t>lệ</a:t>
            </a:r>
            <a:r>
              <a:rPr lang="vi-VN" sz="1600">
                <a:latin typeface="Times New Roman" panose="02020603050405020304" charset="0"/>
                <a:cs typeface="Times New Roman" panose="02020603050405020304" charset="0"/>
              </a:rPr>
              <a:t> trung </a:t>
            </a:r>
            <a:r>
              <a:rPr lang="vi-VN" sz="1600" err="1">
                <a:latin typeface="Times New Roman" panose="02020603050405020304" charset="0"/>
                <a:cs typeface="Times New Roman" panose="02020603050405020304" charset="0"/>
              </a:rPr>
              <a:t>bình</a:t>
            </a:r>
            <a:r>
              <a:rPr lang="vi-VN" sz="1600">
                <a:latin typeface="Times New Roman" panose="02020603050405020304" charset="0"/>
                <a:cs typeface="Times New Roman" panose="02020603050405020304" charset="0"/>
              </a:rPr>
              <a:t> </a:t>
            </a:r>
            <a:r>
              <a:rPr lang="vi-VN" sz="1600" err="1">
                <a:latin typeface="Times New Roman" panose="02020603050405020304" charset="0"/>
                <a:cs typeface="Times New Roman" panose="02020603050405020304" charset="0"/>
              </a:rPr>
              <a:t>của</a:t>
            </a:r>
            <a:r>
              <a:rPr lang="vi-VN" sz="1600">
                <a:latin typeface="Times New Roman" panose="02020603050405020304" charset="0"/>
                <a:cs typeface="Times New Roman" panose="02020603050405020304" charset="0"/>
              </a:rPr>
              <a:t> </a:t>
            </a:r>
            <a:r>
              <a:rPr lang="vi-VN" sz="1600" err="1">
                <a:latin typeface="Times New Roman" panose="02020603050405020304" charset="0"/>
                <a:cs typeface="Times New Roman" panose="02020603050405020304" charset="0"/>
              </a:rPr>
              <a:t>mỗi</a:t>
            </a:r>
            <a:r>
              <a:rPr lang="vi-VN" sz="1600">
                <a:latin typeface="Times New Roman" panose="02020603050405020304" charset="0"/>
                <a:cs typeface="Times New Roman" panose="02020603050405020304" charset="0"/>
              </a:rPr>
              <a:t> </a:t>
            </a:r>
            <a:r>
              <a:rPr lang="vi-VN" sz="1600" err="1">
                <a:latin typeface="Times New Roman" panose="02020603050405020304" charset="0"/>
                <a:cs typeface="Times New Roman" panose="02020603050405020304" charset="0"/>
              </a:rPr>
              <a:t>sản</a:t>
            </a:r>
            <a:r>
              <a:rPr lang="vi-VN" sz="1600">
                <a:latin typeface="Times New Roman" panose="02020603050405020304" charset="0"/>
                <a:cs typeface="Times New Roman" panose="02020603050405020304" charset="0"/>
              </a:rPr>
              <a:t> </a:t>
            </a:r>
            <a:r>
              <a:rPr lang="vi-VN" sz="1600" err="1">
                <a:latin typeface="Times New Roman" panose="02020603050405020304" charset="0"/>
                <a:cs typeface="Times New Roman" panose="02020603050405020304" charset="0"/>
              </a:rPr>
              <a:t>phẩm</a:t>
            </a:r>
            <a:r>
              <a:rPr lang="vi-VN" sz="1600">
                <a:latin typeface="Times New Roman" panose="02020603050405020304" charset="0"/>
                <a:cs typeface="Times New Roman" panose="02020603050405020304" charset="0"/>
              </a:rPr>
              <a:t> </a:t>
            </a:r>
            <a:r>
              <a:rPr lang="vi-VN" sz="1600" err="1">
                <a:latin typeface="Times New Roman" panose="02020603050405020304" charset="0"/>
                <a:cs typeface="Times New Roman" panose="02020603050405020304" charset="0"/>
              </a:rPr>
              <a:t>được</a:t>
            </a:r>
            <a:r>
              <a:rPr lang="vi-VN" sz="1600">
                <a:latin typeface="Times New Roman" panose="02020603050405020304" charset="0"/>
                <a:cs typeface="Times New Roman" panose="02020603050405020304" charset="0"/>
              </a:rPr>
              <a:t> mua </a:t>
            </a:r>
            <a:r>
              <a:rPr lang="vi-VN" sz="1600" err="1">
                <a:latin typeface="Times New Roman" panose="02020603050405020304" charset="0"/>
                <a:cs typeface="Times New Roman" panose="02020603050405020304" charset="0"/>
              </a:rPr>
              <a:t>bởi</a:t>
            </a:r>
            <a:r>
              <a:rPr lang="vi-VN" sz="1600">
                <a:latin typeface="Times New Roman" panose="02020603050405020304" charset="0"/>
                <a:cs typeface="Times New Roman" panose="02020603050405020304" charset="0"/>
              </a:rPr>
              <a:t> </a:t>
            </a:r>
            <a:r>
              <a:rPr lang="vi-VN" sz="1600" err="1">
                <a:latin typeface="Times New Roman" panose="02020603050405020304" charset="0"/>
                <a:cs typeface="Times New Roman" panose="02020603050405020304" charset="0"/>
              </a:rPr>
              <a:t>một</a:t>
            </a:r>
            <a:r>
              <a:rPr lang="vi-VN" sz="1600">
                <a:latin typeface="Times New Roman" panose="02020603050405020304" charset="0"/>
                <a:cs typeface="Times New Roman" panose="02020603050405020304" charset="0"/>
              </a:rPr>
              <a:t> </a:t>
            </a:r>
            <a:r>
              <a:rPr lang="vi-VN" sz="1600" err="1">
                <a:latin typeface="Times New Roman" panose="02020603050405020304" charset="0"/>
                <a:cs typeface="Times New Roman" panose="02020603050405020304" charset="0"/>
              </a:rPr>
              <a:t>khách</a:t>
            </a:r>
            <a:r>
              <a:rPr lang="vi-VN" sz="1600">
                <a:latin typeface="Times New Roman" panose="02020603050405020304" charset="0"/>
                <a:cs typeface="Times New Roman" panose="02020603050405020304" charset="0"/>
              </a:rPr>
              <a:t> </a:t>
            </a:r>
            <a:r>
              <a:rPr lang="vi-VN" sz="1600" err="1">
                <a:latin typeface="Times New Roman" panose="02020603050405020304" charset="0"/>
                <a:cs typeface="Times New Roman" panose="02020603050405020304" charset="0"/>
              </a:rPr>
              <a:t>hàng</a:t>
            </a:r>
            <a:endParaRPr lang="vi-VN" sz="1600">
              <a:latin typeface="Times New Roman" panose="02020603050405020304" charset="0"/>
              <a:cs typeface="Times New Roman" panose="02020603050405020304" charset="0"/>
            </a:endParaRPr>
          </a:p>
        </p:txBody>
      </p:sp>
      <p:sp>
        <p:nvSpPr>
          <p:cNvPr id="5" name="Chỗ dành sẵn cho Số hiệu Bản chiếu 4"/>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a:fld>
            <a:endParaRPr lang="en-GB"/>
          </a:p>
        </p:txBody>
      </p:sp>
      <p:pic>
        <p:nvPicPr>
          <p:cNvPr id="6" name="Hình ảnh 6"/>
          <p:cNvPicPr>
            <a:picLocks noChangeAspect="1"/>
          </p:cNvPicPr>
          <p:nvPr/>
        </p:nvPicPr>
        <p:blipFill>
          <a:blip r:embed="rId1"/>
          <a:stretch>
            <a:fillRect/>
          </a:stretch>
        </p:blipFill>
        <p:spPr>
          <a:xfrm>
            <a:off x="2438367" y="1772679"/>
            <a:ext cx="3585410" cy="2976992"/>
          </a:xfrm>
          <a:prstGeom prst="rect">
            <a:avLst/>
          </a:prstGeom>
        </p:spPr>
      </p:pic>
      <p:pic>
        <p:nvPicPr>
          <p:cNvPr id="7" name="Hình ảnh 7"/>
          <p:cNvPicPr>
            <a:picLocks noChangeAspect="1"/>
          </p:cNvPicPr>
          <p:nvPr/>
        </p:nvPicPr>
        <p:blipFill>
          <a:blip r:embed="rId2"/>
          <a:stretch>
            <a:fillRect/>
          </a:stretch>
        </p:blipFill>
        <p:spPr>
          <a:xfrm>
            <a:off x="5591677" y="1804523"/>
            <a:ext cx="3201903" cy="2895528"/>
          </a:xfrm>
          <a:prstGeom prst="rect">
            <a:avLst/>
          </a:prstGeom>
        </p:spPr>
      </p:pic>
      <p:sp>
        <p:nvSpPr>
          <p:cNvPr id="8" name="Hộp Văn bản 7"/>
          <p:cNvSpPr txBox="1"/>
          <p:nvPr/>
        </p:nvSpPr>
        <p:spPr>
          <a:xfrm>
            <a:off x="2553703" y="3125203"/>
            <a:ext cx="2743199" cy="261610"/>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sz="1100"/>
              <a:t>Wine</a:t>
            </a:r>
            <a:endParaRPr lang="vi-VN" sz="1100"/>
          </a:p>
        </p:txBody>
      </p:sp>
      <p:sp>
        <p:nvSpPr>
          <p:cNvPr id="9" name="Hộp Văn bản 8"/>
          <p:cNvSpPr txBox="1"/>
          <p:nvPr/>
        </p:nvSpPr>
        <p:spPr>
          <a:xfrm>
            <a:off x="4020052" y="4268202"/>
            <a:ext cx="2743199" cy="261610"/>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sz="1100"/>
              <a:t>Fruit</a:t>
            </a:r>
            <a:endParaRPr lang="vi-VN" sz="1100"/>
          </a:p>
        </p:txBody>
      </p:sp>
      <p:sp>
        <p:nvSpPr>
          <p:cNvPr id="10" name="Hộp Văn bản 9"/>
          <p:cNvSpPr txBox="1"/>
          <p:nvPr/>
        </p:nvSpPr>
        <p:spPr>
          <a:xfrm>
            <a:off x="4869782" y="3801979"/>
            <a:ext cx="2743199" cy="261610"/>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sz="1100"/>
              <a:t>Meat</a:t>
            </a:r>
            <a:endParaRPr lang="vi-VN" sz="1100"/>
          </a:p>
        </p:txBody>
      </p:sp>
      <p:sp>
        <p:nvSpPr>
          <p:cNvPr id="11" name="Hộp Văn bản 10"/>
          <p:cNvSpPr txBox="1"/>
          <p:nvPr/>
        </p:nvSpPr>
        <p:spPr>
          <a:xfrm>
            <a:off x="4914900" y="2478505"/>
            <a:ext cx="2743199" cy="261610"/>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sz="1100"/>
              <a:t>Fish</a:t>
            </a:r>
            <a:endParaRPr lang="vi-VN" sz="1100"/>
          </a:p>
        </p:txBody>
      </p:sp>
      <p:sp>
        <p:nvSpPr>
          <p:cNvPr id="12" name="Hộp Văn bản 11"/>
          <p:cNvSpPr txBox="1"/>
          <p:nvPr/>
        </p:nvSpPr>
        <p:spPr>
          <a:xfrm>
            <a:off x="4568993" y="2222834"/>
            <a:ext cx="2743199" cy="261610"/>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sz="1100"/>
              <a:t>Sweet</a:t>
            </a:r>
            <a:endParaRPr lang="vi-VN" sz="1100"/>
          </a:p>
        </p:txBody>
      </p:sp>
      <p:sp>
        <p:nvSpPr>
          <p:cNvPr id="13" name="Hộp Văn bản 12"/>
          <p:cNvSpPr txBox="1"/>
          <p:nvPr/>
        </p:nvSpPr>
        <p:spPr>
          <a:xfrm>
            <a:off x="4020051" y="1967163"/>
            <a:ext cx="2743199" cy="261610"/>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sz="1100"/>
              <a:t>Gold</a:t>
            </a:r>
            <a:endParaRPr lang="vi-VN" sz="1100"/>
          </a:p>
        </p:txBody>
      </p:sp>
      <p:sp>
        <p:nvSpPr>
          <p:cNvPr id="14" name="Hộp Văn bản 13"/>
          <p:cNvSpPr txBox="1"/>
          <p:nvPr/>
        </p:nvSpPr>
        <p:spPr>
          <a:xfrm>
            <a:off x="5704473" y="3253038"/>
            <a:ext cx="2743199" cy="261610"/>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vi-VN" sz="1100"/>
              <a:t>Wine</a:t>
            </a:r>
            <a:endParaRPr lang="vi-VN" sz="1100"/>
          </a:p>
        </p:txBody>
      </p:sp>
      <p:sp>
        <p:nvSpPr>
          <p:cNvPr id="15" name="Hộp Văn bản 14"/>
          <p:cNvSpPr txBox="1"/>
          <p:nvPr/>
        </p:nvSpPr>
        <p:spPr>
          <a:xfrm>
            <a:off x="6847472" y="4305802"/>
            <a:ext cx="2743199" cy="430887"/>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vi-VN" sz="1100"/>
              <a:t>Fruit</a:t>
            </a:r>
            <a:endParaRPr lang="vi-VN" sz="1100"/>
          </a:p>
          <a:p>
            <a:pPr algn="l"/>
            <a:endParaRPr lang="vi-VN" sz="1100"/>
          </a:p>
        </p:txBody>
      </p:sp>
      <p:sp>
        <p:nvSpPr>
          <p:cNvPr id="16" name="Hộp Văn bản 15"/>
          <p:cNvSpPr txBox="1"/>
          <p:nvPr/>
        </p:nvSpPr>
        <p:spPr>
          <a:xfrm>
            <a:off x="7960393" y="3877177"/>
            <a:ext cx="2743199" cy="430887"/>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vi-VN" sz="1100"/>
              <a:t>Meat</a:t>
            </a:r>
            <a:endParaRPr lang="vi-VN" sz="1100"/>
          </a:p>
          <a:p>
            <a:pPr algn="l"/>
            <a:endParaRPr lang="vi-VN" sz="1100"/>
          </a:p>
        </p:txBody>
      </p:sp>
      <p:sp>
        <p:nvSpPr>
          <p:cNvPr id="17" name="Hộp Văn bản 16"/>
          <p:cNvSpPr txBox="1"/>
          <p:nvPr/>
        </p:nvSpPr>
        <p:spPr>
          <a:xfrm>
            <a:off x="7388894" y="2132598"/>
            <a:ext cx="2743199" cy="430887"/>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vi-VN" sz="1100"/>
              <a:t>Gold</a:t>
            </a:r>
            <a:endParaRPr lang="vi-VN" sz="1100"/>
          </a:p>
          <a:p>
            <a:pPr algn="l"/>
            <a:endParaRPr lang="vi-VN" sz="1100"/>
          </a:p>
        </p:txBody>
      </p:sp>
      <p:sp>
        <p:nvSpPr>
          <p:cNvPr id="18" name="Hộp Văn bản 17"/>
          <p:cNvSpPr txBox="1"/>
          <p:nvPr/>
        </p:nvSpPr>
        <p:spPr>
          <a:xfrm>
            <a:off x="7960393" y="2455946"/>
            <a:ext cx="2743199" cy="430887"/>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vi-VN" sz="1100"/>
              <a:t>Sweet</a:t>
            </a:r>
            <a:endParaRPr lang="vi-VN" sz="1100"/>
          </a:p>
          <a:p>
            <a:pPr algn="l"/>
            <a:endParaRPr lang="vi-VN" sz="1100"/>
          </a:p>
        </p:txBody>
      </p:sp>
      <p:sp>
        <p:nvSpPr>
          <p:cNvPr id="19" name="Hộp Văn bản 18"/>
          <p:cNvSpPr txBox="1"/>
          <p:nvPr/>
        </p:nvSpPr>
        <p:spPr>
          <a:xfrm>
            <a:off x="8133348" y="2884571"/>
            <a:ext cx="2743199" cy="430887"/>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vi-VN" sz="1100"/>
              <a:t>Fish</a:t>
            </a:r>
            <a:endParaRPr lang="vi-VN" sz="1100"/>
          </a:p>
          <a:p>
            <a:pPr algn="l"/>
            <a:endParaRPr lang="vi-VN" sz="1100"/>
          </a:p>
        </p:txBody>
      </p:sp>
      <p:sp>
        <p:nvSpPr>
          <p:cNvPr id="20" name="Hộp Văn bản 19"/>
          <p:cNvSpPr txBox="1"/>
          <p:nvPr/>
        </p:nvSpPr>
        <p:spPr>
          <a:xfrm>
            <a:off x="3350795" y="3072564"/>
            <a:ext cx="2743199"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sz="1000">
                <a:solidFill>
                  <a:schemeClr val="bg1"/>
                </a:solidFill>
              </a:rPr>
              <a:t>50,2</a:t>
            </a:r>
            <a:endParaRPr lang="vi-VN" sz="1000">
              <a:solidFill>
                <a:schemeClr val="bg1"/>
              </a:solidFill>
            </a:endParaRPr>
          </a:p>
        </p:txBody>
      </p:sp>
      <p:sp>
        <p:nvSpPr>
          <p:cNvPr id="21" name="Hộp Văn bản 20"/>
          <p:cNvSpPr txBox="1"/>
          <p:nvPr/>
        </p:nvSpPr>
        <p:spPr>
          <a:xfrm>
            <a:off x="4411077" y="3380874"/>
            <a:ext cx="2743199"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sz="1000">
                <a:solidFill>
                  <a:schemeClr val="bg1"/>
                </a:solidFill>
              </a:rPr>
              <a:t>27,6</a:t>
            </a:r>
            <a:endParaRPr lang="vi-VN" sz="1000">
              <a:solidFill>
                <a:schemeClr val="bg1"/>
              </a:solidFill>
            </a:endParaRPr>
          </a:p>
        </p:txBody>
      </p:sp>
      <p:sp>
        <p:nvSpPr>
          <p:cNvPr id="22" name="Hộp Văn bản 21"/>
          <p:cNvSpPr txBox="1"/>
          <p:nvPr/>
        </p:nvSpPr>
        <p:spPr>
          <a:xfrm>
            <a:off x="4020051" y="2455946"/>
            <a:ext cx="2743199"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sz="1000">
                <a:solidFill>
                  <a:schemeClr val="bg1"/>
                </a:solidFill>
              </a:rPr>
              <a:t>7,3</a:t>
            </a:r>
            <a:endParaRPr lang="vi-VN" sz="1000">
              <a:solidFill>
                <a:schemeClr val="bg1"/>
              </a:solidFill>
            </a:endParaRPr>
          </a:p>
        </p:txBody>
      </p:sp>
      <p:sp>
        <p:nvSpPr>
          <p:cNvPr id="23" name="Hộp Văn bản 22"/>
          <p:cNvSpPr txBox="1"/>
          <p:nvPr/>
        </p:nvSpPr>
        <p:spPr>
          <a:xfrm>
            <a:off x="4531393" y="2674018"/>
            <a:ext cx="2743199"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sz="1000">
                <a:solidFill>
                  <a:schemeClr val="bg1"/>
                </a:solidFill>
              </a:rPr>
              <a:t>6,2</a:t>
            </a:r>
            <a:endParaRPr lang="vi-VN" sz="1000">
              <a:solidFill>
                <a:schemeClr val="bg1"/>
              </a:solidFill>
            </a:endParaRPr>
          </a:p>
        </p:txBody>
      </p:sp>
      <p:sp>
        <p:nvSpPr>
          <p:cNvPr id="24" name="Hộp Văn bản 23"/>
          <p:cNvSpPr txBox="1"/>
          <p:nvPr/>
        </p:nvSpPr>
        <p:spPr>
          <a:xfrm>
            <a:off x="4373479" y="2455946"/>
            <a:ext cx="2743199"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sz="1000">
                <a:solidFill>
                  <a:schemeClr val="bg1"/>
                </a:solidFill>
              </a:rPr>
              <a:t>4,5</a:t>
            </a:r>
            <a:endParaRPr lang="vi-VN" sz="1000">
              <a:solidFill>
                <a:schemeClr val="bg1"/>
              </a:solidFill>
            </a:endParaRPr>
          </a:p>
        </p:txBody>
      </p:sp>
      <p:sp>
        <p:nvSpPr>
          <p:cNvPr id="25" name="Hộp Văn bản 24"/>
          <p:cNvSpPr txBox="1"/>
          <p:nvPr/>
        </p:nvSpPr>
        <p:spPr>
          <a:xfrm>
            <a:off x="4020051" y="3929814"/>
            <a:ext cx="2743199"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sz="1000">
                <a:solidFill>
                  <a:schemeClr val="bg1"/>
                </a:solidFill>
              </a:rPr>
              <a:t>4,3</a:t>
            </a:r>
            <a:endParaRPr lang="vi-VN" sz="1000">
              <a:solidFill>
                <a:schemeClr val="bg1"/>
              </a:solidFill>
            </a:endParaRPr>
          </a:p>
        </p:txBody>
      </p:sp>
      <p:sp>
        <p:nvSpPr>
          <p:cNvPr id="26" name="Hộp Văn bản 25"/>
          <p:cNvSpPr txBox="1"/>
          <p:nvPr/>
        </p:nvSpPr>
        <p:spPr>
          <a:xfrm>
            <a:off x="6456446" y="3072564"/>
            <a:ext cx="2743199"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sz="1000">
                <a:solidFill>
                  <a:schemeClr val="bg1"/>
                </a:solidFill>
              </a:rPr>
              <a:t>45,8</a:t>
            </a:r>
            <a:endParaRPr lang="vi-VN" sz="1000">
              <a:solidFill>
                <a:schemeClr val="bg1"/>
              </a:solidFill>
            </a:endParaRPr>
          </a:p>
        </p:txBody>
      </p:sp>
      <p:sp>
        <p:nvSpPr>
          <p:cNvPr id="27" name="Hộp Văn bản 26"/>
          <p:cNvSpPr txBox="1"/>
          <p:nvPr/>
        </p:nvSpPr>
        <p:spPr>
          <a:xfrm>
            <a:off x="7464091" y="3561347"/>
            <a:ext cx="2743199"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sz="1000">
                <a:solidFill>
                  <a:schemeClr val="bg1"/>
                </a:solidFill>
              </a:rPr>
              <a:t>24,9</a:t>
            </a:r>
            <a:endParaRPr lang="vi-VN" sz="1000">
              <a:solidFill>
                <a:schemeClr val="bg1"/>
              </a:solidFill>
            </a:endParaRPr>
          </a:p>
        </p:txBody>
      </p:sp>
      <p:sp>
        <p:nvSpPr>
          <p:cNvPr id="28" name="Hộp Văn bản 27"/>
          <p:cNvSpPr txBox="1"/>
          <p:nvPr/>
        </p:nvSpPr>
        <p:spPr>
          <a:xfrm>
            <a:off x="7193380" y="2546183"/>
            <a:ext cx="2743199"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sz="1000">
                <a:solidFill>
                  <a:schemeClr val="bg1"/>
                </a:solidFill>
              </a:rPr>
              <a:t>12,0</a:t>
            </a:r>
            <a:endParaRPr lang="vi-VN" sz="1000">
              <a:solidFill>
                <a:schemeClr val="bg1"/>
              </a:solidFill>
            </a:endParaRPr>
          </a:p>
        </p:txBody>
      </p:sp>
      <p:sp>
        <p:nvSpPr>
          <p:cNvPr id="29" name="Hộp Văn bản 28"/>
          <p:cNvSpPr txBox="1"/>
          <p:nvPr/>
        </p:nvSpPr>
        <p:spPr>
          <a:xfrm>
            <a:off x="7772400" y="2974808"/>
            <a:ext cx="2743199"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sz="1000">
                <a:solidFill>
                  <a:schemeClr val="bg1"/>
                </a:solidFill>
              </a:rPr>
              <a:t>7,2</a:t>
            </a:r>
            <a:endParaRPr lang="vi-VN" sz="1000">
              <a:solidFill>
                <a:schemeClr val="bg1"/>
              </a:solidFill>
            </a:endParaRPr>
          </a:p>
        </p:txBody>
      </p:sp>
      <p:sp>
        <p:nvSpPr>
          <p:cNvPr id="30" name="Hộp Văn bản 29"/>
          <p:cNvSpPr txBox="1"/>
          <p:nvPr/>
        </p:nvSpPr>
        <p:spPr>
          <a:xfrm>
            <a:off x="7652084" y="2696578"/>
            <a:ext cx="2743199"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sz="1000">
                <a:solidFill>
                  <a:schemeClr val="bg1"/>
                </a:solidFill>
              </a:rPr>
              <a:t>5,1</a:t>
            </a:r>
            <a:endParaRPr lang="vi-VN" sz="1000">
              <a:solidFill>
                <a:schemeClr val="bg1"/>
              </a:solidFill>
            </a:endParaRPr>
          </a:p>
        </p:txBody>
      </p:sp>
      <p:sp>
        <p:nvSpPr>
          <p:cNvPr id="31" name="Hộp Văn bản 30"/>
          <p:cNvSpPr txBox="1"/>
          <p:nvPr/>
        </p:nvSpPr>
        <p:spPr>
          <a:xfrm>
            <a:off x="6952749" y="3937334"/>
            <a:ext cx="2743199"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l"/>
            <a:r>
              <a:rPr lang="vi-VN" sz="1000">
                <a:solidFill>
                  <a:schemeClr val="bg1"/>
                </a:solidFill>
              </a:rPr>
              <a:t>4,9</a:t>
            </a:r>
            <a:endParaRPr lang="vi-VN" sz="1000">
              <a:solidFill>
                <a:schemeClr val="bg1"/>
              </a:solidFill>
            </a:endParaRPr>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37"/>
          <p:cNvSpPr/>
          <p:nvPr/>
        </p:nvSpPr>
        <p:spPr>
          <a:xfrm>
            <a:off x="459300" y="1807925"/>
            <a:ext cx="8225400" cy="1361100"/>
          </a:xfrm>
          <a:prstGeom prst="rect">
            <a:avLst/>
          </a:prstGeom>
          <a:solidFill>
            <a:schemeClr val="accent1"/>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1" name="Google Shape;311;p3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grpSp>
        <p:nvGrpSpPr>
          <p:cNvPr id="312" name="Google Shape;312;p37"/>
          <p:cNvGrpSpPr/>
          <p:nvPr/>
        </p:nvGrpSpPr>
        <p:grpSpPr>
          <a:xfrm>
            <a:off x="2883535" y="678180"/>
            <a:ext cx="5812790" cy="3484245"/>
            <a:chOff x="1177450" y="241631"/>
            <a:chExt cx="6173152" cy="3616776"/>
          </a:xfrm>
        </p:grpSpPr>
        <p:sp>
          <p:nvSpPr>
            <p:cNvPr id="313" name="Google Shape;313;p37"/>
            <p:cNvSpPr/>
            <p:nvPr/>
          </p:nvSpPr>
          <p:spPr>
            <a:xfrm>
              <a:off x="1682275" y="241631"/>
              <a:ext cx="5161606" cy="3454973"/>
            </a:xfrm>
            <a:custGeom>
              <a:avLst/>
              <a:gdLst/>
              <a:ahLst/>
              <a:cxnLst/>
              <a:rect l="l" t="t" r="r" b="b"/>
              <a:pathLst>
                <a:path w="5161606" h="3454973" extrusionOk="0">
                  <a:moveTo>
                    <a:pt x="4992053" y="0"/>
                  </a:moveTo>
                  <a:lnTo>
                    <a:pt x="170498" y="0"/>
                  </a:lnTo>
                  <a:cubicBezTo>
                    <a:pt x="76200" y="0"/>
                    <a:pt x="0" y="76143"/>
                    <a:pt x="0" y="170369"/>
                  </a:cubicBezTo>
                  <a:lnTo>
                    <a:pt x="0" y="3396915"/>
                  </a:lnTo>
                  <a:cubicBezTo>
                    <a:pt x="0" y="3429275"/>
                    <a:pt x="26670" y="3454973"/>
                    <a:pt x="58102" y="3454973"/>
                  </a:cubicBezTo>
                  <a:lnTo>
                    <a:pt x="5103495" y="3454973"/>
                  </a:lnTo>
                  <a:cubicBezTo>
                    <a:pt x="5135880" y="3454973"/>
                    <a:pt x="5161598" y="3428324"/>
                    <a:pt x="5161598" y="3396915"/>
                  </a:cubicBezTo>
                  <a:lnTo>
                    <a:pt x="5161598" y="170369"/>
                  </a:lnTo>
                  <a:cubicBezTo>
                    <a:pt x="5162550" y="76143"/>
                    <a:pt x="5086350" y="0"/>
                    <a:pt x="4992053" y="0"/>
                  </a:cubicBezTo>
                  <a:close/>
                  <a:moveTo>
                    <a:pt x="4981575" y="3245581"/>
                  </a:moveTo>
                  <a:lnTo>
                    <a:pt x="190500" y="3245581"/>
                  </a:lnTo>
                  <a:lnTo>
                    <a:pt x="190500" y="199874"/>
                  </a:lnTo>
                  <a:lnTo>
                    <a:pt x="4981575" y="199874"/>
                  </a:lnTo>
                  <a:lnTo>
                    <a:pt x="4981575" y="3245581"/>
                  </a:lnTo>
                  <a:close/>
                </a:path>
              </a:pathLst>
            </a:custGeom>
            <a:solidFill>
              <a:schemeClr val="lt2"/>
            </a:solidFill>
            <a:ln w="952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panose="020F0502020204030204"/>
                <a:ea typeface="Calibri" panose="020F0502020204030204"/>
                <a:cs typeface="Calibri" panose="020F0502020204030204"/>
                <a:sym typeface="Calibri" panose="020F0502020204030204"/>
              </a:endParaRPr>
            </a:p>
          </p:txBody>
        </p:sp>
        <p:sp>
          <p:nvSpPr>
            <p:cNvPr id="314" name="Google Shape;314;p37"/>
            <p:cNvSpPr/>
            <p:nvPr/>
          </p:nvSpPr>
          <p:spPr>
            <a:xfrm>
              <a:off x="1177450" y="3763229"/>
              <a:ext cx="6173152" cy="95178"/>
            </a:xfrm>
            <a:custGeom>
              <a:avLst/>
              <a:gdLst/>
              <a:ahLst/>
              <a:cxnLst/>
              <a:rect l="l" t="t" r="r" b="b"/>
              <a:pathLst>
                <a:path w="6173152" h="95178" extrusionOk="0">
                  <a:moveTo>
                    <a:pt x="0" y="0"/>
                  </a:moveTo>
                  <a:cubicBezTo>
                    <a:pt x="0" y="0"/>
                    <a:pt x="129540" y="95178"/>
                    <a:pt x="450533" y="95178"/>
                  </a:cubicBezTo>
                  <a:lnTo>
                    <a:pt x="5817870" y="95178"/>
                  </a:lnTo>
                  <a:cubicBezTo>
                    <a:pt x="5948363" y="95178"/>
                    <a:pt x="6173153" y="0"/>
                    <a:pt x="6173153" y="0"/>
                  </a:cubicBezTo>
                  <a:lnTo>
                    <a:pt x="0" y="0"/>
                  </a:lnTo>
                  <a:close/>
                </a:path>
              </a:pathLst>
            </a:custGeom>
            <a:solidFill>
              <a:schemeClr val="lt2"/>
            </a:solidFill>
            <a:ln w="952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panose="020F0502020204030204"/>
                <a:ea typeface="Calibri" panose="020F0502020204030204"/>
                <a:cs typeface="Calibri" panose="020F0502020204030204"/>
                <a:sym typeface="Calibri" panose="020F0502020204030204"/>
              </a:endParaRPr>
            </a:p>
          </p:txBody>
        </p:sp>
        <p:sp>
          <p:nvSpPr>
            <p:cNvPr id="315" name="Google Shape;315;p37"/>
            <p:cNvSpPr/>
            <p:nvPr/>
          </p:nvSpPr>
          <p:spPr>
            <a:xfrm>
              <a:off x="1177450" y="3687086"/>
              <a:ext cx="6172200" cy="76142"/>
            </a:xfrm>
            <a:custGeom>
              <a:avLst/>
              <a:gdLst/>
              <a:ahLst/>
              <a:cxnLst/>
              <a:rect l="l" t="t" r="r" b="b"/>
              <a:pathLst>
                <a:path w="6172200" h="76142" extrusionOk="0">
                  <a:moveTo>
                    <a:pt x="0" y="76143"/>
                  </a:moveTo>
                  <a:lnTo>
                    <a:pt x="6172200" y="76143"/>
                  </a:lnTo>
                  <a:lnTo>
                    <a:pt x="6172200" y="0"/>
                  </a:lnTo>
                  <a:lnTo>
                    <a:pt x="0" y="0"/>
                  </a:lnTo>
                  <a:close/>
                </a:path>
              </a:pathLst>
            </a:custGeom>
            <a:solidFill>
              <a:schemeClr val="lt1"/>
            </a:solidFill>
            <a:ln w="9525" cap="flat" cmpd="sng">
              <a:solidFill>
                <a:schemeClr val="lt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panose="020F0502020204030204"/>
                <a:ea typeface="Calibri" panose="020F0502020204030204"/>
                <a:cs typeface="Calibri" panose="020F0502020204030204"/>
                <a:sym typeface="Calibri" panose="020F0502020204030204"/>
              </a:endParaRPr>
            </a:p>
          </p:txBody>
        </p:sp>
        <p:sp>
          <p:nvSpPr>
            <p:cNvPr id="316" name="Google Shape;316;p37"/>
            <p:cNvSpPr/>
            <p:nvPr/>
          </p:nvSpPr>
          <p:spPr>
            <a:xfrm>
              <a:off x="3806350" y="3687086"/>
              <a:ext cx="903922" cy="47589"/>
            </a:xfrm>
            <a:custGeom>
              <a:avLst/>
              <a:gdLst/>
              <a:ahLst/>
              <a:cxnLst/>
              <a:rect l="l" t="t" r="r" b="b"/>
              <a:pathLst>
                <a:path w="903922" h="47589" extrusionOk="0">
                  <a:moveTo>
                    <a:pt x="0" y="0"/>
                  </a:moveTo>
                  <a:cubicBezTo>
                    <a:pt x="0" y="0"/>
                    <a:pt x="26670" y="47589"/>
                    <a:pt x="53340" y="47589"/>
                  </a:cubicBezTo>
                  <a:lnTo>
                    <a:pt x="850582" y="47589"/>
                  </a:lnTo>
                  <a:cubicBezTo>
                    <a:pt x="877253" y="47589"/>
                    <a:pt x="903922" y="0"/>
                    <a:pt x="903922" y="0"/>
                  </a:cubicBezTo>
                  <a:lnTo>
                    <a:pt x="0" y="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panose="020F0502020204030204"/>
                <a:ea typeface="Calibri" panose="020F0502020204030204"/>
                <a:cs typeface="Calibri" panose="020F0502020204030204"/>
                <a:sym typeface="Calibri" panose="020F0502020204030204"/>
              </a:endParaRPr>
            </a:p>
          </p:txBody>
        </p:sp>
      </p:grpSp>
      <p:sp>
        <p:nvSpPr>
          <p:cNvPr id="318" name="Google Shape;318;p37"/>
          <p:cNvSpPr txBox="1">
            <a:spLocks noGrp="1"/>
          </p:cNvSpPr>
          <p:nvPr>
            <p:ph type="body" idx="4294967295"/>
          </p:nvPr>
        </p:nvSpPr>
        <p:spPr>
          <a:xfrm>
            <a:off x="718185" y="1807845"/>
            <a:ext cx="2546985" cy="1373505"/>
          </a:xfrm>
          <a:prstGeom prst="rect">
            <a:avLst/>
          </a:prstGeom>
        </p:spPr>
        <p:txBody>
          <a:bodyPr spcFirstLastPara="1" wrap="square" lIns="91425" tIns="91425" rIns="91425" bIns="91425" anchor="ctr" anchorCtr="0">
            <a:noAutofit/>
          </a:bodyPr>
          <a:lstStyle/>
          <a:p>
            <a:pPr marL="0" lvl="0" indent="0" algn="l">
              <a:spcBef>
                <a:spcPts val="600"/>
              </a:spcBef>
              <a:spcAft>
                <a:spcPts val="0"/>
              </a:spcAft>
              <a:buNone/>
            </a:pPr>
            <a:r>
              <a:rPr lang="en-GB" sz="1800" b="1" i="1">
                <a:solidFill>
                  <a:schemeClr val="bg1"/>
                </a:solidFill>
                <a:latin typeface="Times New Roman" panose="02020603050405020304" charset="0"/>
                <a:cs typeface="Times New Roman" panose="02020603050405020304" charset="0"/>
                <a:sym typeface="Courant" panose="02000509030000020004" charset="0"/>
              </a:rPr>
              <a:t>Campaign</a:t>
            </a:r>
            <a:endParaRPr lang="vi-VN" b="1" i="1">
              <a:solidFill>
                <a:schemeClr val="bg1"/>
              </a:solidFill>
              <a:latin typeface="Times New Roman" panose="02020603050405020304" charset="0"/>
              <a:cs typeface="Times New Roman" panose="02020603050405020304" charset="0"/>
            </a:endParaRPr>
          </a:p>
          <a:p>
            <a:pPr marL="0" indent="0">
              <a:buNone/>
            </a:pPr>
            <a:r>
              <a:rPr lang="en-GB" sz="1800" b="1" i="1" err="1">
                <a:latin typeface="Times New Roman" panose="02020603050405020304" charset="0"/>
                <a:cs typeface="Times New Roman" panose="02020603050405020304" charset="0"/>
              </a:rPr>
              <a:t>Mức</a:t>
            </a:r>
            <a:r>
              <a:rPr lang="en-GB" sz="1800" b="1" i="1">
                <a:latin typeface="Times New Roman" panose="02020603050405020304" charset="0"/>
                <a:cs typeface="Times New Roman" panose="02020603050405020304" charset="0"/>
              </a:rPr>
              <a:t> </a:t>
            </a:r>
            <a:r>
              <a:rPr lang="en-GB" sz="1800" b="1" i="1" err="1">
                <a:latin typeface="Times New Roman" panose="02020603050405020304" charset="0"/>
                <a:cs typeface="Times New Roman" panose="02020603050405020304" charset="0"/>
              </a:rPr>
              <a:t>độ</a:t>
            </a:r>
            <a:r>
              <a:rPr lang="en-GB" sz="1800" b="1" i="1">
                <a:latin typeface="Times New Roman" panose="02020603050405020304" charset="0"/>
                <a:cs typeface="Times New Roman" panose="02020603050405020304" charset="0"/>
              </a:rPr>
              <a:t> </a:t>
            </a:r>
            <a:r>
              <a:rPr lang="en-GB" sz="1800" b="1" i="1" err="1">
                <a:latin typeface="Times New Roman" panose="02020603050405020304" charset="0"/>
                <a:cs typeface="Times New Roman" panose="02020603050405020304" charset="0"/>
              </a:rPr>
              <a:t>thành</a:t>
            </a:r>
            <a:r>
              <a:rPr lang="en-GB" sz="1800" b="1" i="1">
                <a:latin typeface="Times New Roman" panose="02020603050405020304" charset="0"/>
                <a:cs typeface="Times New Roman" panose="02020603050405020304" charset="0"/>
              </a:rPr>
              <a:t> </a:t>
            </a:r>
            <a:r>
              <a:rPr lang="en-GB" sz="1800" b="1" i="1" err="1">
                <a:latin typeface="Times New Roman" panose="02020603050405020304" charset="0"/>
                <a:cs typeface="Times New Roman" panose="02020603050405020304" charset="0"/>
              </a:rPr>
              <a:t>công</a:t>
            </a:r>
            <a:r>
              <a:rPr lang="en-GB" sz="1800" b="1" i="1">
                <a:latin typeface="Times New Roman" panose="02020603050405020304" charset="0"/>
                <a:cs typeface="Times New Roman" panose="02020603050405020304" charset="0"/>
              </a:rPr>
              <a:t> </a:t>
            </a:r>
            <a:r>
              <a:rPr lang="en-GB" sz="1800" b="1" i="1" err="1">
                <a:latin typeface="Times New Roman" panose="02020603050405020304" charset="0"/>
                <a:cs typeface="Times New Roman" panose="02020603050405020304" charset="0"/>
              </a:rPr>
              <a:t>của</a:t>
            </a:r>
            <a:r>
              <a:rPr lang="en-GB" sz="1800" b="1" i="1">
                <a:latin typeface="Times New Roman" panose="02020603050405020304" charset="0"/>
                <a:cs typeface="Times New Roman" panose="02020603050405020304" charset="0"/>
              </a:rPr>
              <a:t> </a:t>
            </a:r>
            <a:r>
              <a:rPr lang="en-GB" sz="1800" b="1" i="1" err="1">
                <a:latin typeface="Times New Roman" panose="02020603050405020304" charset="0"/>
                <a:cs typeface="Times New Roman" panose="02020603050405020304" charset="0"/>
              </a:rPr>
              <a:t>mỗi</a:t>
            </a:r>
            <a:r>
              <a:rPr lang="en-GB" sz="1800" b="1" i="1">
                <a:latin typeface="Times New Roman" panose="02020603050405020304" charset="0"/>
                <a:cs typeface="Times New Roman" panose="02020603050405020304" charset="0"/>
              </a:rPr>
              <a:t> </a:t>
            </a:r>
            <a:r>
              <a:rPr lang="en-GB" sz="1800" b="1" i="1" err="1">
                <a:latin typeface="Times New Roman" panose="02020603050405020304" charset="0"/>
                <a:cs typeface="Times New Roman" panose="02020603050405020304" charset="0"/>
              </a:rPr>
              <a:t>chiến</a:t>
            </a:r>
            <a:r>
              <a:rPr lang="en-GB" sz="1800" b="1" i="1">
                <a:latin typeface="Times New Roman" panose="02020603050405020304" charset="0"/>
                <a:cs typeface="Times New Roman" panose="02020603050405020304" charset="0"/>
              </a:rPr>
              <a:t> </a:t>
            </a:r>
            <a:r>
              <a:rPr lang="en-GB" sz="1800" b="1" i="1" err="1">
                <a:latin typeface="Times New Roman" panose="02020603050405020304" charset="0"/>
                <a:cs typeface="Times New Roman" panose="02020603050405020304" charset="0"/>
              </a:rPr>
              <a:t>dịch</a:t>
            </a:r>
            <a:r>
              <a:rPr lang="en-GB" sz="1800" b="1" i="1">
                <a:latin typeface="Times New Roman" panose="02020603050405020304" charset="0"/>
                <a:cs typeface="Times New Roman" panose="02020603050405020304" charset="0"/>
              </a:rPr>
              <a:t>.</a:t>
            </a:r>
            <a:endParaRPr b="1" i="1">
              <a:latin typeface="Times New Roman" panose="02020603050405020304" charset="0"/>
              <a:cs typeface="Times New Roman" panose="02020603050405020304" charset="0"/>
            </a:endParaRPr>
          </a:p>
        </p:txBody>
      </p:sp>
      <p:pic>
        <p:nvPicPr>
          <p:cNvPr id="2" name="Hình ảnh 2"/>
          <p:cNvPicPr>
            <a:picLocks noChangeAspect="1"/>
          </p:cNvPicPr>
          <p:nvPr/>
        </p:nvPicPr>
        <p:blipFill>
          <a:blip r:embed="rId1"/>
          <a:stretch>
            <a:fillRect/>
          </a:stretch>
        </p:blipFill>
        <p:spPr>
          <a:xfrm>
            <a:off x="3512185" y="857250"/>
            <a:ext cx="4555490" cy="2971165"/>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p:cNvSpPr>
            <a:spLocks noGrp="1"/>
          </p:cNvSpPr>
          <p:nvPr>
            <p:ph type="title"/>
          </p:nvPr>
        </p:nvSpPr>
        <p:spPr>
          <a:xfrm>
            <a:off x="533400" y="971550"/>
            <a:ext cx="1703705" cy="857250"/>
          </a:xfrm>
        </p:spPr>
        <p:txBody>
          <a:bodyPr anchor="ctr" anchorCtr="0"/>
          <a:lstStyle/>
          <a:p>
            <a:pPr algn="ctr"/>
            <a:r>
              <a:rPr lang="en-US" i="0" err="1">
                <a:solidFill>
                  <a:schemeClr val="tx1"/>
                </a:solidFill>
                <a:latin typeface="Times New Roman" panose="02020603050405020304" charset="0"/>
                <a:cs typeface="Times New Roman" panose="02020603050405020304" charset="0"/>
              </a:rPr>
              <a:t>Hiệu</a:t>
            </a:r>
            <a:r>
              <a:rPr lang="en-US" i="0">
                <a:solidFill>
                  <a:schemeClr val="tx1"/>
                </a:solidFill>
                <a:latin typeface="Times New Roman" panose="02020603050405020304" charset="0"/>
                <a:cs typeface="Times New Roman" panose="02020603050405020304" charset="0"/>
              </a:rPr>
              <a:t> </a:t>
            </a:r>
            <a:r>
              <a:rPr lang="en-US" i="0" err="1">
                <a:solidFill>
                  <a:schemeClr val="tx1"/>
                </a:solidFill>
                <a:latin typeface="Times New Roman" panose="02020603050405020304" charset="0"/>
                <a:cs typeface="Times New Roman" panose="02020603050405020304" charset="0"/>
              </a:rPr>
              <a:t>suất</a:t>
            </a:r>
            <a:r>
              <a:rPr lang="en-US" i="0">
                <a:solidFill>
                  <a:schemeClr val="tx1"/>
                </a:solidFill>
                <a:latin typeface="Times New Roman" panose="02020603050405020304" charset="0"/>
                <a:cs typeface="Times New Roman" panose="02020603050405020304" charset="0"/>
              </a:rPr>
              <a:t> trung </a:t>
            </a:r>
            <a:r>
              <a:rPr lang="en-US" i="0" err="1">
                <a:solidFill>
                  <a:schemeClr val="tx1"/>
                </a:solidFill>
                <a:latin typeface="Times New Roman" panose="02020603050405020304" charset="0"/>
                <a:cs typeface="Times New Roman" panose="02020603050405020304" charset="0"/>
              </a:rPr>
              <a:t>bình</a:t>
            </a:r>
            <a:r>
              <a:rPr lang="en-US" i="0">
                <a:solidFill>
                  <a:schemeClr val="tx1"/>
                </a:solidFill>
                <a:latin typeface="Times New Roman" panose="02020603050405020304" charset="0"/>
                <a:cs typeface="Times New Roman" panose="02020603050405020304" charset="0"/>
              </a:rPr>
              <a:t> </a:t>
            </a:r>
            <a:r>
              <a:rPr lang="en-US" i="0" err="1">
                <a:solidFill>
                  <a:schemeClr val="tx1"/>
                </a:solidFill>
                <a:latin typeface="Times New Roman" panose="02020603050405020304" charset="0"/>
                <a:cs typeface="Times New Roman" panose="02020603050405020304" charset="0"/>
              </a:rPr>
              <a:t>của</a:t>
            </a:r>
            <a:r>
              <a:rPr lang="en-US" i="0">
                <a:solidFill>
                  <a:schemeClr val="tx1"/>
                </a:solidFill>
                <a:latin typeface="Times New Roman" panose="02020603050405020304" charset="0"/>
                <a:cs typeface="Times New Roman" panose="02020603050405020304" charset="0"/>
              </a:rPr>
              <a:t> </a:t>
            </a:r>
            <a:r>
              <a:rPr lang="en-US" i="0" err="1">
                <a:solidFill>
                  <a:schemeClr val="tx1"/>
                </a:solidFill>
                <a:latin typeface="Times New Roman" panose="02020603050405020304" charset="0"/>
                <a:cs typeface="Times New Roman" panose="02020603050405020304" charset="0"/>
              </a:rPr>
              <a:t>từng</a:t>
            </a:r>
            <a:r>
              <a:rPr lang="en-US" i="0">
                <a:solidFill>
                  <a:schemeClr val="tx1"/>
                </a:solidFill>
                <a:latin typeface="Times New Roman" panose="02020603050405020304" charset="0"/>
                <a:cs typeface="Times New Roman" panose="02020603050405020304" charset="0"/>
              </a:rPr>
              <a:t> </a:t>
            </a:r>
            <a:r>
              <a:rPr lang="en-US" i="0" err="1">
                <a:solidFill>
                  <a:schemeClr val="tx1"/>
                </a:solidFill>
                <a:latin typeface="Times New Roman" panose="02020603050405020304" charset="0"/>
                <a:cs typeface="Times New Roman" panose="02020603050405020304" charset="0"/>
              </a:rPr>
              <a:t>chiến</a:t>
            </a:r>
            <a:r>
              <a:rPr lang="en-US" i="0">
                <a:solidFill>
                  <a:schemeClr val="tx1"/>
                </a:solidFill>
                <a:latin typeface="Times New Roman" panose="02020603050405020304" charset="0"/>
                <a:cs typeface="Times New Roman" panose="02020603050405020304" charset="0"/>
              </a:rPr>
              <a:t> </a:t>
            </a:r>
            <a:r>
              <a:rPr lang="en-US" i="0" err="1">
                <a:solidFill>
                  <a:schemeClr val="tx1"/>
                </a:solidFill>
                <a:latin typeface="Times New Roman" panose="02020603050405020304" charset="0"/>
                <a:cs typeface="Times New Roman" panose="02020603050405020304" charset="0"/>
              </a:rPr>
              <a:t>dịch</a:t>
            </a:r>
            <a:r>
              <a:rPr lang="en-US" i="0">
                <a:solidFill>
                  <a:schemeClr val="tx1"/>
                </a:solidFill>
                <a:latin typeface="Times New Roman" panose="02020603050405020304" charset="0"/>
                <a:cs typeface="Times New Roman" panose="02020603050405020304" charset="0"/>
              </a:rPr>
              <a:t> ở </a:t>
            </a:r>
            <a:r>
              <a:rPr lang="en-US" i="0" err="1">
                <a:solidFill>
                  <a:schemeClr val="tx1"/>
                </a:solidFill>
                <a:latin typeface="Times New Roman" panose="02020603050405020304" charset="0"/>
                <a:cs typeface="Times New Roman" panose="02020603050405020304" charset="0"/>
              </a:rPr>
              <a:t>mỗi</a:t>
            </a:r>
            <a:r>
              <a:rPr lang="en-US" i="0">
                <a:solidFill>
                  <a:schemeClr val="tx1"/>
                </a:solidFill>
                <a:latin typeface="Times New Roman" panose="02020603050405020304" charset="0"/>
                <a:cs typeface="Times New Roman" panose="02020603050405020304" charset="0"/>
              </a:rPr>
              <a:t> </a:t>
            </a:r>
            <a:r>
              <a:rPr lang="en-US" i="0" err="1">
                <a:solidFill>
                  <a:schemeClr val="tx1"/>
                </a:solidFill>
                <a:latin typeface="Times New Roman" panose="02020603050405020304" charset="0"/>
                <a:cs typeface="Times New Roman" panose="02020603050405020304" charset="0"/>
              </a:rPr>
              <a:t>quốc</a:t>
            </a:r>
            <a:r>
              <a:rPr lang="en-US" i="0">
                <a:solidFill>
                  <a:schemeClr val="tx1"/>
                </a:solidFill>
                <a:latin typeface="Times New Roman" panose="02020603050405020304" charset="0"/>
                <a:cs typeface="Times New Roman" panose="02020603050405020304" charset="0"/>
              </a:rPr>
              <a:t> gia</a:t>
            </a:r>
            <a:endParaRPr lang="en-US" i="0">
              <a:solidFill>
                <a:schemeClr val="tx1"/>
              </a:solidFill>
              <a:latin typeface="Times New Roman" panose="02020603050405020304" charset="0"/>
              <a:cs typeface="Times New Roman" panose="02020603050405020304" charset="0"/>
            </a:endParaRPr>
          </a:p>
        </p:txBody>
      </p:sp>
      <p:sp>
        <p:nvSpPr>
          <p:cNvPr id="3" name="Chỗ dành sẵn cho Văn bản 2"/>
          <p:cNvSpPr>
            <a:spLocks noGrp="1"/>
          </p:cNvSpPr>
          <p:nvPr>
            <p:ph type="body" idx="1"/>
          </p:nvPr>
        </p:nvSpPr>
        <p:spPr/>
        <p:txBody>
          <a:bodyPr/>
          <a:lstStyle/>
          <a:p>
            <a:endParaRPr lang="vi-VN"/>
          </a:p>
        </p:txBody>
      </p:sp>
      <p:sp>
        <p:nvSpPr>
          <p:cNvPr id="4" name="Chỗ dành sẵn cho Số hiệu Bản chiếu 3"/>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GB"/>
            </a:fld>
            <a:endParaRPr lang="en-GB"/>
          </a:p>
        </p:txBody>
      </p:sp>
      <p:pic>
        <p:nvPicPr>
          <p:cNvPr id="7" name="Hình ảnh 7"/>
          <p:cNvPicPr>
            <a:picLocks noChangeAspect="1"/>
          </p:cNvPicPr>
          <p:nvPr/>
        </p:nvPicPr>
        <p:blipFill>
          <a:blip r:embed="rId1"/>
          <a:stretch>
            <a:fillRect/>
          </a:stretch>
        </p:blipFill>
        <p:spPr>
          <a:xfrm>
            <a:off x="2756735" y="764466"/>
            <a:ext cx="5600699" cy="3772483"/>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345" name="Shape 345"/>
        <p:cNvGrpSpPr/>
        <p:nvPr/>
      </p:nvGrpSpPr>
      <p:grpSpPr>
        <a:xfrm>
          <a:off x="0" y="0"/>
          <a:ext cx="0" cy="0"/>
          <a:chOff x="0" y="0"/>
          <a:chExt cx="0" cy="0"/>
        </a:xfrm>
      </p:grpSpPr>
      <p:sp>
        <p:nvSpPr>
          <p:cNvPr id="346" name="Google Shape;346;p41"/>
          <p:cNvSpPr txBox="1"/>
          <p:nvPr>
            <p:ph type="ctrTitle"/>
          </p:nvPr>
        </p:nvSpPr>
        <p:spPr>
          <a:xfrm>
            <a:off x="2219960" y="1779905"/>
            <a:ext cx="4750435" cy="115951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GB" sz="3200">
                <a:latin typeface="Times New Roman" panose="02020603050405020304" charset="0"/>
                <a:cs typeface="Times New Roman" panose="02020603050405020304" charset="0"/>
              </a:rPr>
              <a:t>Kiểm tra phân phối chuẩn và các kiểm tra quan trọng </a:t>
            </a:r>
            <a:endParaRPr lang="en-US" altLang="en-GB" sz="3200">
              <a:latin typeface="Times New Roman" panose="02020603050405020304" charset="0"/>
              <a:cs typeface="Times New Roman" panose="02020603050405020304" charset="0"/>
            </a:endParaRPr>
          </a:p>
        </p:txBody>
      </p:sp>
      <p:sp>
        <p:nvSpPr>
          <p:cNvPr id="347" name="Google Shape;347;p41"/>
          <p:cNvSpPr txBox="1"/>
          <p:nvPr>
            <p:ph type="subTitle" idx="1"/>
          </p:nvPr>
        </p:nvSpPr>
        <p:spPr>
          <a:xfrm>
            <a:off x="2411730" y="3075940"/>
            <a:ext cx="4335780" cy="78486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GB">
                <a:latin typeface="Times New Roman" panose="02020603050405020304" charset="0"/>
                <a:cs typeface="Times New Roman" panose="02020603050405020304" charset="0"/>
              </a:rPr>
              <a:t>Phương pháp đồ thị, Phương pháp thống kê</a:t>
            </a:r>
            <a:endParaRPr lang="en-US" altLang="en-GB">
              <a:latin typeface="Times New Roman" panose="02020603050405020304" charset="0"/>
              <a:cs typeface="Times New Roman" panose="02020603050405020304" charset="0"/>
            </a:endParaRPr>
          </a:p>
        </p:txBody>
      </p:sp>
      <p:sp>
        <p:nvSpPr>
          <p:cNvPr id="348" name="Google Shape;348;p41"/>
          <p:cNvSpPr txBox="1"/>
          <p:nvPr>
            <p:ph type="ctrTitle"/>
          </p:nvPr>
        </p:nvSpPr>
        <p:spPr>
          <a:xfrm>
            <a:off x="2404575" y="893524"/>
            <a:ext cx="4335000" cy="684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sz="4800" i="0">
                <a:solidFill>
                  <a:schemeClr val="accent1"/>
                </a:solidFill>
                <a:latin typeface="Times New Roman" panose="02020603050405020304" charset="0"/>
                <a:cs typeface="Times New Roman" panose="02020603050405020304" charset="0"/>
              </a:rPr>
              <a:t>4</a:t>
            </a:r>
            <a:endParaRPr lang="en-US" sz="4800" i="0">
              <a:solidFill>
                <a:schemeClr val="accent1"/>
              </a:solidFill>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7">
                                            <p:txEl>
                                              <p:pRg st="0" end="0"/>
                                            </p:txEl>
                                          </p:spTgt>
                                        </p:tgtEl>
                                        <p:attrNameLst>
                                          <p:attrName>style.visibility</p:attrName>
                                        </p:attrNameLst>
                                      </p:cBhvr>
                                      <p:to>
                                        <p:strVal val="visible"/>
                                      </p:to>
                                    </p:set>
                                    <p:anim calcmode="lin" valueType="num">
                                      <p:cBhvr additive="base">
                                        <p:cTn id="7" dur="500" fill="hold"/>
                                        <p:tgtEl>
                                          <p:spTgt spid="34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47">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7" grpId="0" build="p"/>
      <p:bldP spid="347" grpI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21"/>
          <p:cNvSpPr txBox="1">
            <a:spLocks noGrp="1"/>
          </p:cNvSpPr>
          <p:nvPr>
            <p:ph type="title"/>
          </p:nvPr>
        </p:nvSpPr>
        <p:spPr>
          <a:xfrm>
            <a:off x="533400" y="958850"/>
            <a:ext cx="1696720" cy="85725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GB" i="0">
                <a:solidFill>
                  <a:schemeClr val="tx1"/>
                </a:solidFill>
                <a:latin typeface="Times New Roman" panose="02020603050405020304" charset="0"/>
                <a:cs typeface="Times New Roman" panose="02020603050405020304" charset="0"/>
              </a:rPr>
              <a:t>Xử lý các biến</a:t>
            </a:r>
            <a:endParaRPr lang="en-US" altLang="en-GB" i="0">
              <a:solidFill>
                <a:schemeClr val="tx1"/>
              </a:solidFill>
              <a:latin typeface="Times New Roman" panose="02020603050405020304" charset="0"/>
              <a:cs typeface="Times New Roman" panose="02020603050405020304" charset="0"/>
            </a:endParaRPr>
          </a:p>
        </p:txBody>
      </p:sp>
      <p:sp>
        <p:nvSpPr>
          <p:cNvPr id="134" name="Google Shape;134;p21"/>
          <p:cNvSpPr txBox="1">
            <a:spLocks noGrp="1"/>
          </p:cNvSpPr>
          <p:nvPr>
            <p:ph type="body" idx="1"/>
          </p:nvPr>
        </p:nvSpPr>
        <p:spPr>
          <a:xfrm>
            <a:off x="2500630" y="958850"/>
            <a:ext cx="6056630" cy="3240405"/>
          </a:xfrm>
          <a:prstGeom prst="rect">
            <a:avLst/>
          </a:prstGeom>
        </p:spPr>
        <p:txBody>
          <a:bodyPr spcFirstLastPara="1" wrap="square" lIns="91425" tIns="91425" rIns="91425" bIns="91425" anchor="t" anchorCtr="0">
            <a:noAutofit/>
          </a:bodyPr>
          <a:lstStyle/>
          <a:p>
            <a:pPr marL="76200" lvl="0" indent="0" algn="l" rtl="0">
              <a:lnSpc>
                <a:spcPct val="150000"/>
              </a:lnSpc>
              <a:spcBef>
                <a:spcPts val="0"/>
              </a:spcBef>
              <a:spcAft>
                <a:spcPts val="0"/>
              </a:spcAft>
              <a:buSzPts val="2400"/>
              <a:buNone/>
            </a:pPr>
            <a:r>
              <a:rPr lang="en-US" altLang="en-GB" sz="1800"/>
              <a:t>Phương pháp thống kê chia thành hai phần</a:t>
            </a:r>
            <a:endParaRPr lang="en-US" altLang="en-GB" sz="1800"/>
          </a:p>
          <a:p>
            <a:pPr marL="457200" lvl="0" indent="-381000" algn="l" rtl="0">
              <a:lnSpc>
                <a:spcPct val="150000"/>
              </a:lnSpc>
              <a:spcBef>
                <a:spcPts val="0"/>
              </a:spcBef>
              <a:spcAft>
                <a:spcPts val="0"/>
              </a:spcAft>
              <a:buSzPts val="2400"/>
              <a:buChar char="▹"/>
            </a:pPr>
            <a:r>
              <a:rPr lang="en-US" altLang="en-GB" sz="1800"/>
              <a:t>Phương pháp thống kê tham số</a:t>
            </a:r>
            <a:endParaRPr lang="en-US" altLang="en-GB" sz="1800"/>
          </a:p>
          <a:p>
            <a:pPr marL="457200" lvl="0" indent="-381000" algn="l" rtl="0">
              <a:lnSpc>
                <a:spcPct val="150000"/>
              </a:lnSpc>
              <a:spcBef>
                <a:spcPts val="0"/>
              </a:spcBef>
              <a:spcAft>
                <a:spcPts val="0"/>
              </a:spcAft>
              <a:buSzPts val="2400"/>
              <a:buChar char="▹"/>
            </a:pPr>
            <a:r>
              <a:rPr lang="en-US" altLang="en-GB" sz="1800"/>
              <a:t>Phương pháp thống kê phi tham số</a:t>
            </a:r>
            <a:endParaRPr lang="en-US" altLang="en-GB" sz="1800"/>
          </a:p>
          <a:p>
            <a:pPr marL="76200" lvl="0" indent="0" algn="l" rtl="0">
              <a:lnSpc>
                <a:spcPct val="150000"/>
              </a:lnSpc>
              <a:spcBef>
                <a:spcPts val="0"/>
              </a:spcBef>
              <a:spcAft>
                <a:spcPts val="0"/>
              </a:spcAft>
              <a:buSzPts val="2400"/>
              <a:buNone/>
            </a:pPr>
            <a:r>
              <a:rPr lang="en-US" altLang="en-GB" sz="1800"/>
              <a:t>Nếu tuân theo phân phối chuẩn thì sử dụng phương pháp thống kê tham số. Ngược lại, nếu dữ liệu không tuân theo phân phối chuẩn thì sử dụng phương pháp thống kê phi tham số.</a:t>
            </a:r>
            <a:endParaRPr lang="en-US" altLang="en-GB" sz="1800"/>
          </a:p>
        </p:txBody>
      </p:sp>
      <p:sp>
        <p:nvSpPr>
          <p:cNvPr id="135" name="Google Shape;135;p2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134">
                                            <p:txEl>
                                              <p:pRg st="0" end="0"/>
                                            </p:txEl>
                                          </p:spTgt>
                                        </p:tgtEl>
                                        <p:attrNameLst>
                                          <p:attrName>style.visibility</p:attrName>
                                        </p:attrNameLst>
                                      </p:cBhvr>
                                      <p:to>
                                        <p:strVal val="visible"/>
                                      </p:to>
                                    </p:set>
                                    <p:animEffect transition="in" filter="blinds(horizontal)">
                                      <p:cBhvr>
                                        <p:cTn id="7" dur="500"/>
                                        <p:tgtEl>
                                          <p:spTgt spid="13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134">
                                            <p:txEl>
                                              <p:pRg st="1" end="1"/>
                                            </p:txEl>
                                          </p:spTgt>
                                        </p:tgtEl>
                                        <p:attrNameLst>
                                          <p:attrName>style.visibility</p:attrName>
                                        </p:attrNameLst>
                                      </p:cBhvr>
                                      <p:to>
                                        <p:strVal val="visible"/>
                                      </p:to>
                                    </p:set>
                                    <p:animEffect transition="in" filter="blinds(horizontal)">
                                      <p:cBhvr>
                                        <p:cTn id="12" dur="500"/>
                                        <p:tgtEl>
                                          <p:spTgt spid="13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grpId="0" nodeType="clickEffect">
                                  <p:stCondLst>
                                    <p:cond delay="0"/>
                                  </p:stCondLst>
                                  <p:childTnLst>
                                    <p:set>
                                      <p:cBhvr>
                                        <p:cTn id="16" dur="1" fill="hold">
                                          <p:stCondLst>
                                            <p:cond delay="0"/>
                                          </p:stCondLst>
                                        </p:cTn>
                                        <p:tgtEl>
                                          <p:spTgt spid="134">
                                            <p:txEl>
                                              <p:pRg st="2" end="2"/>
                                            </p:txEl>
                                          </p:spTgt>
                                        </p:tgtEl>
                                        <p:attrNameLst>
                                          <p:attrName>style.visibility</p:attrName>
                                        </p:attrNameLst>
                                      </p:cBhvr>
                                      <p:to>
                                        <p:strVal val="visible"/>
                                      </p:to>
                                    </p:set>
                                    <p:animEffect transition="in" filter="blinds(horizontal)">
                                      <p:cBhvr>
                                        <p:cTn id="17" dur="500"/>
                                        <p:tgtEl>
                                          <p:spTgt spid="13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grpId="0" nodeType="clickEffect">
                                  <p:stCondLst>
                                    <p:cond delay="0"/>
                                  </p:stCondLst>
                                  <p:childTnLst>
                                    <p:set>
                                      <p:cBhvr>
                                        <p:cTn id="21" dur="1" fill="hold">
                                          <p:stCondLst>
                                            <p:cond delay="0"/>
                                          </p:stCondLst>
                                        </p:cTn>
                                        <p:tgtEl>
                                          <p:spTgt spid="134">
                                            <p:txEl>
                                              <p:pRg st="3" end="3"/>
                                            </p:txEl>
                                          </p:spTgt>
                                        </p:tgtEl>
                                        <p:attrNameLst>
                                          <p:attrName>style.visibility</p:attrName>
                                        </p:attrNameLst>
                                      </p:cBhvr>
                                      <p:to>
                                        <p:strVal val="visible"/>
                                      </p:to>
                                    </p:set>
                                    <p:animEffect transition="in" filter="blinds(horizontal)">
                                      <p:cBhvr>
                                        <p:cTn id="22" dur="500"/>
                                        <p:tgtEl>
                                          <p:spTgt spid="13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4" grpId="0" build="p"/>
      <p:bldP spid="134" grpI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1" name="Google Shape;331;p39"/>
          <p:cNvSpPr txBox="1">
            <a:spLocks noGrp="1"/>
          </p:cNvSpPr>
          <p:nvPr>
            <p:ph type="title"/>
          </p:nvPr>
        </p:nvSpPr>
        <p:spPr>
          <a:xfrm>
            <a:off x="533308" y="971365"/>
            <a:ext cx="1613400" cy="85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GB" i="0">
                <a:solidFill>
                  <a:schemeClr val="tx1"/>
                </a:solidFill>
                <a:latin typeface="Times New Roman" panose="02020603050405020304" charset="0"/>
                <a:cs typeface="Times New Roman" panose="02020603050405020304" charset="0"/>
              </a:rPr>
              <a:t>Phương pháp kiểm tra phân phối chuẩn</a:t>
            </a:r>
            <a:endParaRPr lang="en-US" altLang="en-GB" i="0">
              <a:solidFill>
                <a:schemeClr val="tx1"/>
              </a:solidFill>
              <a:latin typeface="Times New Roman" panose="02020603050405020304" charset="0"/>
              <a:cs typeface="Times New Roman" panose="02020603050405020304" charset="0"/>
            </a:endParaRPr>
          </a:p>
        </p:txBody>
      </p:sp>
      <p:sp>
        <p:nvSpPr>
          <p:cNvPr id="333" name="Google Shape;333;p3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graphicFrame>
        <p:nvGraphicFramePr>
          <p:cNvPr id="12" name="Diagram 11"/>
          <p:cNvGraphicFramePr/>
          <p:nvPr/>
        </p:nvGraphicFramePr>
        <p:xfrm>
          <a:off x="2439035" y="819150"/>
          <a:ext cx="2778760" cy="2470785"/>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graphicFrame>
        <p:nvGraphicFramePr>
          <p:cNvPr id="13" name="Diagram 12"/>
          <p:cNvGraphicFramePr/>
          <p:nvPr/>
        </p:nvGraphicFramePr>
        <p:xfrm>
          <a:off x="4724400" y="819150"/>
          <a:ext cx="3493770" cy="3762375"/>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580">
                                          <p:stCondLst>
                                            <p:cond delay="0"/>
                                          </p:stCondLst>
                                        </p:cTn>
                                        <p:tgtEl>
                                          <p:spTgt spid="12"/>
                                        </p:tgtEl>
                                      </p:cBhvr>
                                    </p:animEffect>
                                    <p:anim calcmode="lin" valueType="num">
                                      <p:cBhvr>
                                        <p:cTn id="8" dur="1822" tmFilter="0,0; 0.14,0.36; 0.43,0.73; 0.71,0.91; 1.0,1.0">
                                          <p:stCondLst>
                                            <p:cond delay="0"/>
                                          </p:stCondLst>
                                        </p:cTn>
                                        <p:tgtEl>
                                          <p:spTgt spid="1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1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1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1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12"/>
                                        </p:tgtEl>
                                        <p:attrNameLst>
                                          <p:attrName>ppt_y</p:attrName>
                                        </p:attrNameLst>
                                      </p:cBhvr>
                                      <p:tavLst>
                                        <p:tav tm="0" fmla="#ppt_y-sin(pi*$)/81">
                                          <p:val>
                                            <p:fltVal val="0"/>
                                          </p:val>
                                        </p:tav>
                                        <p:tav tm="100000">
                                          <p:val>
                                            <p:fltVal val="1"/>
                                          </p:val>
                                        </p:tav>
                                      </p:tavLst>
                                    </p:anim>
                                    <p:animScale>
                                      <p:cBhvr>
                                        <p:cTn id="13" dur="26">
                                          <p:stCondLst>
                                            <p:cond delay="650"/>
                                          </p:stCondLst>
                                        </p:cTn>
                                        <p:tgtEl>
                                          <p:spTgt spid="12"/>
                                        </p:tgtEl>
                                      </p:cBhvr>
                                      <p:to x="100000" y="60000"/>
                                    </p:animScale>
                                    <p:animScale>
                                      <p:cBhvr>
                                        <p:cTn id="14" dur="166" decel="50000">
                                          <p:stCondLst>
                                            <p:cond delay="676"/>
                                          </p:stCondLst>
                                        </p:cTn>
                                        <p:tgtEl>
                                          <p:spTgt spid="12"/>
                                        </p:tgtEl>
                                      </p:cBhvr>
                                      <p:to x="100000" y="100000"/>
                                    </p:animScale>
                                    <p:animScale>
                                      <p:cBhvr>
                                        <p:cTn id="15" dur="26">
                                          <p:stCondLst>
                                            <p:cond delay="1312"/>
                                          </p:stCondLst>
                                        </p:cTn>
                                        <p:tgtEl>
                                          <p:spTgt spid="12"/>
                                        </p:tgtEl>
                                      </p:cBhvr>
                                      <p:to x="100000" y="80000"/>
                                    </p:animScale>
                                    <p:animScale>
                                      <p:cBhvr>
                                        <p:cTn id="16" dur="166" decel="50000">
                                          <p:stCondLst>
                                            <p:cond delay="1338"/>
                                          </p:stCondLst>
                                        </p:cTn>
                                        <p:tgtEl>
                                          <p:spTgt spid="12"/>
                                        </p:tgtEl>
                                      </p:cBhvr>
                                      <p:to x="100000" y="100000"/>
                                    </p:animScale>
                                    <p:animScale>
                                      <p:cBhvr>
                                        <p:cTn id="17" dur="26">
                                          <p:stCondLst>
                                            <p:cond delay="1642"/>
                                          </p:stCondLst>
                                        </p:cTn>
                                        <p:tgtEl>
                                          <p:spTgt spid="12"/>
                                        </p:tgtEl>
                                      </p:cBhvr>
                                      <p:to x="100000" y="90000"/>
                                    </p:animScale>
                                    <p:animScale>
                                      <p:cBhvr>
                                        <p:cTn id="18" dur="166" decel="50000">
                                          <p:stCondLst>
                                            <p:cond delay="1668"/>
                                          </p:stCondLst>
                                        </p:cTn>
                                        <p:tgtEl>
                                          <p:spTgt spid="12"/>
                                        </p:tgtEl>
                                      </p:cBhvr>
                                      <p:to x="100000" y="100000"/>
                                    </p:animScale>
                                    <p:animScale>
                                      <p:cBhvr>
                                        <p:cTn id="19" dur="26">
                                          <p:stCondLst>
                                            <p:cond delay="1808"/>
                                          </p:stCondLst>
                                        </p:cTn>
                                        <p:tgtEl>
                                          <p:spTgt spid="12"/>
                                        </p:tgtEl>
                                      </p:cBhvr>
                                      <p:to x="100000" y="95000"/>
                                    </p:animScale>
                                    <p:animScale>
                                      <p:cBhvr>
                                        <p:cTn id="20" dur="166" decel="50000">
                                          <p:stCondLst>
                                            <p:cond delay="1834"/>
                                          </p:stCondLst>
                                        </p:cTn>
                                        <p:tgtEl>
                                          <p:spTgt spid="12"/>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26"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down)">
                                      <p:cBhvr>
                                        <p:cTn id="25" dur="580">
                                          <p:stCondLst>
                                            <p:cond delay="0"/>
                                          </p:stCondLst>
                                        </p:cTn>
                                        <p:tgtEl>
                                          <p:spTgt spid="13"/>
                                        </p:tgtEl>
                                      </p:cBhvr>
                                    </p:animEffect>
                                    <p:anim calcmode="lin" valueType="num">
                                      <p:cBhvr>
                                        <p:cTn id="26" dur="1822" tmFilter="0,0; 0.14,0.36; 0.43,0.73; 0.71,0.91; 1.0,1.0">
                                          <p:stCondLst>
                                            <p:cond delay="0"/>
                                          </p:stCondLst>
                                        </p:cTn>
                                        <p:tgtEl>
                                          <p:spTgt spid="13"/>
                                        </p:tgtEl>
                                        <p:attrNameLst>
                                          <p:attrName>ppt_x</p:attrName>
                                        </p:attrNameLst>
                                      </p:cBhvr>
                                      <p:tavLst>
                                        <p:tav tm="0">
                                          <p:val>
                                            <p:strVal val="#ppt_x-0.25"/>
                                          </p:val>
                                        </p:tav>
                                        <p:tav tm="100000">
                                          <p:val>
                                            <p:strVal val="#ppt_x"/>
                                          </p:val>
                                        </p:tav>
                                      </p:tavLst>
                                    </p:anim>
                                    <p:anim calcmode="lin" valueType="num">
                                      <p:cBhvr>
                                        <p:cTn id="27" dur="664" tmFilter="0.0,0.0; 0.25,0.07; 0.50,0.2; 0.75,0.467; 1.0,1.0">
                                          <p:stCondLst>
                                            <p:cond delay="0"/>
                                          </p:stCondLst>
                                        </p:cTn>
                                        <p:tgtEl>
                                          <p:spTgt spid="13"/>
                                        </p:tgtEl>
                                        <p:attrNameLst>
                                          <p:attrName>ppt_y</p:attrName>
                                        </p:attrNameLst>
                                      </p:cBhvr>
                                      <p:tavLst>
                                        <p:tav tm="0" fmla="#ppt_y-sin(pi*$)/3">
                                          <p:val>
                                            <p:fltVal val="0.5"/>
                                          </p:val>
                                        </p:tav>
                                        <p:tav tm="100000">
                                          <p:val>
                                            <p:fltVal val="1"/>
                                          </p:val>
                                        </p:tav>
                                      </p:tavLst>
                                    </p:anim>
                                    <p:anim calcmode="lin" valueType="num">
                                      <p:cBhvr>
                                        <p:cTn id="28" dur="664" tmFilter="0, 0; 0.125,0.2665; 0.25,0.4; 0.375,0.465; 0.5,0.5;  0.625,0.535; 0.75,0.6; 0.875,0.7335; 1,1">
                                          <p:stCondLst>
                                            <p:cond delay="664"/>
                                          </p:stCondLst>
                                        </p:cTn>
                                        <p:tgtEl>
                                          <p:spTgt spid="13"/>
                                        </p:tgtEl>
                                        <p:attrNameLst>
                                          <p:attrName>ppt_y</p:attrName>
                                        </p:attrNameLst>
                                      </p:cBhvr>
                                      <p:tavLst>
                                        <p:tav tm="0" fmla="#ppt_y-sin(pi*$)/9">
                                          <p:val>
                                            <p:fltVal val="0"/>
                                          </p:val>
                                        </p:tav>
                                        <p:tav tm="100000">
                                          <p:val>
                                            <p:fltVal val="1"/>
                                          </p:val>
                                        </p:tav>
                                      </p:tavLst>
                                    </p:anim>
                                    <p:anim calcmode="lin" valueType="num">
                                      <p:cBhvr>
                                        <p:cTn id="29" dur="332" tmFilter="0, 0; 0.125,0.2665; 0.25,0.4; 0.375,0.465; 0.5,0.5;  0.625,0.535; 0.75,0.6; 0.875,0.7335; 1,1">
                                          <p:stCondLst>
                                            <p:cond delay="1324"/>
                                          </p:stCondLst>
                                        </p:cTn>
                                        <p:tgtEl>
                                          <p:spTgt spid="13"/>
                                        </p:tgtEl>
                                        <p:attrNameLst>
                                          <p:attrName>ppt_y</p:attrName>
                                        </p:attrNameLst>
                                      </p:cBhvr>
                                      <p:tavLst>
                                        <p:tav tm="0" fmla="#ppt_y-sin(pi*$)/27">
                                          <p:val>
                                            <p:fltVal val="0"/>
                                          </p:val>
                                        </p:tav>
                                        <p:tav tm="100000">
                                          <p:val>
                                            <p:fltVal val="1"/>
                                          </p:val>
                                        </p:tav>
                                      </p:tavLst>
                                    </p:anim>
                                    <p:anim calcmode="lin" valueType="num">
                                      <p:cBhvr>
                                        <p:cTn id="30" dur="164" tmFilter="0, 0; 0.125,0.2665; 0.25,0.4; 0.375,0.465; 0.5,0.5;  0.625,0.535; 0.75,0.6; 0.875,0.7335; 1,1">
                                          <p:stCondLst>
                                            <p:cond delay="1656"/>
                                          </p:stCondLst>
                                        </p:cTn>
                                        <p:tgtEl>
                                          <p:spTgt spid="13"/>
                                        </p:tgtEl>
                                        <p:attrNameLst>
                                          <p:attrName>ppt_y</p:attrName>
                                        </p:attrNameLst>
                                      </p:cBhvr>
                                      <p:tavLst>
                                        <p:tav tm="0" fmla="#ppt_y-sin(pi*$)/81">
                                          <p:val>
                                            <p:fltVal val="0"/>
                                          </p:val>
                                        </p:tav>
                                        <p:tav tm="100000">
                                          <p:val>
                                            <p:fltVal val="1"/>
                                          </p:val>
                                        </p:tav>
                                      </p:tavLst>
                                    </p:anim>
                                    <p:animScale>
                                      <p:cBhvr>
                                        <p:cTn id="31" dur="26">
                                          <p:stCondLst>
                                            <p:cond delay="650"/>
                                          </p:stCondLst>
                                        </p:cTn>
                                        <p:tgtEl>
                                          <p:spTgt spid="13"/>
                                        </p:tgtEl>
                                      </p:cBhvr>
                                      <p:to x="100000" y="60000"/>
                                    </p:animScale>
                                    <p:animScale>
                                      <p:cBhvr>
                                        <p:cTn id="32" dur="166" decel="50000">
                                          <p:stCondLst>
                                            <p:cond delay="676"/>
                                          </p:stCondLst>
                                        </p:cTn>
                                        <p:tgtEl>
                                          <p:spTgt spid="13"/>
                                        </p:tgtEl>
                                      </p:cBhvr>
                                      <p:to x="100000" y="100000"/>
                                    </p:animScale>
                                    <p:animScale>
                                      <p:cBhvr>
                                        <p:cTn id="33" dur="26">
                                          <p:stCondLst>
                                            <p:cond delay="1312"/>
                                          </p:stCondLst>
                                        </p:cTn>
                                        <p:tgtEl>
                                          <p:spTgt spid="13"/>
                                        </p:tgtEl>
                                      </p:cBhvr>
                                      <p:to x="100000" y="80000"/>
                                    </p:animScale>
                                    <p:animScale>
                                      <p:cBhvr>
                                        <p:cTn id="34" dur="166" decel="50000">
                                          <p:stCondLst>
                                            <p:cond delay="1338"/>
                                          </p:stCondLst>
                                        </p:cTn>
                                        <p:tgtEl>
                                          <p:spTgt spid="13"/>
                                        </p:tgtEl>
                                      </p:cBhvr>
                                      <p:to x="100000" y="100000"/>
                                    </p:animScale>
                                    <p:animScale>
                                      <p:cBhvr>
                                        <p:cTn id="35" dur="26">
                                          <p:stCondLst>
                                            <p:cond delay="1642"/>
                                          </p:stCondLst>
                                        </p:cTn>
                                        <p:tgtEl>
                                          <p:spTgt spid="13"/>
                                        </p:tgtEl>
                                      </p:cBhvr>
                                      <p:to x="100000" y="90000"/>
                                    </p:animScale>
                                    <p:animScale>
                                      <p:cBhvr>
                                        <p:cTn id="36" dur="166" decel="50000">
                                          <p:stCondLst>
                                            <p:cond delay="1668"/>
                                          </p:stCondLst>
                                        </p:cTn>
                                        <p:tgtEl>
                                          <p:spTgt spid="13"/>
                                        </p:tgtEl>
                                      </p:cBhvr>
                                      <p:to x="100000" y="100000"/>
                                    </p:animScale>
                                    <p:animScale>
                                      <p:cBhvr>
                                        <p:cTn id="37" dur="26">
                                          <p:stCondLst>
                                            <p:cond delay="1808"/>
                                          </p:stCondLst>
                                        </p:cTn>
                                        <p:tgtEl>
                                          <p:spTgt spid="13"/>
                                        </p:tgtEl>
                                      </p:cBhvr>
                                      <p:to x="100000" y="95000"/>
                                    </p:animScale>
                                    <p:animScale>
                                      <p:cBhvr>
                                        <p:cTn id="38" dur="166" decel="50000">
                                          <p:stCondLst>
                                            <p:cond delay="1834"/>
                                          </p:stCondLst>
                                        </p:cTn>
                                        <p:tgtEl>
                                          <p:spTgt spid="13"/>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Văn bản 1"/>
          <p:cNvSpPr>
            <a:spLocks noGrp="1"/>
          </p:cNvSpPr>
          <p:nvPr>
            <p:ph type="body" idx="1"/>
          </p:nvPr>
        </p:nvSpPr>
        <p:spPr/>
        <p:txBody>
          <a:bodyPr anchor="ctr" anchorCtr="0"/>
          <a:lstStyle/>
          <a:p>
            <a:pPr marL="0" indent="0">
              <a:spcBef>
                <a:spcPts val="600"/>
              </a:spcBef>
            </a:pPr>
            <a:r>
              <a:rPr lang="en-US" altLang="vi-VN" b="1">
                <a:solidFill>
                  <a:srgbClr val="4D4A56"/>
                </a:solidFill>
                <a:latin typeface="Times New Roman" panose="02020603050405020304" charset="0"/>
                <a:cs typeface="Times New Roman" panose="02020603050405020304" charset="0"/>
              </a:rPr>
              <a:t>Kiểm định Shapiro Test</a:t>
            </a:r>
            <a:endParaRPr lang="en-US" altLang="vi-VN" b="1">
              <a:solidFill>
                <a:srgbClr val="4D4A56"/>
              </a:solidFill>
              <a:latin typeface="Times New Roman" panose="02020603050405020304" charset="0"/>
              <a:cs typeface="Times New Roman" panose="02020603050405020304" charset="0"/>
            </a:endParaRPr>
          </a:p>
        </p:txBody>
      </p:sp>
      <p:sp>
        <p:nvSpPr>
          <p:cNvPr id="3" name="Chỗ dành sẵn cho Số hiệu Bản chiếu 2"/>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GB"/>
            </a:fld>
            <a:endParaRPr lang="en-GB"/>
          </a:p>
        </p:txBody>
      </p:sp>
      <mc:AlternateContent xmlns:mc="http://schemas.openxmlformats.org/markup-compatibility/2006">
        <mc:Choice xmlns:a14="http://schemas.microsoft.com/office/drawing/2010/main" Requires="a14">
          <p:sp>
            <p:nvSpPr>
              <p:cNvPr id="6" name="Hộp Văn bản 5"/>
              <p:cNvSpPr txBox="1"/>
              <p:nvPr/>
            </p:nvSpPr>
            <p:spPr>
              <a:xfrm>
                <a:off x="1076960" y="971550"/>
                <a:ext cx="6990715" cy="2461895"/>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vi-VN" sz="1800">
                    <a:latin typeface="Times New Roman" panose="02020603050405020304" charset="0"/>
                    <a:cs typeface="Times New Roman" panose="02020603050405020304" charset="0"/>
                  </a:rPr>
                  <a:t>Giá trị của thống kê là:</a:t>
                </a:r>
                <a:endParaRPr lang="vi-VN" sz="1800">
                  <a:latin typeface="Times New Roman" panose="02020603050405020304" charset="0"/>
                  <a:cs typeface="Times New Roman" panose="02020603050405020304" charset="0"/>
                </a:endParaRPr>
              </a:p>
              <a:p>
                <a:r>
                  <a:rPr lang="en-US" altLang="vi-VN" sz="1600">
                    <a:latin typeface="Times New Roman" panose="02020603050405020304" charset="0"/>
                    <a:cs typeface="Times New Roman" panose="02020603050405020304" charset="0"/>
                  </a:rPr>
                  <a:t>		</a:t>
                </a:r>
                <a:r>
                  <a:rPr lang="en-US" altLang="vi-VN" sz="2400">
                    <a:latin typeface="Times New Roman" panose="02020603050405020304" charset="0"/>
                    <a:cs typeface="Times New Roman" panose="02020603050405020304" charset="0"/>
                  </a:rPr>
                  <a:t>W= </a:t>
                </a:r>
                <a14:m>
                  <m:oMath xmlns:m="http://schemas.openxmlformats.org/officeDocument/2006/math">
                    <m:f>
                      <m:fPr>
                        <m:ctrlPr>
                          <a:rPr lang="en-US" altLang="vi-VN" sz="2400" i="1">
                            <a:latin typeface="Cambria Math" panose="02040503050406030204" charset="0"/>
                            <a:cs typeface="Cambria Math" panose="02040503050406030204" charset="0"/>
                          </a:rPr>
                        </m:ctrlPr>
                      </m:fPr>
                      <m:num>
                        <m:sSup>
                          <m:sSupPr>
                            <m:ctrlPr>
                              <a:rPr lang="en-US" altLang="vi-VN" sz="2400" i="1">
                                <a:latin typeface="Cambria Math" panose="02040503050406030204" charset="0"/>
                                <a:cs typeface="Cambria Math" panose="02040503050406030204" charset="0"/>
                              </a:rPr>
                            </m:ctrlPr>
                          </m:sSupPr>
                          <m:e>
                            <m:d>
                              <m:dPr>
                                <m:ctrlPr>
                                  <a:rPr lang="en-US" altLang="vi-VN" sz="2400" i="1">
                                    <a:latin typeface="Cambria Math" panose="02040503050406030204" charset="0"/>
                                    <a:cs typeface="Cambria Math" panose="02040503050406030204" charset="0"/>
                                  </a:rPr>
                                </m:ctrlPr>
                              </m:dPr>
                              <m:e>
                                <m:nary>
                                  <m:naryPr>
                                    <m:chr m:val="∑"/>
                                    <m:limLoc m:val="undOvr"/>
                                    <m:ctrlPr>
                                      <a:rPr lang="en-US" altLang="vi-VN" sz="2400" i="1">
                                        <a:latin typeface="Cambria Math" panose="02040503050406030204" charset="0"/>
                                        <a:cs typeface="Cambria Math" panose="02040503050406030204" charset="0"/>
                                      </a:rPr>
                                    </m:ctrlPr>
                                  </m:naryPr>
                                  <m:sub>
                                    <m:r>
                                      <a:rPr lang="en-US" altLang="vi-VN" sz="2400" i="1">
                                        <a:latin typeface="Cambria Math" panose="02040503050406030204" charset="0"/>
                                        <a:cs typeface="Cambria Math" panose="02040503050406030204" charset="0"/>
                                      </a:rPr>
                                      <m:t>𝑖</m:t>
                                    </m:r>
                                    <m:r>
                                      <a:rPr lang="en-US" altLang="vi-VN" sz="2400" i="1">
                                        <a:latin typeface="Cambria Math" panose="02040503050406030204" charset="0"/>
                                        <a:cs typeface="Cambria Math" panose="02040503050406030204" charset="0"/>
                                      </a:rPr>
                                      <m:t>=</m:t>
                                    </m:r>
                                    <m:r>
                                      <a:rPr lang="en-US" altLang="vi-VN" sz="2400" i="1">
                                        <a:latin typeface="Cambria Math" panose="02040503050406030204" charset="0"/>
                                        <a:cs typeface="Cambria Math" panose="02040503050406030204" charset="0"/>
                                      </a:rPr>
                                      <m:t>1</m:t>
                                    </m:r>
                                  </m:sub>
                                  <m:sup>
                                    <m:r>
                                      <a:rPr lang="en-US" altLang="vi-VN" sz="2400" i="1">
                                        <a:latin typeface="Cambria Math" panose="02040503050406030204" charset="0"/>
                                        <a:cs typeface="Cambria Math" panose="02040503050406030204" charset="0"/>
                                      </a:rPr>
                                      <m:t>𝑛</m:t>
                                    </m:r>
                                  </m:sup>
                                  <m:e>
                                    <m:sSub>
                                      <m:sSubPr>
                                        <m:ctrlPr>
                                          <a:rPr lang="en-US" altLang="vi-VN" sz="2400" i="1">
                                            <a:latin typeface="Cambria Math" panose="02040503050406030204" charset="0"/>
                                            <a:cs typeface="Cambria Math" panose="02040503050406030204" charset="0"/>
                                          </a:rPr>
                                        </m:ctrlPr>
                                      </m:sSubPr>
                                      <m:e>
                                        <m:r>
                                          <a:rPr lang="en-US" altLang="vi-VN" sz="2400" i="1">
                                            <a:latin typeface="Cambria Math" panose="02040503050406030204" charset="0"/>
                                            <a:cs typeface="Cambria Math" panose="02040503050406030204" charset="0"/>
                                          </a:rPr>
                                          <m:t>𝑎</m:t>
                                        </m:r>
                                      </m:e>
                                      <m:sub>
                                        <m:r>
                                          <a:rPr lang="en-US" altLang="vi-VN" sz="2400" i="1">
                                            <a:latin typeface="Cambria Math" panose="02040503050406030204" charset="0"/>
                                            <a:cs typeface="Cambria Math" panose="02040503050406030204" charset="0"/>
                                          </a:rPr>
                                          <m:t>𝑖</m:t>
                                        </m:r>
                                      </m:sub>
                                    </m:sSub>
                                    <m:sSub>
                                      <m:sSubPr>
                                        <m:ctrlPr>
                                          <a:rPr lang="en-US" altLang="vi-VN" sz="2400" i="1">
                                            <a:latin typeface="Cambria Math" panose="02040503050406030204" charset="0"/>
                                            <a:cs typeface="Cambria Math" panose="02040503050406030204" charset="0"/>
                                          </a:rPr>
                                        </m:ctrlPr>
                                      </m:sSubPr>
                                      <m:e>
                                        <m:r>
                                          <a:rPr lang="en-US" altLang="vi-VN" sz="2400" i="1">
                                            <a:latin typeface="Cambria Math" panose="02040503050406030204" charset="0"/>
                                            <a:cs typeface="Cambria Math" panose="02040503050406030204" charset="0"/>
                                          </a:rPr>
                                          <m:t>𝑥</m:t>
                                        </m:r>
                                      </m:e>
                                      <m:sub>
                                        <m:r>
                                          <a:rPr lang="en-US" altLang="vi-VN" sz="2400" i="1">
                                            <a:latin typeface="Cambria Math" panose="02040503050406030204" charset="0"/>
                                            <a:cs typeface="Cambria Math" panose="02040503050406030204" charset="0"/>
                                          </a:rPr>
                                          <m:t>𝑖</m:t>
                                        </m:r>
                                      </m:sub>
                                    </m:sSub>
                                  </m:e>
                                </m:nary>
                              </m:e>
                            </m:d>
                          </m:e>
                          <m:sup>
                            <m:r>
                              <a:rPr lang="en-US" altLang="vi-VN" sz="2400" i="1">
                                <a:latin typeface="Cambria Math" panose="02040503050406030204" charset="0"/>
                                <a:cs typeface="Cambria Math" panose="02040503050406030204" charset="0"/>
                              </a:rPr>
                              <m:t>2</m:t>
                            </m:r>
                          </m:sup>
                        </m:sSup>
                      </m:num>
                      <m:den>
                        <m:nary>
                          <m:naryPr>
                            <m:chr m:val="∑"/>
                            <m:limLoc m:val="undOvr"/>
                            <m:ctrlPr>
                              <a:rPr lang="en-US" altLang="vi-VN" sz="2400" i="1">
                                <a:latin typeface="Cambria Math" panose="02040503050406030204" charset="0"/>
                                <a:cs typeface="Cambria Math" panose="02040503050406030204" charset="0"/>
                              </a:rPr>
                            </m:ctrlPr>
                          </m:naryPr>
                          <m:sub>
                            <m:r>
                              <a:rPr lang="en-US" altLang="vi-VN" sz="2400" i="1">
                                <a:latin typeface="Cambria Math" panose="02040503050406030204" charset="0"/>
                                <a:cs typeface="Cambria Math" panose="02040503050406030204" charset="0"/>
                              </a:rPr>
                              <m:t>𝑖</m:t>
                            </m:r>
                            <m:r>
                              <a:rPr lang="en-US" altLang="vi-VN" sz="2400" i="1">
                                <a:latin typeface="Cambria Math" panose="02040503050406030204" charset="0"/>
                                <a:cs typeface="Cambria Math" panose="02040503050406030204" charset="0"/>
                              </a:rPr>
                              <m:t>=</m:t>
                            </m:r>
                            <m:r>
                              <a:rPr lang="en-US" altLang="vi-VN" sz="2400" i="1">
                                <a:latin typeface="Cambria Math" panose="02040503050406030204" charset="0"/>
                                <a:cs typeface="Cambria Math" panose="02040503050406030204" charset="0"/>
                              </a:rPr>
                              <m:t>1</m:t>
                            </m:r>
                          </m:sub>
                          <m:sup>
                            <m:r>
                              <a:rPr lang="en-US" altLang="vi-VN" sz="2400" i="1">
                                <a:latin typeface="Cambria Math" panose="02040503050406030204" charset="0"/>
                                <a:cs typeface="Cambria Math" panose="02040503050406030204" charset="0"/>
                              </a:rPr>
                              <m:t>𝑛</m:t>
                            </m:r>
                          </m:sup>
                          <m:e>
                            <m:sSup>
                              <m:sSupPr>
                                <m:ctrlPr>
                                  <a:rPr lang="en-US" altLang="vi-VN" sz="2400" i="1">
                                    <a:latin typeface="Cambria Math" panose="02040503050406030204" charset="0"/>
                                    <a:cs typeface="Cambria Math" panose="02040503050406030204" charset="0"/>
                                  </a:rPr>
                                </m:ctrlPr>
                              </m:sSupPr>
                              <m:e>
                                <m:d>
                                  <m:dPr>
                                    <m:ctrlPr>
                                      <a:rPr lang="en-US" altLang="vi-VN" sz="2400" i="1">
                                        <a:latin typeface="Cambria Math" panose="02040503050406030204" charset="0"/>
                                        <a:cs typeface="Cambria Math" panose="02040503050406030204" charset="0"/>
                                      </a:rPr>
                                    </m:ctrlPr>
                                  </m:dPr>
                                  <m:e>
                                    <m:sSub>
                                      <m:sSubPr>
                                        <m:ctrlPr>
                                          <a:rPr lang="en-US" altLang="vi-VN" sz="2400" i="1">
                                            <a:latin typeface="Cambria Math" panose="02040503050406030204" charset="0"/>
                                            <a:cs typeface="Cambria Math" panose="02040503050406030204" charset="0"/>
                                          </a:rPr>
                                        </m:ctrlPr>
                                      </m:sSubPr>
                                      <m:e>
                                        <m:r>
                                          <a:rPr lang="en-US" altLang="vi-VN" sz="2400" i="1">
                                            <a:latin typeface="Cambria Math" panose="02040503050406030204" charset="0"/>
                                            <a:cs typeface="Cambria Math" panose="02040503050406030204" charset="0"/>
                                          </a:rPr>
                                          <m:t>𝑥</m:t>
                                        </m:r>
                                      </m:e>
                                      <m:sub>
                                        <m:r>
                                          <a:rPr lang="en-US" altLang="vi-VN" sz="2400" i="1">
                                            <a:latin typeface="Cambria Math" panose="02040503050406030204" charset="0"/>
                                            <a:cs typeface="Cambria Math" panose="02040503050406030204" charset="0"/>
                                          </a:rPr>
                                          <m:t>𝑖</m:t>
                                        </m:r>
                                      </m:sub>
                                    </m:sSub>
                                    <m:r>
                                      <a:rPr lang="en-US" altLang="vi-VN" sz="2400" i="1">
                                        <a:latin typeface="Cambria Math" panose="02040503050406030204" charset="0"/>
                                        <a:cs typeface="Cambria Math" panose="02040503050406030204" charset="0"/>
                                      </a:rPr>
                                      <m:t>−</m:t>
                                    </m:r>
                                    <m:acc>
                                      <m:accPr>
                                        <m:chr m:val="̅"/>
                                        <m:ctrlPr>
                                          <a:rPr lang="en-US" altLang="vi-VN" sz="2400" i="1">
                                            <a:latin typeface="Cambria Math" panose="02040503050406030204" charset="0"/>
                                            <a:cs typeface="Cambria Math" panose="02040503050406030204" charset="0"/>
                                          </a:rPr>
                                        </m:ctrlPr>
                                      </m:accPr>
                                      <m:e>
                                        <m:r>
                                          <a:rPr lang="en-US" altLang="vi-VN" sz="2400" i="1">
                                            <a:latin typeface="Cambria Math" panose="02040503050406030204" charset="0"/>
                                            <a:cs typeface="Cambria Math" panose="02040503050406030204" charset="0"/>
                                          </a:rPr>
                                          <m:t>𝑥</m:t>
                                        </m:r>
                                      </m:e>
                                    </m:acc>
                                  </m:e>
                                </m:d>
                              </m:e>
                              <m:sup>
                                <m:r>
                                  <a:rPr lang="en-US" altLang="vi-VN" sz="2400" i="1">
                                    <a:latin typeface="Cambria Math" panose="02040503050406030204" charset="0"/>
                                    <a:cs typeface="Cambria Math" panose="02040503050406030204" charset="0"/>
                                  </a:rPr>
                                  <m:t>2</m:t>
                                </m:r>
                              </m:sup>
                            </m:sSup>
                          </m:e>
                        </m:nary>
                      </m:den>
                    </m:f>
                  </m:oMath>
                </a14:m>
                <a:endParaRPr lang="vi-VN" sz="2400">
                  <a:latin typeface="Times New Roman" panose="02020603050405020304" charset="0"/>
                  <a:cs typeface="Times New Roman" panose="02020603050405020304" charset="0"/>
                </a:endParaRPr>
              </a:p>
              <a:p>
                <a:endParaRPr lang="vi-VN" sz="1600">
                  <a:latin typeface="Times New Roman" panose="02020603050405020304" charset="0"/>
                  <a:cs typeface="Times New Roman" panose="02020603050405020304" charset="0"/>
                </a:endParaRPr>
              </a:p>
              <a:p>
                <a:r>
                  <a:rPr lang="vi-VN" sz="1800">
                    <a:latin typeface="Times New Roman" panose="02020603050405020304" charset="0"/>
                    <a:cs typeface="Times New Roman" panose="02020603050405020304" charset="0"/>
                  </a:rPr>
                  <a:t>Trong đó: </a:t>
                </a:r>
                <a:endParaRPr lang="vi-VN" sz="1800">
                  <a:latin typeface="Times New Roman" panose="02020603050405020304" charset="0"/>
                  <a:cs typeface="Times New Roman" panose="02020603050405020304" charset="0"/>
                </a:endParaRPr>
              </a:p>
              <a:p>
                <a:pPr lvl="1" algn="l"/>
                <a:r>
                  <a:rPr lang="en-US" altLang="vi-VN" sz="1800">
                    <a:latin typeface="Cambria Math" panose="02040503050406030204" charset="0"/>
                    <a:cs typeface="Cambria Math" panose="02040503050406030204" charset="0"/>
                  </a:rPr>
                  <a:t>		</a:t>
                </a:r>
                <a14:m>
                  <m:oMath xmlns:m="http://schemas.openxmlformats.org/officeDocument/2006/math">
                    <m:sSub>
                      <m:sSubPr>
                        <m:ctrlPr>
                          <a:rPr lang="en-US" altLang="vi-VN" sz="1800" i="1">
                            <a:latin typeface="Cambria Math" panose="02040503050406030204" charset="0"/>
                            <a:cs typeface="Cambria Math" panose="02040503050406030204" charset="0"/>
                          </a:rPr>
                        </m:ctrlPr>
                      </m:sSubPr>
                      <m:e>
                        <m:r>
                          <a:rPr lang="en-US" altLang="vi-VN" sz="1800" i="1">
                            <a:latin typeface="Cambria Math" panose="02040503050406030204" charset="0"/>
                            <a:cs typeface="Cambria Math" panose="02040503050406030204" charset="0"/>
                          </a:rPr>
                          <m:t>𝑥</m:t>
                        </m:r>
                      </m:e>
                      <m:sub>
                        <m:r>
                          <a:rPr lang="en-US" altLang="vi-VN" sz="1800" i="1">
                            <a:latin typeface="Cambria Math" panose="02040503050406030204" charset="0"/>
                            <a:cs typeface="Cambria Math" panose="02040503050406030204" charset="0"/>
                          </a:rPr>
                          <m:t>𝑖</m:t>
                        </m:r>
                      </m:sub>
                    </m:sSub>
                  </m:oMath>
                </a14:m>
                <a:r>
                  <a:rPr lang="en-US" altLang="vi-VN" sz="1800">
                    <a:latin typeface="Times New Roman" panose="02020603050405020304" charset="0"/>
                    <a:cs typeface="Times New Roman" panose="02020603050405020304" charset="0"/>
                  </a:rPr>
                  <a:t>  </a:t>
                </a:r>
                <a:r>
                  <a:rPr lang="vi-VN" sz="1800">
                    <a:latin typeface="Times New Roman" panose="02020603050405020304" charset="0"/>
                    <a:cs typeface="Times New Roman" panose="02020603050405020304" charset="0"/>
                  </a:rPr>
                  <a:t>là giá trị thứ i nhỏ nhất của x</a:t>
                </a:r>
                <a:endParaRPr lang="vi-VN" sz="1800">
                  <a:latin typeface="Times New Roman" panose="02020603050405020304" charset="0"/>
                  <a:cs typeface="Times New Roman" panose="02020603050405020304" charset="0"/>
                </a:endParaRPr>
              </a:p>
              <a:p>
                <a:pPr lvl="1" algn="l"/>
                <a:r>
                  <a:rPr lang="en-US" altLang="vi-VN" sz="1800">
                    <a:latin typeface="Cambria Math" panose="02040503050406030204" charset="0"/>
                    <a:cs typeface="Cambria Math" panose="02040503050406030204" charset="0"/>
                  </a:rPr>
                  <a:t>		</a:t>
                </a:r>
                <a14:m>
                  <m:oMath xmlns:m="http://schemas.openxmlformats.org/officeDocument/2006/math">
                    <m:sSub>
                      <m:sSubPr>
                        <m:ctrlPr>
                          <a:rPr lang="en-US" altLang="vi-VN" sz="1800" i="1">
                            <a:latin typeface="Cambria Math" panose="02040503050406030204" charset="0"/>
                            <a:cs typeface="Cambria Math" panose="02040503050406030204" charset="0"/>
                          </a:rPr>
                        </m:ctrlPr>
                      </m:sSubPr>
                      <m:e>
                        <m:r>
                          <a:rPr lang="en-US" altLang="vi-VN" sz="1800" i="1">
                            <a:latin typeface="Cambria Math" panose="02040503050406030204" charset="0"/>
                            <a:cs typeface="Cambria Math" panose="02040503050406030204" charset="0"/>
                          </a:rPr>
                          <m:t>𝑎</m:t>
                        </m:r>
                      </m:e>
                      <m:sub>
                        <m:r>
                          <a:rPr lang="en-US" altLang="vi-VN" sz="1800" i="1">
                            <a:latin typeface="Cambria Math" panose="02040503050406030204" charset="0"/>
                            <a:cs typeface="Cambria Math" panose="02040503050406030204" charset="0"/>
                          </a:rPr>
                          <m:t>𝑖</m:t>
                        </m:r>
                      </m:sub>
                    </m:sSub>
                  </m:oMath>
                </a14:m>
                <a:r>
                  <a:rPr lang="en-US" altLang="vi-VN" sz="1800">
                    <a:latin typeface="Times New Roman" panose="02020603050405020304" charset="0"/>
                    <a:cs typeface="Times New Roman" panose="02020603050405020304" charset="0"/>
                  </a:rPr>
                  <a:t> là hằng số Shapiro-Wilk</a:t>
                </a:r>
                <a:endParaRPr lang="en-US" altLang="vi-VN" sz="1800">
                  <a:latin typeface="Times New Roman" panose="02020603050405020304" charset="0"/>
                  <a:cs typeface="Times New Roman" panose="02020603050405020304" charset="0"/>
                </a:endParaRPr>
              </a:p>
              <a:p>
                <a:pPr lvl="1" algn="l"/>
                <a:r>
                  <a:rPr lang="en-US" altLang="vi-VN" sz="1800">
                    <a:latin typeface="Cambria Math" panose="02040503050406030204" charset="0"/>
                    <a:cs typeface="Cambria Math" panose="02040503050406030204" charset="0"/>
                  </a:rPr>
                  <a:t>		</a:t>
                </a:r>
                <a14:m>
                  <m:oMath xmlns:m="http://schemas.openxmlformats.org/officeDocument/2006/math">
                    <m:acc>
                      <m:accPr>
                        <m:chr m:val="̅"/>
                        <m:ctrlPr>
                          <a:rPr lang="en-US" altLang="vi-VN" sz="1800" i="1">
                            <a:latin typeface="Cambria Math" panose="02040503050406030204" charset="0"/>
                            <a:cs typeface="Cambria Math" panose="02040503050406030204" charset="0"/>
                          </a:rPr>
                        </m:ctrlPr>
                      </m:accPr>
                      <m:e>
                        <m:r>
                          <a:rPr lang="en-US" altLang="vi-VN" sz="1800" i="1">
                            <a:latin typeface="Cambria Math" panose="02040503050406030204" charset="0"/>
                            <a:cs typeface="Cambria Math" panose="02040503050406030204" charset="0"/>
                          </a:rPr>
                          <m:t>𝑥</m:t>
                        </m:r>
                      </m:e>
                    </m:acc>
                  </m:oMath>
                </a14:m>
                <a:r>
                  <a:rPr lang="en-US" altLang="vi-VN" sz="1800">
                    <a:latin typeface="Times New Roman" panose="02020603050405020304" charset="0"/>
                    <a:cs typeface="Times New Roman" panose="02020603050405020304" charset="0"/>
                  </a:rPr>
                  <a:t> là trung bình mẫu</a:t>
                </a:r>
                <a:r>
                  <a:rPr lang="vi-VN" sz="1800">
                    <a:latin typeface="Times New Roman" panose="02020603050405020304" charset="0"/>
                    <a:cs typeface="Times New Roman" panose="02020603050405020304" charset="0"/>
                  </a:rPr>
                  <a:t>              </a:t>
                </a:r>
                <a:r>
                  <a:rPr lang="vi-VN" sz="1600">
                    <a:latin typeface="Times New Roman" panose="02020603050405020304" charset="0"/>
                    <a:cs typeface="Times New Roman" panose="02020603050405020304" charset="0"/>
                  </a:rPr>
                  <a:t>                                                                   </a:t>
                </a:r>
                <a:endParaRPr lang="vi-VN" sz="1600">
                  <a:latin typeface="Times New Roman" panose="02020603050405020304" charset="0"/>
                  <a:cs typeface="Times New Roman" panose="02020603050405020304" charset="0"/>
                </a:endParaRPr>
              </a:p>
            </p:txBody>
          </p:sp>
        </mc:Choice>
        <mc:Fallback>
          <p:sp>
            <p:nvSpPr>
              <p:cNvPr id="6" name="Hộp Văn bản 5"/>
              <p:cNvSpPr txBox="1">
                <a:spLocks noRot="1" noChangeAspect="1" noMove="1" noResize="1" noEditPoints="1" noAdjustHandles="1" noChangeArrowheads="1" noChangeShapeType="1" noTextEdit="1"/>
              </p:cNvSpPr>
              <p:nvPr/>
            </p:nvSpPr>
            <p:spPr>
              <a:xfrm>
                <a:off x="1076960" y="971550"/>
                <a:ext cx="6990715" cy="2461895"/>
              </a:xfrm>
              <a:prstGeom prst="rect">
                <a:avLst/>
              </a:prstGeom>
              <a:blipFill rotWithShape="1">
                <a:blip r:embed="rId1"/>
                <a:stretch>
                  <a:fillRect/>
                </a:stretch>
              </a:blipFill>
            </p:spPr>
            <p:txBody>
              <a:bodyPr/>
              <a:lstStyle/>
              <a:p>
                <a:r>
                  <a:rPr lang="en-US" altLang="en-US">
                    <a:noFill/>
                  </a:rPr>
                  <a:t> </a:t>
                </a:r>
              </a:p>
            </p:txBody>
          </p:sp>
        </mc:Fallback>
      </mc:AlternateContent>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631"/>
        <p:cNvGrpSpPr/>
        <p:nvPr/>
      </p:nvGrpSpPr>
      <p:grpSpPr>
        <a:xfrm>
          <a:off x="0" y="0"/>
          <a:ext cx="0" cy="0"/>
          <a:chOff x="0" y="0"/>
          <a:chExt cx="0" cy="0"/>
        </a:xfrm>
      </p:grpSpPr>
      <p:sp>
        <p:nvSpPr>
          <p:cNvPr id="632" name="Google Shape;632;p50"/>
          <p:cNvSpPr txBox="1">
            <a:spLocks noGrp="1"/>
          </p:cNvSpPr>
          <p:nvPr>
            <p:ph type="title"/>
          </p:nvPr>
        </p:nvSpPr>
        <p:spPr>
          <a:xfrm>
            <a:off x="457200" y="438150"/>
            <a:ext cx="1887220" cy="671830"/>
          </a:xfrm>
          <a:prstGeom prst="rect">
            <a:avLst/>
          </a:prstGeom>
        </p:spPr>
        <p:txBody>
          <a:bodyPr spcFirstLastPara="1" wrap="square" lIns="0" tIns="0" rIns="0" bIns="0" anchor="ctr" anchorCtr="0">
            <a:noAutofit/>
          </a:bodyPr>
          <a:lstStyle/>
          <a:p>
            <a:pPr algn="ctr"/>
            <a:r>
              <a:rPr lang="en-US" i="0">
                <a:solidFill>
                  <a:schemeClr val="tx1">
                    <a:lumMod val="50000"/>
                  </a:schemeClr>
                </a:solidFill>
                <a:latin typeface="Times New Roman" panose="02020603050405020304" charset="0"/>
                <a:cs typeface="Times New Roman" panose="02020603050405020304" charset="0"/>
              </a:rPr>
              <a:t>Sử dụng biểu đồ</a:t>
            </a:r>
            <a:endParaRPr lang="en-US" i="0">
              <a:solidFill>
                <a:schemeClr val="tx1">
                  <a:lumMod val="50000"/>
                </a:schemeClr>
              </a:solidFill>
              <a:latin typeface="Times New Roman" panose="02020603050405020304" charset="0"/>
              <a:cs typeface="Times New Roman" panose="02020603050405020304" charset="0"/>
            </a:endParaRPr>
          </a:p>
        </p:txBody>
      </p:sp>
      <p:sp>
        <p:nvSpPr>
          <p:cNvPr id="633" name="Google Shape;633;p5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pic>
        <p:nvPicPr>
          <p:cNvPr id="2" name="Hình ảnh 2" descr="C:\Users\lan\Pictures\m14.PNGm14"/>
          <p:cNvPicPr>
            <a:picLocks noChangeAspect="1"/>
          </p:cNvPicPr>
          <p:nvPr/>
        </p:nvPicPr>
        <p:blipFill>
          <a:blip r:embed="rId1"/>
          <a:srcRect/>
          <a:stretch>
            <a:fillRect/>
          </a:stretch>
        </p:blipFill>
        <p:spPr>
          <a:xfrm>
            <a:off x="1209040" y="1200150"/>
            <a:ext cx="6763385" cy="3761105"/>
          </a:xfrm>
          <a:prstGeom prst="rect">
            <a:avLst/>
          </a:prstGeom>
        </p:spPr>
      </p:pic>
      <p:pic>
        <p:nvPicPr>
          <p:cNvPr id="3" name="Picture 2" descr="C:\Users\lan\Pictures\m7.PNGm7"/>
          <p:cNvPicPr>
            <a:picLocks noChangeAspect="1"/>
          </p:cNvPicPr>
          <p:nvPr/>
        </p:nvPicPr>
        <p:blipFill>
          <a:blip r:embed="rId2"/>
          <a:srcRect/>
          <a:stretch>
            <a:fillRect/>
          </a:stretch>
        </p:blipFill>
        <p:spPr>
          <a:xfrm>
            <a:off x="1219200" y="1193800"/>
            <a:ext cx="6742430" cy="377317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xit" presetSubtype="32" fill="hold" nodeType="clickEffect">
                                  <p:stCondLst>
                                    <p:cond delay="0"/>
                                  </p:stCondLst>
                                  <p:childTnLst>
                                    <p:animEffect transition="out" filter="circle(out)">
                                      <p:cBhvr>
                                        <p:cTn id="6" dur="2000"/>
                                        <p:tgtEl>
                                          <p:spTgt spid="2"/>
                                        </p:tgtEl>
                                      </p:cBhvr>
                                    </p:animEffect>
                                    <p:set>
                                      <p:cBhvr>
                                        <p:cTn id="7" dur="1" fill="hold">
                                          <p:stCondLst>
                                            <p:cond delay="1999"/>
                                          </p:stCondLst>
                                        </p:cTn>
                                        <p:tgtEl>
                                          <p:spTgt spid="2"/>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additive="base">
                                        <p:cTn id="12" dur="500"/>
                                        <p:tgtEl>
                                          <p:spTgt spid="3"/>
                                        </p:tgtEl>
                                        <p:attrNameLst>
                                          <p:attrName>ppt_y</p:attrName>
                                        </p:attrNameLst>
                                      </p:cBhvr>
                                      <p:tavLst>
                                        <p:tav tm="0">
                                          <p:val>
                                            <p:strVal val="#ppt_y+#ppt_h*1.125000"/>
                                          </p:val>
                                        </p:tav>
                                        <p:tav tm="100000">
                                          <p:val>
                                            <p:strVal val="#ppt_y"/>
                                          </p:val>
                                        </p:tav>
                                      </p:tavLst>
                                    </p:anim>
                                    <p:animEffect transition="in" filter="wipe(up)">
                                      <p:cBhvr>
                                        <p:cTn id="1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Văn bản 1"/>
          <p:cNvSpPr>
            <a:spLocks noGrp="1"/>
          </p:cNvSpPr>
          <p:nvPr>
            <p:ph type="body" idx="1"/>
          </p:nvPr>
        </p:nvSpPr>
        <p:spPr/>
        <p:txBody>
          <a:bodyPr anchor="ctr" anchorCtr="0"/>
          <a:lstStyle/>
          <a:p>
            <a:pPr marL="0" indent="0">
              <a:spcBef>
                <a:spcPts val="600"/>
              </a:spcBef>
            </a:pPr>
            <a:r>
              <a:rPr lang="en-US" altLang="vi-VN" b="1">
                <a:solidFill>
                  <a:schemeClr val="tx1"/>
                </a:solidFill>
                <a:latin typeface="Times New Roman" panose="02020603050405020304" charset="0"/>
                <a:cs typeface="Times New Roman" panose="02020603050405020304" charset="0"/>
              </a:rPr>
              <a:t>Kiểm định Anderson-Darling</a:t>
            </a:r>
            <a:endParaRPr lang="en-US" altLang="vi-VN" b="1">
              <a:solidFill>
                <a:schemeClr val="tx1"/>
              </a:solidFill>
              <a:latin typeface="Times New Roman" panose="02020603050405020304" charset="0"/>
              <a:cs typeface="Times New Roman" panose="02020603050405020304" charset="0"/>
            </a:endParaRPr>
          </a:p>
        </p:txBody>
      </p:sp>
      <p:sp>
        <p:nvSpPr>
          <p:cNvPr id="3" name="Chỗ dành sẵn cho Số hiệu Bản chiếu 2"/>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GB"/>
            </a:fld>
            <a:endParaRPr lang="en-GB"/>
          </a:p>
        </p:txBody>
      </p:sp>
      <mc:AlternateContent xmlns:mc="http://schemas.openxmlformats.org/markup-compatibility/2006">
        <mc:Choice xmlns:a14="http://schemas.microsoft.com/office/drawing/2010/main" Requires="a14">
          <p:sp>
            <p:nvSpPr>
              <p:cNvPr id="6" name="Hộp Văn bản 5"/>
              <p:cNvSpPr txBox="1"/>
              <p:nvPr/>
            </p:nvSpPr>
            <p:spPr>
              <a:xfrm>
                <a:off x="1076960" y="1123950"/>
                <a:ext cx="6990715" cy="2103755"/>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vi-VN" sz="1800">
                    <a:latin typeface="Times New Roman" panose="02020603050405020304" charset="0"/>
                    <a:cs typeface="Times New Roman" panose="02020603050405020304" charset="0"/>
                  </a:rPr>
                  <a:t>Giá trị của thống kê là:</a:t>
                </a:r>
                <a:endParaRPr lang="vi-VN" sz="1800">
                  <a:latin typeface="Times New Roman" panose="02020603050405020304" charset="0"/>
                  <a:cs typeface="Times New Roman" panose="02020603050405020304" charset="0"/>
                </a:endParaRPr>
              </a:p>
              <a:p>
                <a:r>
                  <a:rPr lang="en-US" altLang="vi-VN" sz="1600">
                    <a:latin typeface="Times New Roman" panose="02020603050405020304" charset="0"/>
                    <a:cs typeface="Times New Roman" panose="02020603050405020304" charset="0"/>
                  </a:rPr>
                  <a:t>	</a:t>
                </a:r>
                <a:r>
                  <a:rPr lang="en-US" altLang="vi-VN" sz="1800">
                    <a:latin typeface="Times New Roman" panose="02020603050405020304" charset="0"/>
                    <a:cs typeface="Times New Roman" panose="02020603050405020304" charset="0"/>
                  </a:rPr>
                  <a:t>AD = </a:t>
                </a:r>
                <a14:m>
                  <m:oMath xmlns:m="http://schemas.openxmlformats.org/officeDocument/2006/math">
                    <m:r>
                      <a:rPr lang="en-US" altLang="vi-VN" sz="1800" i="1">
                        <a:latin typeface="Cambria Math" panose="02040503050406030204" charset="0"/>
                        <a:cs typeface="Cambria Math" panose="02040503050406030204" charset="0"/>
                      </a:rPr>
                      <m:t>−</m:t>
                    </m:r>
                    <m:r>
                      <a:rPr lang="en-US" altLang="vi-VN" sz="1800" i="1">
                        <a:latin typeface="Cambria Math" panose="02040503050406030204" charset="0"/>
                        <a:cs typeface="Cambria Math" panose="02040503050406030204" charset="0"/>
                      </a:rPr>
                      <m:t>𝑛</m:t>
                    </m:r>
                    <m:r>
                      <a:rPr lang="en-US" altLang="vi-VN" sz="1800" i="1">
                        <a:latin typeface="Cambria Math" panose="02040503050406030204" charset="0"/>
                        <a:cs typeface="Cambria Math" panose="02040503050406030204" charset="0"/>
                      </a:rPr>
                      <m:t> </m:t>
                    </m:r>
                    <m:r>
                      <a:rPr lang="en-US" altLang="vi-VN" sz="1800" i="1">
                        <a:latin typeface="Cambria Math" panose="02040503050406030204" charset="0"/>
                        <a:cs typeface="Cambria Math" panose="02040503050406030204" charset="0"/>
                      </a:rPr>
                      <m:t>−</m:t>
                    </m:r>
                    <m:f>
                      <m:fPr>
                        <m:ctrlPr>
                          <a:rPr lang="en-US" altLang="vi-VN" sz="1800" i="1">
                            <a:latin typeface="Cambria Math" panose="02040503050406030204" charset="0"/>
                            <a:cs typeface="Cambria Math" panose="02040503050406030204" charset="0"/>
                          </a:rPr>
                        </m:ctrlPr>
                      </m:fPr>
                      <m:num>
                        <m:r>
                          <a:rPr lang="en-US" altLang="vi-VN" sz="1800" i="1">
                            <a:latin typeface="Cambria Math" panose="02040503050406030204" charset="0"/>
                            <a:cs typeface="Cambria Math" panose="02040503050406030204" charset="0"/>
                          </a:rPr>
                          <m:t>1</m:t>
                        </m:r>
                      </m:num>
                      <m:den>
                        <m:r>
                          <a:rPr lang="en-US" altLang="vi-VN" sz="1800" i="1">
                            <a:latin typeface="Cambria Math" panose="02040503050406030204" charset="0"/>
                            <a:cs typeface="Cambria Math" panose="02040503050406030204" charset="0"/>
                          </a:rPr>
                          <m:t>𝑛</m:t>
                        </m:r>
                      </m:den>
                    </m:f>
                    <m:nary>
                      <m:naryPr>
                        <m:chr m:val="∑"/>
                        <m:limLoc m:val="undOvr"/>
                        <m:ctrlPr>
                          <a:rPr lang="en-US" altLang="vi-VN" sz="1800" i="1">
                            <a:latin typeface="Cambria Math" panose="02040503050406030204" charset="0"/>
                            <a:cs typeface="Cambria Math" panose="02040503050406030204" charset="0"/>
                          </a:rPr>
                        </m:ctrlPr>
                      </m:naryPr>
                      <m:sub>
                        <m:r>
                          <a:rPr lang="en-US" altLang="vi-VN" sz="1800" i="1">
                            <a:latin typeface="Cambria Math" panose="02040503050406030204" charset="0"/>
                            <a:cs typeface="Cambria Math" panose="02040503050406030204" charset="0"/>
                          </a:rPr>
                          <m:t>𝑖</m:t>
                        </m:r>
                        <m:r>
                          <a:rPr lang="en-US" altLang="vi-VN" sz="1800" i="1">
                            <a:latin typeface="Cambria Math" panose="02040503050406030204" charset="0"/>
                            <a:cs typeface="Cambria Math" panose="02040503050406030204" charset="0"/>
                          </a:rPr>
                          <m:t>=</m:t>
                        </m:r>
                        <m:r>
                          <a:rPr lang="en-US" altLang="vi-VN" sz="1800" i="1">
                            <a:latin typeface="Cambria Math" panose="02040503050406030204" charset="0"/>
                            <a:cs typeface="Cambria Math" panose="02040503050406030204" charset="0"/>
                          </a:rPr>
                          <m:t>1</m:t>
                        </m:r>
                      </m:sub>
                      <m:sup>
                        <m:r>
                          <a:rPr lang="en-US" altLang="vi-VN" sz="1800" i="1">
                            <a:latin typeface="Cambria Math" panose="02040503050406030204" charset="0"/>
                            <a:cs typeface="Cambria Math" panose="02040503050406030204" charset="0"/>
                          </a:rPr>
                          <m:t>𝑛</m:t>
                        </m:r>
                      </m:sup>
                      <m:e>
                        <m:r>
                          <a:rPr lang="en-US" altLang="vi-VN" sz="1800" i="1">
                            <a:latin typeface="Cambria Math" panose="02040503050406030204" charset="0"/>
                            <a:cs typeface="Cambria Math" panose="02040503050406030204" charset="0"/>
                          </a:rPr>
                          <m:t>(</m:t>
                        </m:r>
                        <m:r>
                          <a:rPr lang="en-US" altLang="vi-VN" sz="1800" i="1">
                            <a:latin typeface="Cambria Math" panose="02040503050406030204" charset="0"/>
                            <a:cs typeface="Cambria Math" panose="02040503050406030204" charset="0"/>
                          </a:rPr>
                          <m:t>2</m:t>
                        </m:r>
                        <m:r>
                          <a:rPr lang="en-US" altLang="vi-VN" sz="1800" i="1">
                            <a:latin typeface="Cambria Math" panose="02040503050406030204" charset="0"/>
                            <a:cs typeface="Cambria Math" panose="02040503050406030204" charset="0"/>
                          </a:rPr>
                          <m:t>𝑖</m:t>
                        </m:r>
                        <m:r>
                          <a:rPr lang="en-US" altLang="vi-VN" sz="1800" i="1">
                            <a:latin typeface="Cambria Math" panose="02040503050406030204" charset="0"/>
                            <a:cs typeface="Cambria Math" panose="02040503050406030204" charset="0"/>
                          </a:rPr>
                          <m:t>−</m:t>
                        </m:r>
                        <m:r>
                          <a:rPr lang="en-US" altLang="vi-VN" sz="1800" i="1">
                            <a:latin typeface="Cambria Math" panose="02040503050406030204" charset="0"/>
                            <a:cs typeface="Cambria Math" panose="02040503050406030204" charset="0"/>
                          </a:rPr>
                          <m:t>1</m:t>
                        </m:r>
                        <m:r>
                          <a:rPr lang="en-US" altLang="vi-VN" sz="1800" i="1">
                            <a:latin typeface="Cambria Math" panose="02040503050406030204" charset="0"/>
                            <a:cs typeface="Cambria Math" panose="02040503050406030204" charset="0"/>
                          </a:rPr>
                          <m:t>)</m:t>
                        </m:r>
                        <m:d>
                          <m:dPr>
                            <m:begChr m:val="["/>
                            <m:endChr m:val="]"/>
                            <m:ctrlPr>
                              <a:rPr lang="en-US" altLang="vi-VN" sz="1800" i="1">
                                <a:latin typeface="Cambria Math" panose="02040503050406030204" charset="0"/>
                                <a:cs typeface="Cambria Math" panose="02040503050406030204" charset="0"/>
                              </a:rPr>
                            </m:ctrlPr>
                          </m:dPr>
                          <m:e>
                            <m:r>
                              <a:rPr lang="en-US" altLang="vi-VN" sz="1800" i="1">
                                <a:latin typeface="Cambria Math" panose="02040503050406030204" charset="0"/>
                                <a:cs typeface="Cambria Math" panose="02040503050406030204" charset="0"/>
                              </a:rPr>
                              <m:t>𝑙𝑛𝐹</m:t>
                            </m:r>
                            <m:r>
                              <a:rPr lang="en-US" altLang="vi-VN" sz="1800" i="1">
                                <a:latin typeface="Cambria Math" panose="02040503050406030204" charset="0"/>
                                <a:cs typeface="Cambria Math" panose="02040503050406030204" charset="0"/>
                              </a:rPr>
                              <m:t>(</m:t>
                            </m:r>
                            <m:sSub>
                              <m:sSubPr>
                                <m:ctrlPr>
                                  <a:rPr lang="en-US" altLang="vi-VN" sz="1800" i="1">
                                    <a:latin typeface="Cambria Math" panose="02040503050406030204" charset="0"/>
                                    <a:cs typeface="Cambria Math" panose="02040503050406030204" charset="0"/>
                                  </a:rPr>
                                </m:ctrlPr>
                              </m:sSubPr>
                              <m:e>
                                <m:r>
                                  <a:rPr lang="en-US" altLang="vi-VN" sz="1800" i="1">
                                    <a:latin typeface="Cambria Math" panose="02040503050406030204" charset="0"/>
                                    <a:cs typeface="Cambria Math" panose="02040503050406030204" charset="0"/>
                                  </a:rPr>
                                  <m:t>𝑥</m:t>
                                </m:r>
                              </m:e>
                              <m:sub>
                                <m:r>
                                  <a:rPr lang="en-US" altLang="vi-VN" sz="1800" i="1">
                                    <a:latin typeface="Cambria Math" panose="02040503050406030204" charset="0"/>
                                    <a:cs typeface="Cambria Math" panose="02040503050406030204" charset="0"/>
                                  </a:rPr>
                                  <m:t>𝑖</m:t>
                                </m:r>
                              </m:sub>
                            </m:sSub>
                            <m:r>
                              <a:rPr lang="en-US" altLang="vi-VN" sz="1800" i="1">
                                <a:latin typeface="Cambria Math" panose="02040503050406030204" charset="0"/>
                                <a:cs typeface="Cambria Math" panose="02040503050406030204" charset="0"/>
                              </a:rPr>
                              <m:t>) + </m:t>
                            </m:r>
                            <m:r>
                              <a:rPr lang="en-US" altLang="vi-VN" sz="1800" i="1">
                                <a:latin typeface="Cambria Math" panose="02040503050406030204" charset="0"/>
                                <a:cs typeface="Cambria Math" panose="02040503050406030204" charset="0"/>
                              </a:rPr>
                              <m:t>𝑙𝑛</m:t>
                            </m:r>
                            <m:r>
                              <a:rPr lang="en-US" altLang="vi-VN" sz="1800" i="1">
                                <a:latin typeface="Cambria Math" panose="02040503050406030204" charset="0"/>
                                <a:cs typeface="Cambria Math" panose="02040503050406030204" charset="0"/>
                              </a:rPr>
                              <m:t>(</m:t>
                            </m:r>
                            <m:r>
                              <a:rPr lang="en-US" altLang="vi-VN" sz="1800" i="1">
                                <a:latin typeface="Cambria Math" panose="02040503050406030204" charset="0"/>
                                <a:cs typeface="Cambria Math" panose="02040503050406030204" charset="0"/>
                              </a:rPr>
                              <m:t>1</m:t>
                            </m:r>
                            <m:r>
                              <a:rPr lang="en-US" altLang="vi-VN" sz="1800" i="1">
                                <a:latin typeface="Cambria Math" panose="02040503050406030204" charset="0"/>
                                <a:cs typeface="Cambria Math" panose="02040503050406030204" charset="0"/>
                              </a:rPr>
                              <m:t>−</m:t>
                            </m:r>
                            <m:r>
                              <a:rPr lang="en-US" altLang="vi-VN" sz="1800" i="1">
                                <a:latin typeface="Cambria Math" panose="02040503050406030204" charset="0"/>
                                <a:cs typeface="Cambria Math" panose="02040503050406030204" charset="0"/>
                              </a:rPr>
                              <m:t>𝐹</m:t>
                            </m:r>
                            <m:r>
                              <a:rPr lang="en-US" altLang="vi-VN" sz="1800" i="1">
                                <a:latin typeface="Cambria Math" panose="02040503050406030204" charset="0"/>
                                <a:cs typeface="Cambria Math" panose="02040503050406030204" charset="0"/>
                              </a:rPr>
                              <m:t>(</m:t>
                            </m:r>
                            <m:sSub>
                              <m:sSubPr>
                                <m:ctrlPr>
                                  <a:rPr lang="en-US" altLang="vi-VN" sz="1800" i="1">
                                    <a:latin typeface="Cambria Math" panose="02040503050406030204" charset="0"/>
                                    <a:cs typeface="Cambria Math" panose="02040503050406030204" charset="0"/>
                                  </a:rPr>
                                </m:ctrlPr>
                              </m:sSubPr>
                              <m:e>
                                <m:r>
                                  <a:rPr lang="en-US" altLang="vi-VN" sz="1800" i="1">
                                    <a:latin typeface="Cambria Math" panose="02040503050406030204" charset="0"/>
                                    <a:cs typeface="Cambria Math" panose="02040503050406030204" charset="0"/>
                                  </a:rPr>
                                  <m:t>𝑥</m:t>
                                </m:r>
                              </m:e>
                              <m:sub>
                                <m:r>
                                  <a:rPr lang="en-US" altLang="vi-VN" sz="1800" i="1">
                                    <a:latin typeface="Cambria Math" panose="02040503050406030204" charset="0"/>
                                    <a:cs typeface="Cambria Math" panose="02040503050406030204" charset="0"/>
                                  </a:rPr>
                                  <m:t>𝑛</m:t>
                                </m:r>
                                <m:r>
                                  <a:rPr lang="en-US" altLang="vi-VN" sz="1800" i="1">
                                    <a:latin typeface="Cambria Math" panose="02040503050406030204" charset="0"/>
                                    <a:cs typeface="Cambria Math" panose="02040503050406030204" charset="0"/>
                                  </a:rPr>
                                  <m:t>−</m:t>
                                </m:r>
                                <m:r>
                                  <a:rPr lang="en-US" altLang="vi-VN" sz="1800" i="1">
                                    <a:latin typeface="Cambria Math" panose="02040503050406030204" charset="0"/>
                                    <a:cs typeface="Cambria Math" panose="02040503050406030204" charset="0"/>
                                  </a:rPr>
                                  <m:t>𝑖</m:t>
                                </m:r>
                                <m:r>
                                  <a:rPr lang="en-US" altLang="vi-VN" sz="1800" i="1">
                                    <a:latin typeface="Cambria Math" panose="02040503050406030204" charset="0"/>
                                    <a:cs typeface="Cambria Math" panose="02040503050406030204" charset="0"/>
                                  </a:rPr>
                                  <m:t>+</m:t>
                                </m:r>
                                <m:r>
                                  <a:rPr lang="en-US" altLang="vi-VN" sz="1800" i="1">
                                    <a:latin typeface="Cambria Math" panose="02040503050406030204" charset="0"/>
                                    <a:cs typeface="Cambria Math" panose="02040503050406030204" charset="0"/>
                                  </a:rPr>
                                  <m:t>1</m:t>
                                </m:r>
                              </m:sub>
                            </m:sSub>
                            <m:r>
                              <a:rPr lang="en-US" altLang="vi-VN" sz="1800" i="1">
                                <a:latin typeface="Cambria Math" panose="02040503050406030204" charset="0"/>
                                <a:cs typeface="Cambria Math" panose="02040503050406030204" charset="0"/>
                              </a:rPr>
                              <m:t>))</m:t>
                            </m:r>
                          </m:e>
                        </m:d>
                      </m:e>
                    </m:nary>
                  </m:oMath>
                </a14:m>
                <a:endParaRPr lang="vi-VN" sz="2400">
                  <a:latin typeface="Times New Roman" panose="02020603050405020304" charset="0"/>
                  <a:cs typeface="Times New Roman" panose="02020603050405020304" charset="0"/>
                </a:endParaRPr>
              </a:p>
              <a:p>
                <a:endParaRPr lang="vi-VN" sz="1600">
                  <a:latin typeface="Times New Roman" panose="02020603050405020304" charset="0"/>
                  <a:cs typeface="Times New Roman" panose="02020603050405020304" charset="0"/>
                </a:endParaRPr>
              </a:p>
              <a:p>
                <a:r>
                  <a:rPr lang="vi-VN" sz="1800">
                    <a:latin typeface="Times New Roman" panose="02020603050405020304" charset="0"/>
                    <a:cs typeface="Times New Roman" panose="02020603050405020304" charset="0"/>
                  </a:rPr>
                  <a:t>Trong đó: </a:t>
                </a:r>
                <a:endParaRPr lang="vi-VN" sz="1800">
                  <a:latin typeface="Times New Roman" panose="02020603050405020304" charset="0"/>
                  <a:cs typeface="Times New Roman" panose="02020603050405020304" charset="0"/>
                </a:endParaRPr>
              </a:p>
              <a:p>
                <a:r>
                  <a:rPr lang="en-US" altLang="vi-VN" sz="1800">
                    <a:latin typeface="Times New Roman" panose="02020603050405020304" charset="0"/>
                    <a:cs typeface="Times New Roman" panose="02020603050405020304" charset="0"/>
                  </a:rPr>
                  <a:t>	</a:t>
                </a:r>
                <a14:m>
                  <m:oMath xmlns:m="http://schemas.openxmlformats.org/officeDocument/2006/math">
                    <m:r>
                      <a:rPr lang="en-US" altLang="vi-VN" sz="1800" i="1">
                        <a:latin typeface="Cambria Math" panose="02040503050406030204" charset="0"/>
                        <a:cs typeface="Cambria Math" panose="02040503050406030204" charset="0"/>
                      </a:rPr>
                      <m:t>𝐹</m:t>
                    </m:r>
                    <m:r>
                      <a:rPr lang="en-US" altLang="vi-VN" sz="1800" i="1">
                        <a:latin typeface="Cambria Math" panose="02040503050406030204" charset="0"/>
                        <a:cs typeface="Cambria Math" panose="02040503050406030204" charset="0"/>
                      </a:rPr>
                      <m:t>(</m:t>
                    </m:r>
                    <m:sSub>
                      <m:sSubPr>
                        <m:ctrlPr>
                          <a:rPr lang="en-US" altLang="vi-VN" sz="1800" i="1">
                            <a:latin typeface="Cambria Math" panose="02040503050406030204" charset="0"/>
                            <a:cs typeface="Cambria Math" panose="02040503050406030204" charset="0"/>
                          </a:rPr>
                        </m:ctrlPr>
                      </m:sSubPr>
                      <m:e>
                        <m:r>
                          <a:rPr lang="en-US" altLang="vi-VN" sz="1800" i="1">
                            <a:latin typeface="Cambria Math" panose="02040503050406030204" charset="0"/>
                            <a:cs typeface="Cambria Math" panose="02040503050406030204" charset="0"/>
                          </a:rPr>
                          <m:t>𝑥</m:t>
                        </m:r>
                      </m:e>
                      <m:sub>
                        <m:r>
                          <a:rPr lang="en-US" altLang="vi-VN" sz="1800" i="1">
                            <a:latin typeface="Cambria Math" panose="02040503050406030204" charset="0"/>
                            <a:cs typeface="Cambria Math" panose="02040503050406030204" charset="0"/>
                          </a:rPr>
                          <m:t>𝑖</m:t>
                        </m:r>
                      </m:sub>
                    </m:sSub>
                    <m:r>
                      <a:rPr lang="en-US" altLang="vi-VN" sz="1800" i="1">
                        <a:latin typeface="Cambria Math" panose="02040503050406030204" charset="0"/>
                        <a:cs typeface="Cambria Math" panose="02040503050406030204" charset="0"/>
                      </a:rPr>
                      <m:t>)</m:t>
                    </m:r>
                  </m:oMath>
                </a14:m>
                <a:r>
                  <a:rPr lang="en-US" altLang="vi-VN" sz="1800">
                    <a:latin typeface="Times New Roman" panose="02020603050405020304" charset="0"/>
                    <a:cs typeface="Times New Roman" panose="02020603050405020304" charset="0"/>
                  </a:rPr>
                  <a:t> là hàm phân phối tích lũy của biến cần phân tích</a:t>
                </a:r>
                <a:endParaRPr lang="en-US" altLang="vi-VN" sz="1800">
                  <a:latin typeface="Times New Roman" panose="02020603050405020304" charset="0"/>
                  <a:cs typeface="Times New Roman" panose="02020603050405020304" charset="0"/>
                </a:endParaRPr>
              </a:p>
              <a:p>
                <a:r>
                  <a:rPr lang="en-US" altLang="vi-VN" sz="1800">
                    <a:latin typeface="Times New Roman" panose="02020603050405020304" charset="0"/>
                    <a:cs typeface="Times New Roman" panose="02020603050405020304" charset="0"/>
                  </a:rPr>
                  <a:t>	</a:t>
                </a:r>
                <a14:m>
                  <m:oMath xmlns:m="http://schemas.openxmlformats.org/officeDocument/2006/math">
                    <m:sSup>
                      <m:sSupPr>
                        <m:ctrlPr>
                          <a:rPr lang="en-US" altLang="vi-VN" sz="1800" i="1">
                            <a:latin typeface="Cambria Math" panose="02040503050406030204" charset="0"/>
                            <a:cs typeface="Cambria Math" panose="02040503050406030204" charset="0"/>
                          </a:rPr>
                        </m:ctrlPr>
                      </m:sSupPr>
                      <m:e>
                        <m:r>
                          <a:rPr lang="en-US" altLang="vi-VN" sz="1800" i="1">
                            <a:latin typeface="Cambria Math" panose="02040503050406030204" charset="0"/>
                            <a:cs typeface="Cambria Math" panose="02040503050406030204" charset="0"/>
                          </a:rPr>
                          <m:t>𝑖</m:t>
                        </m:r>
                      </m:e>
                      <m:sup>
                        <m:r>
                          <a:rPr lang="en-US" altLang="vi-VN" sz="1800" i="1">
                            <a:latin typeface="Cambria Math" panose="02040503050406030204" charset="0"/>
                            <a:cs typeface="Cambria Math" panose="02040503050406030204" charset="0"/>
                          </a:rPr>
                          <m:t>𝑡ℎ</m:t>
                        </m:r>
                      </m:sup>
                    </m:sSup>
                  </m:oMath>
                </a14:m>
                <a:r>
                  <a:rPr lang="en-US" altLang="vi-VN" sz="1800">
                    <a:latin typeface="Times New Roman" panose="02020603050405020304" charset="0"/>
                    <a:cs typeface="Times New Roman" panose="02020603050405020304" charset="0"/>
                  </a:rPr>
                  <a:t> là giá trị nhỏ thứ i.</a:t>
                </a:r>
                <a:endParaRPr lang="en-US" altLang="vi-VN" sz="1800">
                  <a:latin typeface="Times New Roman" panose="02020603050405020304" charset="0"/>
                  <a:cs typeface="Times New Roman" panose="02020603050405020304" charset="0"/>
                </a:endParaRPr>
              </a:p>
              <a:p>
                <a:pPr lvl="1" algn="l"/>
                <a:r>
                  <a:rPr lang="en-US" altLang="vi-VN" sz="1600">
                    <a:latin typeface="Cambria Math" panose="02040503050406030204" charset="0"/>
                    <a:cs typeface="Cambria Math" panose="02040503050406030204" charset="0"/>
                  </a:rPr>
                  <a:t>		</a:t>
                </a:r>
                <a:r>
                  <a:rPr lang="vi-VN" sz="1600">
                    <a:latin typeface="Times New Roman" panose="02020603050405020304" charset="0"/>
                    <a:cs typeface="Times New Roman" panose="02020603050405020304" charset="0"/>
                  </a:rPr>
                  <a:t>                                                                    </a:t>
                </a:r>
                <a:endParaRPr lang="vi-VN" sz="1600">
                  <a:latin typeface="Times New Roman" panose="02020603050405020304" charset="0"/>
                  <a:cs typeface="Times New Roman" panose="02020603050405020304" charset="0"/>
                </a:endParaRPr>
              </a:p>
            </p:txBody>
          </p:sp>
        </mc:Choice>
        <mc:Fallback>
          <p:sp>
            <p:nvSpPr>
              <p:cNvPr id="6" name="Hộp Văn bản 5"/>
              <p:cNvSpPr txBox="1">
                <a:spLocks noRot="1" noChangeAspect="1" noMove="1" noResize="1" noEditPoints="1" noAdjustHandles="1" noChangeArrowheads="1" noChangeShapeType="1" noTextEdit="1"/>
              </p:cNvSpPr>
              <p:nvPr/>
            </p:nvSpPr>
            <p:spPr>
              <a:xfrm>
                <a:off x="1076960" y="1123950"/>
                <a:ext cx="6990715" cy="2103755"/>
              </a:xfrm>
              <a:prstGeom prst="rect">
                <a:avLst/>
              </a:prstGeom>
              <a:blipFill rotWithShape="1">
                <a:blip r:embed="rId1"/>
                <a:stretch>
                  <a:fillRect/>
                </a:stretch>
              </a:blipFill>
            </p:spPr>
            <p:txBody>
              <a:bodyPr/>
              <a:lstStyle/>
              <a:p>
                <a:r>
                  <a:rPr lang="en-US" altLang="en-US">
                    <a:noFill/>
                  </a:rPr>
                  <a:t> </a:t>
                </a:r>
              </a:p>
            </p:txBody>
          </p:sp>
        </mc:Fallback>
      </mc:AlternateContent>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31"/>
        <p:cNvGrpSpPr/>
        <p:nvPr/>
      </p:nvGrpSpPr>
      <p:grpSpPr>
        <a:xfrm>
          <a:off x="0" y="0"/>
          <a:ext cx="0" cy="0"/>
          <a:chOff x="0" y="0"/>
          <a:chExt cx="0" cy="0"/>
        </a:xfrm>
      </p:grpSpPr>
      <p:sp>
        <p:nvSpPr>
          <p:cNvPr id="632" name="Google Shape;632;p50"/>
          <p:cNvSpPr txBox="1">
            <a:spLocks noGrp="1"/>
          </p:cNvSpPr>
          <p:nvPr>
            <p:ph type="title"/>
          </p:nvPr>
        </p:nvSpPr>
        <p:spPr>
          <a:xfrm>
            <a:off x="457200" y="438150"/>
            <a:ext cx="1887220" cy="671830"/>
          </a:xfrm>
          <a:prstGeom prst="rect">
            <a:avLst/>
          </a:prstGeom>
        </p:spPr>
        <p:txBody>
          <a:bodyPr spcFirstLastPara="1" wrap="square" lIns="0" tIns="0" rIns="0" bIns="0" anchor="ctr" anchorCtr="0">
            <a:noAutofit/>
          </a:bodyPr>
          <a:lstStyle/>
          <a:p>
            <a:pPr algn="ctr"/>
            <a:r>
              <a:rPr lang="en-US" i="0">
                <a:solidFill>
                  <a:schemeClr val="tx1">
                    <a:lumMod val="50000"/>
                  </a:schemeClr>
                </a:solidFill>
                <a:latin typeface="Times New Roman" panose="02020603050405020304" charset="0"/>
                <a:cs typeface="Times New Roman" panose="02020603050405020304" charset="0"/>
              </a:rPr>
              <a:t>Sử dụng biểu đồ</a:t>
            </a:r>
            <a:endParaRPr lang="en-US" i="0">
              <a:solidFill>
                <a:schemeClr val="tx1">
                  <a:lumMod val="50000"/>
                </a:schemeClr>
              </a:solidFill>
              <a:latin typeface="Times New Roman" panose="02020603050405020304" charset="0"/>
              <a:cs typeface="Times New Roman" panose="02020603050405020304" charset="0"/>
            </a:endParaRPr>
          </a:p>
        </p:txBody>
      </p:sp>
      <p:sp>
        <p:nvSpPr>
          <p:cNvPr id="633" name="Google Shape;633;p5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pic>
        <p:nvPicPr>
          <p:cNvPr id="2" name="Hình ảnh 2" descr="C:\Users\lan\Pictures\m8.PNGm8"/>
          <p:cNvPicPr>
            <a:picLocks noChangeAspect="1"/>
          </p:cNvPicPr>
          <p:nvPr/>
        </p:nvPicPr>
        <p:blipFill>
          <a:blip r:embed="rId1"/>
          <a:srcRect/>
          <a:stretch>
            <a:fillRect/>
          </a:stretch>
        </p:blipFill>
        <p:spPr>
          <a:xfrm>
            <a:off x="1031875" y="1194435"/>
            <a:ext cx="7105015" cy="376682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631"/>
        <p:cNvGrpSpPr/>
        <p:nvPr/>
      </p:nvGrpSpPr>
      <p:grpSpPr>
        <a:xfrm>
          <a:off x="0" y="0"/>
          <a:ext cx="0" cy="0"/>
          <a:chOff x="0" y="0"/>
          <a:chExt cx="0" cy="0"/>
        </a:xfrm>
      </p:grpSpPr>
      <p:sp>
        <p:nvSpPr>
          <p:cNvPr id="632" name="Google Shape;632;p50"/>
          <p:cNvSpPr txBox="1">
            <a:spLocks noGrp="1"/>
          </p:cNvSpPr>
          <p:nvPr>
            <p:ph type="title"/>
          </p:nvPr>
        </p:nvSpPr>
        <p:spPr>
          <a:xfrm>
            <a:off x="457200" y="438150"/>
            <a:ext cx="1887220" cy="671830"/>
          </a:xfrm>
          <a:prstGeom prst="rect">
            <a:avLst/>
          </a:prstGeom>
        </p:spPr>
        <p:txBody>
          <a:bodyPr spcFirstLastPara="1" wrap="square" lIns="0" tIns="0" rIns="0" bIns="0" anchor="ctr" anchorCtr="0">
            <a:noAutofit/>
          </a:bodyPr>
          <a:lstStyle/>
          <a:p>
            <a:pPr algn="ctr"/>
            <a:r>
              <a:rPr lang="en-US" i="0">
                <a:solidFill>
                  <a:schemeClr val="tx1">
                    <a:lumMod val="50000"/>
                  </a:schemeClr>
                </a:solidFill>
                <a:latin typeface="Times New Roman" panose="02020603050405020304" charset="0"/>
                <a:cs typeface="Times New Roman" panose="02020603050405020304" charset="0"/>
              </a:rPr>
              <a:t>Sử dụng biểu đồ</a:t>
            </a:r>
            <a:endParaRPr lang="en-US" i="0">
              <a:solidFill>
                <a:schemeClr val="tx1">
                  <a:lumMod val="50000"/>
                </a:schemeClr>
              </a:solidFill>
              <a:latin typeface="Times New Roman" panose="02020603050405020304" charset="0"/>
              <a:cs typeface="Times New Roman" panose="02020603050405020304" charset="0"/>
            </a:endParaRPr>
          </a:p>
        </p:txBody>
      </p:sp>
      <p:sp>
        <p:nvSpPr>
          <p:cNvPr id="633" name="Google Shape;633;p5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pic>
        <p:nvPicPr>
          <p:cNvPr id="2" name="Hình ảnh 2" descr="C:\Users\lan\Pictures\m9.PNGm9"/>
          <p:cNvPicPr>
            <a:picLocks noChangeAspect="1"/>
          </p:cNvPicPr>
          <p:nvPr/>
        </p:nvPicPr>
        <p:blipFill>
          <a:blip r:embed="rId1"/>
          <a:srcRect/>
          <a:stretch>
            <a:fillRect/>
          </a:stretch>
        </p:blipFill>
        <p:spPr>
          <a:xfrm>
            <a:off x="304800" y="1200150"/>
            <a:ext cx="4166235" cy="3712845"/>
          </a:xfrm>
          <a:prstGeom prst="rect">
            <a:avLst/>
          </a:prstGeom>
        </p:spPr>
      </p:pic>
      <p:pic>
        <p:nvPicPr>
          <p:cNvPr id="3" name="Picture 2" descr="m10"/>
          <p:cNvPicPr>
            <a:picLocks noChangeAspect="1"/>
          </p:cNvPicPr>
          <p:nvPr/>
        </p:nvPicPr>
        <p:blipFill>
          <a:blip r:embed="rId2"/>
          <a:stretch>
            <a:fillRect/>
          </a:stretch>
        </p:blipFill>
        <p:spPr>
          <a:xfrm>
            <a:off x="4678680" y="1176020"/>
            <a:ext cx="4230370" cy="3729355"/>
          </a:xfrm>
          <a:prstGeom prst="rect">
            <a:avLst/>
          </a:prstGeom>
        </p:spPr>
      </p:pic>
      <p:pic>
        <p:nvPicPr>
          <p:cNvPr id="4" name="Picture 3" descr="m11"/>
          <p:cNvPicPr>
            <a:picLocks noChangeAspect="1"/>
          </p:cNvPicPr>
          <p:nvPr/>
        </p:nvPicPr>
        <p:blipFill>
          <a:blip r:embed="rId3"/>
          <a:stretch>
            <a:fillRect/>
          </a:stretch>
        </p:blipFill>
        <p:spPr>
          <a:xfrm>
            <a:off x="304800" y="1177290"/>
            <a:ext cx="4166235" cy="3759200"/>
          </a:xfrm>
          <a:prstGeom prst="rect">
            <a:avLst/>
          </a:prstGeom>
        </p:spPr>
      </p:pic>
      <p:pic>
        <p:nvPicPr>
          <p:cNvPr id="5" name="Picture 4" descr="m12"/>
          <p:cNvPicPr>
            <a:picLocks noChangeAspect="1"/>
          </p:cNvPicPr>
          <p:nvPr/>
        </p:nvPicPr>
        <p:blipFill>
          <a:blip r:embed="rId4"/>
          <a:stretch>
            <a:fillRect/>
          </a:stretch>
        </p:blipFill>
        <p:spPr>
          <a:xfrm>
            <a:off x="4678680" y="1170940"/>
            <a:ext cx="4271645" cy="377190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nodeType="clickEffect">
                                  <p:stCondLst>
                                    <p:cond delay="0"/>
                                  </p:stCondLst>
                                  <p:childTnLst>
                                    <p:anim calcmode="lin" valueType="num">
                                      <p:cBhvr additive="base">
                                        <p:cTn id="6" dur="500"/>
                                        <p:tgtEl>
                                          <p:spTgt spid="2"/>
                                        </p:tgtEl>
                                        <p:attrNameLst>
                                          <p:attrName>ppt_x</p:attrName>
                                        </p:attrNameLst>
                                      </p:cBhvr>
                                      <p:tavLst>
                                        <p:tav tm="0">
                                          <p:val>
                                            <p:strVal val="ppt_x"/>
                                          </p:val>
                                        </p:tav>
                                        <p:tav tm="100000">
                                          <p:val>
                                            <p:strVal val="ppt_x"/>
                                          </p:val>
                                        </p:tav>
                                      </p:tavLst>
                                    </p:anim>
                                    <p:anim calcmode="lin" valueType="num">
                                      <p:cBhvr additive="base">
                                        <p:cTn id="7" dur="500"/>
                                        <p:tgtEl>
                                          <p:spTgt spid="2"/>
                                        </p:tgtEl>
                                        <p:attrNameLst>
                                          <p:attrName>ppt_y</p:attrName>
                                        </p:attrNameLst>
                                      </p:cBhvr>
                                      <p:tavLst>
                                        <p:tav tm="0">
                                          <p:val>
                                            <p:strVal val="ppt_y"/>
                                          </p:val>
                                        </p:tav>
                                        <p:tav tm="100000">
                                          <p:val>
                                            <p:strVal val="1+ppt_h/2"/>
                                          </p:val>
                                        </p:tav>
                                      </p:tavLst>
                                    </p:anim>
                                    <p:set>
                                      <p:cBhvr>
                                        <p:cTn id="8" dur="1" fill="hold">
                                          <p:stCondLst>
                                            <p:cond delay="499"/>
                                          </p:stCondLst>
                                        </p:cTn>
                                        <p:tgtEl>
                                          <p:spTgt spid="2"/>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xit" presetSubtype="4" fill="hold" nodeType="clickEffect">
                                  <p:stCondLst>
                                    <p:cond delay="0"/>
                                  </p:stCondLst>
                                  <p:childTnLst>
                                    <p:anim calcmode="lin" valueType="num">
                                      <p:cBhvr additive="base">
                                        <p:cTn id="18" dur="500"/>
                                        <p:tgtEl>
                                          <p:spTgt spid="3"/>
                                        </p:tgtEl>
                                        <p:attrNameLst>
                                          <p:attrName>ppt_x</p:attrName>
                                        </p:attrNameLst>
                                      </p:cBhvr>
                                      <p:tavLst>
                                        <p:tav tm="0">
                                          <p:val>
                                            <p:strVal val="ppt_x"/>
                                          </p:val>
                                        </p:tav>
                                        <p:tav tm="100000">
                                          <p:val>
                                            <p:strVal val="ppt_x"/>
                                          </p:val>
                                        </p:tav>
                                      </p:tavLst>
                                    </p:anim>
                                    <p:anim calcmode="lin" valueType="num">
                                      <p:cBhvr additive="base">
                                        <p:cTn id="19" dur="500"/>
                                        <p:tgtEl>
                                          <p:spTgt spid="3"/>
                                        </p:tgtEl>
                                        <p:attrNameLst>
                                          <p:attrName>ppt_y</p:attrName>
                                        </p:attrNameLst>
                                      </p:cBhvr>
                                      <p:tavLst>
                                        <p:tav tm="0">
                                          <p:val>
                                            <p:strVal val="ppt_y"/>
                                          </p:val>
                                        </p:tav>
                                        <p:tav tm="100000">
                                          <p:val>
                                            <p:strVal val="1+ppt_h/2"/>
                                          </p:val>
                                        </p:tav>
                                      </p:tavLst>
                                    </p:anim>
                                    <p:set>
                                      <p:cBhvr>
                                        <p:cTn id="20" dur="1" fill="hold">
                                          <p:stCondLst>
                                            <p:cond delay="499"/>
                                          </p:stCondLst>
                                        </p:cTn>
                                        <p:tgtEl>
                                          <p:spTgt spid="3"/>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gtEl>
                                        <p:attrNameLst>
                                          <p:attrName>style.visibility</p:attrName>
                                        </p:attrNameLst>
                                      </p:cBhvr>
                                      <p:to>
                                        <p:strVal val="visible"/>
                                      </p:to>
                                    </p:set>
                                    <p:anim calcmode="lin" valueType="num">
                                      <p:cBhvr additive="base">
                                        <p:cTn id="25" dur="500" fill="hold"/>
                                        <p:tgtEl>
                                          <p:spTgt spid="5"/>
                                        </p:tgtEl>
                                        <p:attrNameLst>
                                          <p:attrName>ppt_x</p:attrName>
                                        </p:attrNameLst>
                                      </p:cBhvr>
                                      <p:tavLst>
                                        <p:tav tm="0">
                                          <p:val>
                                            <p:strVal val="#ppt_x"/>
                                          </p:val>
                                        </p:tav>
                                        <p:tav tm="100000">
                                          <p:val>
                                            <p:strVal val="#ppt_x"/>
                                          </p:val>
                                        </p:tav>
                                      </p:tavLst>
                                    </p:anim>
                                    <p:anim calcmode="lin" valueType="num">
                                      <p:cBhvr additive="base">
                                        <p:cTn id="26"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Văn bản 1"/>
          <p:cNvSpPr>
            <a:spLocks noGrp="1"/>
          </p:cNvSpPr>
          <p:nvPr>
            <p:ph type="body" idx="1"/>
          </p:nvPr>
        </p:nvSpPr>
        <p:spPr/>
        <p:txBody>
          <a:bodyPr anchor="ctr" anchorCtr="0"/>
          <a:lstStyle/>
          <a:p>
            <a:pPr marL="0" indent="0">
              <a:spcBef>
                <a:spcPts val="600"/>
              </a:spcBef>
            </a:pPr>
            <a:r>
              <a:rPr lang="en-US" altLang="vi-VN" b="1">
                <a:solidFill>
                  <a:srgbClr val="4D4A56"/>
                </a:solidFill>
                <a:latin typeface="Times New Roman" panose="02020603050405020304" charset="0"/>
                <a:cs typeface="Times New Roman" panose="02020603050405020304" charset="0"/>
              </a:rPr>
              <a:t>Kiểm định Mann-Whitney's</a:t>
            </a:r>
            <a:endParaRPr lang="en-US" altLang="vi-VN" b="1">
              <a:solidFill>
                <a:srgbClr val="4D4A56"/>
              </a:solidFill>
              <a:latin typeface="Times New Roman" panose="02020603050405020304" charset="0"/>
              <a:cs typeface="Times New Roman" panose="02020603050405020304" charset="0"/>
            </a:endParaRPr>
          </a:p>
        </p:txBody>
      </p:sp>
      <p:sp>
        <p:nvSpPr>
          <p:cNvPr id="3" name="Chỗ dành sẵn cho Số hiệu Bản chiếu 2"/>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GB"/>
            </a:fld>
            <a:endParaRPr lang="en-GB"/>
          </a:p>
        </p:txBody>
      </p:sp>
      <mc:AlternateContent xmlns:mc="http://schemas.openxmlformats.org/markup-compatibility/2006">
        <mc:Choice xmlns:a14="http://schemas.microsoft.com/office/drawing/2010/main" Requires="a14">
          <p:sp>
            <p:nvSpPr>
              <p:cNvPr id="6" name="Hộp Văn bản 5"/>
              <p:cNvSpPr txBox="1"/>
              <p:nvPr/>
            </p:nvSpPr>
            <p:spPr>
              <a:xfrm>
                <a:off x="1076960" y="1123950"/>
                <a:ext cx="6990715" cy="2123440"/>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altLang="vi-VN" sz="1800">
                    <a:latin typeface="Times New Roman" panose="02020603050405020304" charset="0"/>
                    <a:cs typeface="Times New Roman" panose="02020603050405020304" charset="0"/>
                  </a:rPr>
                  <a:t>Thống kê </a:t>
                </a:r>
                <a:r>
                  <a:rPr lang="en-US" altLang="vi-VN" sz="1800">
                    <a:solidFill>
                      <a:srgbClr val="4D4A56"/>
                    </a:solidFill>
                    <a:latin typeface="Times New Roman" panose="02020603050405020304" charset="0"/>
                    <a:cs typeface="Times New Roman" panose="02020603050405020304" charset="0"/>
                    <a:sym typeface="+mn-ea"/>
                  </a:rPr>
                  <a:t>Mann-Whitney's:</a:t>
                </a:r>
                <a:endParaRPr lang="en-US" altLang="vi-VN" sz="1800">
                  <a:latin typeface="Times New Roman" panose="02020603050405020304" charset="0"/>
                  <a:cs typeface="Times New Roman" panose="02020603050405020304" charset="0"/>
                </a:endParaRPr>
              </a:p>
              <a:p>
                <a:r>
                  <a:rPr lang="en-US" altLang="vi-VN" sz="1600">
                    <a:latin typeface="Times New Roman" panose="02020603050405020304" charset="0"/>
                    <a:cs typeface="Times New Roman" panose="02020603050405020304" charset="0"/>
                  </a:rPr>
                  <a:t>	</a:t>
                </a:r>
                <a14:m>
                  <m:oMath xmlns:m="http://schemas.openxmlformats.org/officeDocument/2006/math">
                    <m:r>
                      <a:rPr lang="en-US" altLang="vi-VN" sz="1800" i="1">
                        <a:latin typeface="Cambria Math" panose="02040503050406030204" charset="0"/>
                        <a:cs typeface="Cambria Math" panose="02040503050406030204" charset="0"/>
                      </a:rPr>
                      <m:t>𝑈</m:t>
                    </m:r>
                    <m:r>
                      <a:rPr lang="en-US" altLang="vi-VN" sz="1800" i="1">
                        <a:latin typeface="Cambria Math" panose="02040503050406030204" charset="0"/>
                        <a:cs typeface="Cambria Math" panose="02040503050406030204" charset="0"/>
                      </a:rPr>
                      <m:t>= </m:t>
                    </m:r>
                    <m:sSub>
                      <m:sSubPr>
                        <m:ctrlPr>
                          <a:rPr lang="en-US" altLang="vi-VN" sz="1800" i="1">
                            <a:latin typeface="Cambria Math" panose="02040503050406030204" charset="0"/>
                            <a:cs typeface="Cambria Math" panose="02040503050406030204" charset="0"/>
                          </a:rPr>
                        </m:ctrlPr>
                      </m:sSubPr>
                      <m:e>
                        <m:r>
                          <a:rPr lang="en-US" altLang="vi-VN" sz="1800" i="1">
                            <a:latin typeface="Cambria Math" panose="02040503050406030204" charset="0"/>
                            <a:cs typeface="Cambria Math" panose="02040503050406030204" charset="0"/>
                          </a:rPr>
                          <m:t>𝑛</m:t>
                        </m:r>
                      </m:e>
                      <m:sub>
                        <m:r>
                          <a:rPr lang="en-US" altLang="vi-VN" sz="1800" i="1">
                            <a:latin typeface="Cambria Math" panose="02040503050406030204" charset="0"/>
                            <a:cs typeface="Cambria Math" panose="02040503050406030204" charset="0"/>
                          </a:rPr>
                          <m:t>1</m:t>
                        </m:r>
                      </m:sub>
                    </m:sSub>
                    <m:sSub>
                      <m:sSubPr>
                        <m:ctrlPr>
                          <a:rPr lang="en-US" altLang="vi-VN" sz="1800" i="1">
                            <a:latin typeface="Cambria Math" panose="02040503050406030204" charset="0"/>
                            <a:cs typeface="Cambria Math" panose="02040503050406030204" charset="0"/>
                          </a:rPr>
                        </m:ctrlPr>
                      </m:sSubPr>
                      <m:e>
                        <m:r>
                          <a:rPr lang="en-US" altLang="vi-VN" sz="1800" i="1">
                            <a:latin typeface="Cambria Math" panose="02040503050406030204" charset="0"/>
                            <a:cs typeface="Cambria Math" panose="02040503050406030204" charset="0"/>
                          </a:rPr>
                          <m:t>𝑛</m:t>
                        </m:r>
                      </m:e>
                      <m:sub>
                        <m:r>
                          <a:rPr lang="en-US" altLang="vi-VN" sz="1800" i="1">
                            <a:latin typeface="Cambria Math" panose="02040503050406030204" charset="0"/>
                            <a:cs typeface="Cambria Math" panose="02040503050406030204" charset="0"/>
                          </a:rPr>
                          <m:t>2</m:t>
                        </m:r>
                      </m:sub>
                    </m:sSub>
                    <m:r>
                      <a:rPr lang="en-US" altLang="vi-VN" sz="1800" i="1">
                        <a:latin typeface="Cambria Math" panose="02040503050406030204" charset="0"/>
                        <a:cs typeface="Cambria Math" panose="02040503050406030204" charset="0"/>
                      </a:rPr>
                      <m:t>+</m:t>
                    </m:r>
                    <m:f>
                      <m:fPr>
                        <m:ctrlPr>
                          <a:rPr lang="en-US" altLang="vi-VN" sz="1800" i="1">
                            <a:latin typeface="Cambria Math" panose="02040503050406030204" charset="0"/>
                            <a:cs typeface="Cambria Math" panose="02040503050406030204" charset="0"/>
                          </a:rPr>
                        </m:ctrlPr>
                      </m:fPr>
                      <m:num>
                        <m:sSub>
                          <m:sSubPr>
                            <m:ctrlPr>
                              <a:rPr lang="en-US" altLang="vi-VN" sz="1800" i="1">
                                <a:latin typeface="Cambria Math" panose="02040503050406030204" charset="0"/>
                                <a:cs typeface="Cambria Math" panose="02040503050406030204" charset="0"/>
                              </a:rPr>
                            </m:ctrlPr>
                          </m:sSubPr>
                          <m:e>
                            <m:r>
                              <a:rPr lang="en-US" altLang="vi-VN" sz="1800" i="1">
                                <a:latin typeface="Cambria Math" panose="02040503050406030204" charset="0"/>
                                <a:cs typeface="Cambria Math" panose="02040503050406030204" charset="0"/>
                              </a:rPr>
                              <m:t>𝑛</m:t>
                            </m:r>
                          </m:e>
                          <m:sub>
                            <m:r>
                              <a:rPr lang="en-US" altLang="vi-VN" sz="1800" i="1">
                                <a:latin typeface="Cambria Math" panose="02040503050406030204" charset="0"/>
                                <a:cs typeface="Cambria Math" panose="02040503050406030204" charset="0"/>
                              </a:rPr>
                              <m:t>2</m:t>
                            </m:r>
                          </m:sub>
                        </m:sSub>
                        <m:r>
                          <a:rPr lang="en-US" altLang="vi-VN" sz="1800" i="1">
                            <a:latin typeface="Cambria Math" panose="02040503050406030204" charset="0"/>
                            <a:cs typeface="Cambria Math" panose="02040503050406030204" charset="0"/>
                          </a:rPr>
                          <m:t>(</m:t>
                        </m:r>
                        <m:sSub>
                          <m:sSubPr>
                            <m:ctrlPr>
                              <a:rPr lang="en-US" altLang="vi-VN" sz="1800" i="1">
                                <a:latin typeface="Cambria Math" panose="02040503050406030204" charset="0"/>
                                <a:cs typeface="Cambria Math" panose="02040503050406030204" charset="0"/>
                              </a:rPr>
                            </m:ctrlPr>
                          </m:sSubPr>
                          <m:e>
                            <m:r>
                              <a:rPr lang="en-US" altLang="vi-VN" sz="1800" i="1">
                                <a:latin typeface="Cambria Math" panose="02040503050406030204" charset="0"/>
                                <a:cs typeface="Cambria Math" panose="02040503050406030204" charset="0"/>
                              </a:rPr>
                              <m:t>𝑛</m:t>
                            </m:r>
                          </m:e>
                          <m:sub>
                            <m:r>
                              <a:rPr lang="en-US" altLang="vi-VN" sz="1800" i="1">
                                <a:latin typeface="Cambria Math" panose="02040503050406030204" charset="0"/>
                                <a:cs typeface="Cambria Math" panose="02040503050406030204" charset="0"/>
                              </a:rPr>
                              <m:t>2</m:t>
                            </m:r>
                          </m:sub>
                        </m:sSub>
                        <m:r>
                          <a:rPr lang="en-US" altLang="vi-VN" sz="1800" i="1">
                            <a:latin typeface="Cambria Math" panose="02040503050406030204" charset="0"/>
                            <a:cs typeface="Cambria Math" panose="02040503050406030204" charset="0"/>
                          </a:rPr>
                          <m:t>+</m:t>
                        </m:r>
                        <m:r>
                          <a:rPr lang="en-US" altLang="vi-VN" sz="1800" i="1">
                            <a:latin typeface="Cambria Math" panose="02040503050406030204" charset="0"/>
                            <a:cs typeface="Cambria Math" panose="02040503050406030204" charset="0"/>
                          </a:rPr>
                          <m:t>1</m:t>
                        </m:r>
                        <m:r>
                          <a:rPr lang="en-US" altLang="vi-VN" sz="1800" i="1">
                            <a:latin typeface="Cambria Math" panose="02040503050406030204" charset="0"/>
                            <a:cs typeface="Cambria Math" panose="02040503050406030204" charset="0"/>
                          </a:rPr>
                          <m:t>)</m:t>
                        </m:r>
                      </m:num>
                      <m:den>
                        <m:r>
                          <a:rPr lang="en-US" altLang="vi-VN" sz="1800" i="1">
                            <a:latin typeface="Cambria Math" panose="02040503050406030204" charset="0"/>
                            <a:cs typeface="Cambria Math" panose="02040503050406030204" charset="0"/>
                          </a:rPr>
                          <m:t>2</m:t>
                        </m:r>
                      </m:den>
                    </m:f>
                    <m:r>
                      <a:rPr lang="en-US" altLang="vi-VN" sz="1800" i="1">
                        <a:latin typeface="Cambria Math" panose="02040503050406030204" charset="0"/>
                        <a:cs typeface="Cambria Math" panose="02040503050406030204" charset="0"/>
                      </a:rPr>
                      <m:t>−</m:t>
                    </m:r>
                    <m:nary>
                      <m:naryPr>
                        <m:chr m:val="∑"/>
                        <m:limLoc m:val="undOvr"/>
                        <m:ctrlPr>
                          <a:rPr lang="en-US" altLang="vi-VN" sz="1800" i="1">
                            <a:latin typeface="Cambria Math" panose="02040503050406030204" charset="0"/>
                            <a:cs typeface="Cambria Math" panose="02040503050406030204" charset="0"/>
                          </a:rPr>
                        </m:ctrlPr>
                      </m:naryPr>
                      <m:sub>
                        <m:r>
                          <a:rPr lang="en-US" altLang="vi-VN" sz="1800" i="1">
                            <a:latin typeface="Cambria Math" panose="02040503050406030204" charset="0"/>
                            <a:cs typeface="Cambria Math" panose="02040503050406030204" charset="0"/>
                          </a:rPr>
                          <m:t>𝑖</m:t>
                        </m:r>
                        <m:r>
                          <a:rPr lang="en-US" altLang="vi-VN" sz="1800" i="1">
                            <a:latin typeface="Cambria Math" panose="02040503050406030204" charset="0"/>
                            <a:cs typeface="Cambria Math" panose="02040503050406030204" charset="0"/>
                          </a:rPr>
                          <m:t> = </m:t>
                        </m:r>
                        <m:sSub>
                          <m:sSubPr>
                            <m:ctrlPr>
                              <a:rPr lang="en-US" altLang="vi-VN" sz="1800" i="1">
                                <a:latin typeface="Cambria Math" panose="02040503050406030204" charset="0"/>
                                <a:cs typeface="Cambria Math" panose="02040503050406030204" charset="0"/>
                              </a:rPr>
                            </m:ctrlPr>
                          </m:sSubPr>
                          <m:e>
                            <m:r>
                              <a:rPr lang="en-US" altLang="vi-VN" sz="1800" i="1">
                                <a:latin typeface="Cambria Math" panose="02040503050406030204" charset="0"/>
                                <a:cs typeface="Cambria Math" panose="02040503050406030204" charset="0"/>
                              </a:rPr>
                              <m:t>𝑛</m:t>
                            </m:r>
                          </m:e>
                          <m:sub>
                            <m:r>
                              <a:rPr lang="en-US" altLang="vi-VN" sz="1800" i="1">
                                <a:latin typeface="Cambria Math" panose="02040503050406030204" charset="0"/>
                                <a:cs typeface="Cambria Math" panose="02040503050406030204" charset="0"/>
                              </a:rPr>
                              <m:t>1</m:t>
                            </m:r>
                          </m:sub>
                        </m:sSub>
                        <m:r>
                          <a:rPr lang="en-US" altLang="vi-VN" sz="1800" i="1">
                            <a:latin typeface="Cambria Math" panose="02040503050406030204" charset="0"/>
                            <a:cs typeface="Cambria Math" panose="02040503050406030204" charset="0"/>
                          </a:rPr>
                          <m:t>+</m:t>
                        </m:r>
                        <m:r>
                          <a:rPr lang="en-US" altLang="vi-VN" sz="1800" i="1">
                            <a:latin typeface="Cambria Math" panose="02040503050406030204" charset="0"/>
                            <a:cs typeface="Cambria Math" panose="02040503050406030204" charset="0"/>
                          </a:rPr>
                          <m:t>1</m:t>
                        </m:r>
                      </m:sub>
                      <m:sup>
                        <m:sSub>
                          <m:sSubPr>
                            <m:ctrlPr>
                              <a:rPr lang="en-US" altLang="vi-VN" sz="1800" i="1">
                                <a:latin typeface="Cambria Math" panose="02040503050406030204" charset="0"/>
                                <a:cs typeface="Cambria Math" panose="02040503050406030204" charset="0"/>
                              </a:rPr>
                            </m:ctrlPr>
                          </m:sSubPr>
                          <m:e>
                            <m:r>
                              <a:rPr lang="en-US" altLang="vi-VN" sz="1800" i="1">
                                <a:latin typeface="Cambria Math" panose="02040503050406030204" charset="0"/>
                                <a:cs typeface="Cambria Math" panose="02040503050406030204" charset="0"/>
                              </a:rPr>
                              <m:t>𝑛</m:t>
                            </m:r>
                          </m:e>
                          <m:sub>
                            <m:r>
                              <a:rPr lang="en-US" altLang="vi-VN" sz="1800" i="1">
                                <a:latin typeface="Cambria Math" panose="02040503050406030204" charset="0"/>
                                <a:cs typeface="Cambria Math" panose="02040503050406030204" charset="0"/>
                              </a:rPr>
                              <m:t>2</m:t>
                            </m:r>
                          </m:sub>
                        </m:sSub>
                      </m:sup>
                      <m:e>
                        <m:sSub>
                          <m:sSubPr>
                            <m:ctrlPr>
                              <a:rPr lang="en-US" altLang="vi-VN" sz="1800" i="1">
                                <a:latin typeface="Cambria Math" panose="02040503050406030204" charset="0"/>
                                <a:cs typeface="Cambria Math" panose="02040503050406030204" charset="0"/>
                              </a:rPr>
                            </m:ctrlPr>
                          </m:sSubPr>
                          <m:e>
                            <m:r>
                              <a:rPr lang="en-US" altLang="vi-VN" sz="1800" i="1">
                                <a:latin typeface="Cambria Math" panose="02040503050406030204" charset="0"/>
                                <a:cs typeface="Cambria Math" panose="02040503050406030204" charset="0"/>
                              </a:rPr>
                              <m:t>𝑅</m:t>
                            </m:r>
                          </m:e>
                          <m:sub>
                            <m:r>
                              <a:rPr lang="en-US" altLang="vi-VN" sz="1800" i="1">
                                <a:latin typeface="Cambria Math" panose="02040503050406030204" charset="0"/>
                                <a:cs typeface="Cambria Math" panose="02040503050406030204" charset="0"/>
                              </a:rPr>
                              <m:t>𝑖</m:t>
                            </m:r>
                          </m:sub>
                        </m:sSub>
                      </m:e>
                    </m:nary>
                  </m:oMath>
                </a14:m>
                <a:endParaRPr lang="vi-VN" sz="1800">
                  <a:latin typeface="Times New Roman" panose="02020603050405020304" charset="0"/>
                  <a:cs typeface="Times New Roman" panose="02020603050405020304" charset="0"/>
                </a:endParaRPr>
              </a:p>
              <a:p>
                <a:endParaRPr lang="vi-VN" sz="1600">
                  <a:latin typeface="Times New Roman" panose="02020603050405020304" charset="0"/>
                  <a:cs typeface="Times New Roman" panose="02020603050405020304" charset="0"/>
                </a:endParaRPr>
              </a:p>
              <a:p>
                <a:r>
                  <a:rPr lang="vi-VN" sz="1800">
                    <a:latin typeface="Times New Roman" panose="02020603050405020304" charset="0"/>
                    <a:cs typeface="Times New Roman" panose="02020603050405020304" charset="0"/>
                  </a:rPr>
                  <a:t>Trong đó: </a:t>
                </a:r>
                <a:endParaRPr lang="vi-VN" sz="1800">
                  <a:latin typeface="Times New Roman" panose="02020603050405020304" charset="0"/>
                  <a:cs typeface="Times New Roman" panose="02020603050405020304" charset="0"/>
                </a:endParaRPr>
              </a:p>
              <a:p>
                <a:r>
                  <a:rPr lang="en-US" altLang="vi-VN" sz="1800">
                    <a:latin typeface="Times New Roman" panose="02020603050405020304" charset="0"/>
                    <a:cs typeface="Times New Roman" panose="02020603050405020304" charset="0"/>
                  </a:rPr>
                  <a:t>	</a:t>
                </a:r>
                <a:r>
                  <a:rPr lang="en-US" altLang="vi-VN" sz="1600">
                    <a:latin typeface="Cambria Math" panose="02040503050406030204" charset="0"/>
                    <a:cs typeface="Cambria Math" panose="02040503050406030204" charset="0"/>
                  </a:rPr>
                  <a:t>	</a:t>
                </a:r>
                <a14:m>
                  <m:oMath xmlns:m="http://schemas.openxmlformats.org/officeDocument/2006/math">
                    <m:sSub>
                      <m:sSubPr>
                        <m:ctrlPr>
                          <a:rPr lang="en-US" altLang="vi-VN" sz="1800" i="1">
                            <a:latin typeface="Cambria Math" panose="02040503050406030204" charset="0"/>
                            <a:cs typeface="Cambria Math" panose="02040503050406030204" charset="0"/>
                          </a:rPr>
                        </m:ctrlPr>
                      </m:sSubPr>
                      <m:e>
                        <m:r>
                          <a:rPr lang="en-US" altLang="vi-VN" sz="1800" i="1">
                            <a:latin typeface="Cambria Math" panose="02040503050406030204" charset="0"/>
                            <a:cs typeface="Cambria Math" panose="02040503050406030204" charset="0"/>
                          </a:rPr>
                          <m:t>𝑛</m:t>
                        </m:r>
                      </m:e>
                      <m:sub>
                        <m:r>
                          <a:rPr lang="en-US" altLang="vi-VN" sz="1800" i="1">
                            <a:latin typeface="Cambria Math" panose="02040503050406030204" charset="0"/>
                            <a:cs typeface="Cambria Math" panose="02040503050406030204" charset="0"/>
                          </a:rPr>
                          <m:t>1</m:t>
                        </m:r>
                      </m:sub>
                    </m:sSub>
                  </m:oMath>
                </a14:m>
                <a:r>
                  <a:rPr lang="en-US" altLang="vi-VN" sz="1800">
                    <a:latin typeface="Cambria Math" panose="02040503050406030204" charset="0"/>
                    <a:cs typeface="Cambria Math" panose="02040503050406030204" charset="0"/>
                  </a:rPr>
                  <a:t> là cỡ mẫu 1</a:t>
                </a:r>
                <a:endParaRPr lang="en-US" altLang="vi-VN" sz="1800">
                  <a:latin typeface="Cambria Math" panose="02040503050406030204" charset="0"/>
                  <a:cs typeface="Cambria Math" panose="02040503050406030204" charset="0"/>
                </a:endParaRPr>
              </a:p>
              <a:p>
                <a:r>
                  <a:rPr lang="en-US" altLang="vi-VN" sz="1800">
                    <a:latin typeface="Cambria Math" panose="02040503050406030204" charset="0"/>
                    <a:cs typeface="Cambria Math" panose="02040503050406030204" charset="0"/>
                  </a:rPr>
                  <a:t>		</a:t>
                </a:r>
                <a14:m>
                  <m:oMath xmlns:m="http://schemas.openxmlformats.org/officeDocument/2006/math">
                    <m:sSub>
                      <m:sSubPr>
                        <m:ctrlPr>
                          <a:rPr lang="en-US" altLang="vi-VN" sz="1800" i="1">
                            <a:latin typeface="Cambria Math" panose="02040503050406030204" charset="0"/>
                            <a:cs typeface="Cambria Math" panose="02040503050406030204" charset="0"/>
                          </a:rPr>
                        </m:ctrlPr>
                      </m:sSubPr>
                      <m:e>
                        <m:r>
                          <a:rPr lang="en-US" altLang="vi-VN" sz="1800" i="1">
                            <a:latin typeface="Cambria Math" panose="02040503050406030204" charset="0"/>
                            <a:cs typeface="Cambria Math" panose="02040503050406030204" charset="0"/>
                          </a:rPr>
                          <m:t>𝑛</m:t>
                        </m:r>
                      </m:e>
                      <m:sub>
                        <m:r>
                          <a:rPr lang="en-US" altLang="vi-VN" sz="1800" i="1">
                            <a:latin typeface="Cambria Math" panose="02040503050406030204" charset="0"/>
                            <a:cs typeface="Cambria Math" panose="02040503050406030204" charset="0"/>
                          </a:rPr>
                          <m:t>2</m:t>
                        </m:r>
                      </m:sub>
                    </m:sSub>
                  </m:oMath>
                </a14:m>
                <a:r>
                  <a:rPr lang="en-US" altLang="vi-VN" sz="1800">
                    <a:latin typeface="Cambria Math" panose="02040503050406030204" charset="0"/>
                    <a:cs typeface="Cambria Math" panose="02040503050406030204" charset="0"/>
                  </a:rPr>
                  <a:t> là cỡ mẫu 2</a:t>
                </a:r>
                <a:endParaRPr lang="en-US" altLang="vi-VN" sz="1800">
                  <a:latin typeface="Cambria Math" panose="02040503050406030204" charset="0"/>
                  <a:cs typeface="Cambria Math" panose="02040503050406030204" charset="0"/>
                </a:endParaRPr>
              </a:p>
              <a:p>
                <a:r>
                  <a:rPr lang="en-US" altLang="vi-VN" sz="1800">
                    <a:latin typeface="Cambria Math" panose="02040503050406030204" charset="0"/>
                    <a:cs typeface="Cambria Math" panose="02040503050406030204" charset="0"/>
                  </a:rPr>
                  <a:t>	</a:t>
                </a:r>
                <a:r>
                  <a:rPr lang="vi-VN" sz="1800">
                    <a:latin typeface="Times New Roman" panose="02020603050405020304" charset="0"/>
                    <a:cs typeface="Times New Roman" panose="02020603050405020304" charset="0"/>
                  </a:rPr>
                  <a:t>                  </a:t>
                </a:r>
                <a14:m>
                  <m:oMath xmlns:m="http://schemas.openxmlformats.org/officeDocument/2006/math">
                    <m:sSub>
                      <m:sSubPr>
                        <m:ctrlPr>
                          <a:rPr lang="en-US" altLang="vi-VN" sz="1800" i="1">
                            <a:latin typeface="Cambria Math" panose="02040503050406030204" charset="0"/>
                            <a:cs typeface="Cambria Math" panose="02040503050406030204" charset="0"/>
                          </a:rPr>
                        </m:ctrlPr>
                      </m:sSubPr>
                      <m:e>
                        <m:r>
                          <a:rPr lang="en-US" altLang="vi-VN" sz="1800" i="1">
                            <a:latin typeface="Cambria Math" panose="02040503050406030204" charset="0"/>
                            <a:cs typeface="Cambria Math" panose="02040503050406030204" charset="0"/>
                          </a:rPr>
                          <m:t>𝑅</m:t>
                        </m:r>
                      </m:e>
                      <m:sub>
                        <m:r>
                          <a:rPr lang="en-US" altLang="vi-VN" sz="1800" i="1">
                            <a:latin typeface="Cambria Math" panose="02040503050406030204" charset="0"/>
                            <a:cs typeface="Cambria Math" panose="02040503050406030204" charset="0"/>
                          </a:rPr>
                          <m:t>𝑖</m:t>
                        </m:r>
                      </m:sub>
                    </m:sSub>
                  </m:oMath>
                </a14:m>
                <a:r>
                  <a:rPr lang="vi-VN" sz="1800">
                    <a:latin typeface="Times New Roman" panose="02020603050405020304" charset="0"/>
                    <a:cs typeface="Times New Roman" panose="02020603050405020304" charset="0"/>
                  </a:rPr>
                  <a:t> </a:t>
                </a:r>
                <a:r>
                  <a:rPr lang="en-US" altLang="vi-VN" sz="1800">
                    <a:latin typeface="Times New Roman" panose="02020603050405020304" charset="0"/>
                    <a:cs typeface="Times New Roman" panose="02020603050405020304" charset="0"/>
                  </a:rPr>
                  <a:t> là hạng của cỡ mẫu</a:t>
                </a:r>
                <a:r>
                  <a:rPr lang="vi-VN" sz="1800">
                    <a:latin typeface="Times New Roman" panose="02020603050405020304" charset="0"/>
                    <a:cs typeface="Times New Roman" panose="02020603050405020304" charset="0"/>
                  </a:rPr>
                  <a:t>               </a:t>
                </a:r>
                <a:r>
                  <a:rPr lang="vi-VN" sz="1600">
                    <a:latin typeface="Times New Roman" panose="02020603050405020304" charset="0"/>
                    <a:cs typeface="Times New Roman" panose="02020603050405020304" charset="0"/>
                  </a:rPr>
                  <a:t>                              </a:t>
                </a:r>
                <a:endParaRPr lang="vi-VN" sz="1600">
                  <a:latin typeface="Times New Roman" panose="02020603050405020304" charset="0"/>
                  <a:cs typeface="Times New Roman" panose="02020603050405020304" charset="0"/>
                </a:endParaRPr>
              </a:p>
            </p:txBody>
          </p:sp>
        </mc:Choice>
        <mc:Fallback>
          <p:sp>
            <p:nvSpPr>
              <p:cNvPr id="6" name="Hộp Văn bản 5"/>
              <p:cNvSpPr txBox="1">
                <a:spLocks noRot="1" noChangeAspect="1" noMove="1" noResize="1" noEditPoints="1" noAdjustHandles="1" noChangeArrowheads="1" noChangeShapeType="1" noTextEdit="1"/>
              </p:cNvSpPr>
              <p:nvPr/>
            </p:nvSpPr>
            <p:spPr>
              <a:xfrm>
                <a:off x="1076960" y="1123950"/>
                <a:ext cx="6990715" cy="2123440"/>
              </a:xfrm>
              <a:prstGeom prst="rect">
                <a:avLst/>
              </a:prstGeom>
              <a:blipFill rotWithShape="1">
                <a:blip r:embed="rId1"/>
                <a:stretch>
                  <a:fillRect/>
                </a:stretch>
              </a:blipFill>
            </p:spPr>
            <p:txBody>
              <a:bodyPr/>
              <a:lstStyle/>
              <a:p>
                <a:r>
                  <a:rPr lang="en-US" altLang="en-US">
                    <a:noFill/>
                  </a:rPr>
                  <a:t> </a:t>
                </a:r>
              </a:p>
            </p:txBody>
          </p:sp>
        </mc:Fallback>
      </mc:AlternateContent>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631"/>
        <p:cNvGrpSpPr/>
        <p:nvPr/>
      </p:nvGrpSpPr>
      <p:grpSpPr>
        <a:xfrm>
          <a:off x="0" y="0"/>
          <a:ext cx="0" cy="0"/>
          <a:chOff x="0" y="0"/>
          <a:chExt cx="0" cy="0"/>
        </a:xfrm>
      </p:grpSpPr>
      <p:sp>
        <p:nvSpPr>
          <p:cNvPr id="632" name="Google Shape;632;p50"/>
          <p:cNvSpPr txBox="1">
            <a:spLocks noGrp="1"/>
          </p:cNvSpPr>
          <p:nvPr>
            <p:ph type="title"/>
          </p:nvPr>
        </p:nvSpPr>
        <p:spPr>
          <a:xfrm>
            <a:off x="457200" y="438150"/>
            <a:ext cx="1887220" cy="671830"/>
          </a:xfrm>
          <a:prstGeom prst="rect">
            <a:avLst/>
          </a:prstGeom>
        </p:spPr>
        <p:txBody>
          <a:bodyPr spcFirstLastPara="1" wrap="square" lIns="0" tIns="0" rIns="0" bIns="0" anchor="ctr" anchorCtr="0">
            <a:noAutofit/>
          </a:bodyPr>
          <a:lstStyle/>
          <a:p>
            <a:pPr algn="ctr"/>
            <a:r>
              <a:rPr lang="en-US" sz="2000" i="0">
                <a:solidFill>
                  <a:schemeClr val="tx1">
                    <a:lumMod val="50000"/>
                  </a:schemeClr>
                </a:solidFill>
                <a:latin typeface="Times New Roman" panose="02020603050405020304" charset="0"/>
                <a:cs typeface="Times New Roman" panose="02020603050405020304" charset="0"/>
              </a:rPr>
              <a:t>Sử dụng biểu đồ</a:t>
            </a:r>
            <a:endParaRPr lang="en-US" sz="2000" i="0">
              <a:solidFill>
                <a:schemeClr val="tx1">
                  <a:lumMod val="50000"/>
                </a:schemeClr>
              </a:solidFill>
              <a:latin typeface="Times New Roman" panose="02020603050405020304" charset="0"/>
              <a:cs typeface="Times New Roman" panose="02020603050405020304" charset="0"/>
            </a:endParaRPr>
          </a:p>
        </p:txBody>
      </p:sp>
      <p:sp>
        <p:nvSpPr>
          <p:cNvPr id="633" name="Google Shape;633;p5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pic>
        <p:nvPicPr>
          <p:cNvPr id="2" name="Hình ảnh 2" descr="C:\Users\lan\Pictures\m15.PNGm15"/>
          <p:cNvPicPr>
            <a:picLocks noChangeAspect="1"/>
          </p:cNvPicPr>
          <p:nvPr/>
        </p:nvPicPr>
        <p:blipFill>
          <a:blip r:embed="rId1"/>
          <a:srcRect/>
          <a:stretch>
            <a:fillRect/>
          </a:stretch>
        </p:blipFill>
        <p:spPr>
          <a:xfrm>
            <a:off x="1438910" y="1200150"/>
            <a:ext cx="6342380" cy="376682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345" name="Shape 345"/>
        <p:cNvGrpSpPr/>
        <p:nvPr/>
      </p:nvGrpSpPr>
      <p:grpSpPr>
        <a:xfrm>
          <a:off x="0" y="0"/>
          <a:ext cx="0" cy="0"/>
          <a:chOff x="0" y="0"/>
          <a:chExt cx="0" cy="0"/>
        </a:xfrm>
      </p:grpSpPr>
      <p:sp>
        <p:nvSpPr>
          <p:cNvPr id="346" name="Google Shape;346;p41"/>
          <p:cNvSpPr txBox="1"/>
          <p:nvPr>
            <p:ph type="ctrTitle"/>
          </p:nvPr>
        </p:nvSpPr>
        <p:spPr>
          <a:xfrm>
            <a:off x="2404745" y="1733550"/>
            <a:ext cx="4533900" cy="1009015"/>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GB">
                <a:latin typeface="Times New Roman" panose="02020603050405020304" charset="0"/>
                <a:cs typeface="Times New Roman" panose="02020603050405020304" charset="0"/>
              </a:rPr>
              <a:t>Kiểm tra tương quan</a:t>
            </a:r>
            <a:endParaRPr lang="en-US" altLang="en-GB">
              <a:latin typeface="Times New Roman" panose="02020603050405020304" charset="0"/>
              <a:cs typeface="Times New Roman" panose="02020603050405020304" charset="0"/>
            </a:endParaRPr>
          </a:p>
        </p:txBody>
      </p:sp>
      <p:sp>
        <p:nvSpPr>
          <p:cNvPr id="347" name="Google Shape;347;p41"/>
          <p:cNvSpPr txBox="1"/>
          <p:nvPr>
            <p:ph type="subTitle" idx="1"/>
          </p:nvPr>
        </p:nvSpPr>
        <p:spPr>
          <a:xfrm>
            <a:off x="2273300" y="3075940"/>
            <a:ext cx="4649470" cy="78486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GB">
                <a:latin typeface="Times New Roman" panose="02020603050405020304" charset="0"/>
                <a:cs typeface="Times New Roman" panose="02020603050405020304" charset="0"/>
              </a:rPr>
              <a:t>Kiểm tra Spearman , Kiểm tra Chi bình phương </a:t>
            </a:r>
            <a:endParaRPr lang="en-US" altLang="en-GB">
              <a:latin typeface="Times New Roman" panose="02020603050405020304" charset="0"/>
              <a:cs typeface="Times New Roman" panose="02020603050405020304" charset="0"/>
            </a:endParaRPr>
          </a:p>
        </p:txBody>
      </p:sp>
      <p:sp>
        <p:nvSpPr>
          <p:cNvPr id="348" name="Google Shape;348;p41"/>
          <p:cNvSpPr txBox="1"/>
          <p:nvPr>
            <p:ph type="ctrTitle"/>
          </p:nvPr>
        </p:nvSpPr>
        <p:spPr>
          <a:xfrm>
            <a:off x="2404575" y="893524"/>
            <a:ext cx="4335000" cy="684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sz="4800" i="0">
                <a:solidFill>
                  <a:schemeClr val="accent1"/>
                </a:solidFill>
                <a:latin typeface="Times New Roman" panose="02020603050405020304" charset="0"/>
                <a:cs typeface="Times New Roman" panose="02020603050405020304" charset="0"/>
              </a:rPr>
              <a:t>5</a:t>
            </a:r>
            <a:endParaRPr lang="en-US" sz="4800" i="0">
              <a:solidFill>
                <a:schemeClr val="accent1"/>
              </a:solidFill>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7">
                                            <p:txEl>
                                              <p:pRg st="0" end="0"/>
                                            </p:txEl>
                                          </p:spTgt>
                                        </p:tgtEl>
                                        <p:attrNameLst>
                                          <p:attrName>style.visibility</p:attrName>
                                        </p:attrNameLst>
                                      </p:cBhvr>
                                      <p:to>
                                        <p:strVal val="visible"/>
                                      </p:to>
                                    </p:set>
                                    <p:anim calcmode="lin" valueType="num">
                                      <p:cBhvr additive="base">
                                        <p:cTn id="7" dur="500" fill="hold"/>
                                        <p:tgtEl>
                                          <p:spTgt spid="34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47">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7" grpId="0" build="p"/>
      <p:bldP spid="347" grpI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32"/>
          <p:cNvSpPr txBox="1">
            <a:spLocks noGrp="1"/>
          </p:cNvSpPr>
          <p:nvPr>
            <p:ph type="title"/>
          </p:nvPr>
        </p:nvSpPr>
        <p:spPr>
          <a:xfrm>
            <a:off x="720725" y="819150"/>
            <a:ext cx="1424305" cy="1179830"/>
          </a:xfrm>
          <a:prstGeom prst="rect">
            <a:avLst/>
          </a:prstGeom>
        </p:spPr>
        <p:txBody>
          <a:bodyPr spcFirstLastPara="1" wrap="square" lIns="91425" tIns="91425" rIns="91425" bIns="91425" anchor="ctr" anchorCtr="0">
            <a:noAutofit/>
          </a:bodyPr>
          <a:lstStyle/>
          <a:p>
            <a:pPr algn="ctr"/>
            <a:r>
              <a:rPr lang="en-GB" i="0">
                <a:solidFill>
                  <a:schemeClr val="tx1"/>
                </a:solidFill>
                <a:latin typeface="Times New Roman" panose="02020603050405020304" charset="0"/>
                <a:cs typeface="Times New Roman" panose="02020603050405020304" charset="0"/>
              </a:rPr>
              <a:t>Kiểm tra tương quan</a:t>
            </a:r>
            <a:endParaRPr lang="en-GB" i="0">
              <a:solidFill>
                <a:schemeClr val="tx1"/>
              </a:solidFill>
              <a:latin typeface="Times New Roman" panose="02020603050405020304" charset="0"/>
              <a:cs typeface="Times New Roman" panose="02020603050405020304" charset="0"/>
            </a:endParaRPr>
          </a:p>
        </p:txBody>
      </p:sp>
      <p:sp>
        <p:nvSpPr>
          <p:cNvPr id="238" name="Google Shape;238;p32"/>
          <p:cNvSpPr/>
          <p:nvPr/>
        </p:nvSpPr>
        <p:spPr>
          <a:xfrm>
            <a:off x="2822525" y="454800"/>
            <a:ext cx="1503000" cy="4233900"/>
          </a:xfrm>
          <a:prstGeom prst="rect">
            <a:avLst/>
          </a:prstGeom>
          <a:noFill/>
          <a:ln w="9525" cap="flat" cmpd="sng">
            <a:solidFill>
              <a:schemeClr val="accent1"/>
            </a:solidFill>
            <a:prstDash val="dash"/>
            <a:round/>
            <a:headEnd type="none" w="sm" len="sm"/>
            <a:tailEnd type="none" w="sm" len="sm"/>
          </a:ln>
        </p:spPr>
        <p:txBody>
          <a:bodyPr spcFirstLastPara="1" wrap="square" lIns="91425" tIns="91425" rIns="91425" bIns="91425" anchor="ctr" anchorCtr="0">
            <a:noAutofit/>
          </a:bodyPr>
          <a:lstStyle/>
          <a:p>
            <a:pPr algn="ctr"/>
            <a:r>
              <a:rPr lang="en-GB" sz="1800">
                <a:solidFill>
                  <a:schemeClr val="bg1"/>
                </a:solidFill>
                <a:latin typeface="Times New Roman" panose="02020603050405020304" charset="0"/>
                <a:ea typeface="Times New Roman" panose="02020603050405020304" charset="0"/>
                <a:sym typeface="Times New Roman" panose="02020603050405020304" charset="0"/>
              </a:rPr>
              <a:t>Các biến số: Kiểm tra hệ số tương quan </a:t>
            </a:r>
            <a:endParaRPr lang="en-GB" sz="1800">
              <a:solidFill>
                <a:schemeClr val="bg1"/>
              </a:solidFill>
              <a:latin typeface="Times New Roman" panose="02020603050405020304" charset="0"/>
              <a:ea typeface="Times New Roman" panose="02020603050405020304" charset="0"/>
              <a:sym typeface="Times New Roman" panose="02020603050405020304" charset="0"/>
            </a:endParaRPr>
          </a:p>
          <a:p>
            <a:pPr algn="ctr"/>
            <a:r>
              <a:rPr lang="en-GB" sz="1800">
                <a:solidFill>
                  <a:schemeClr val="bg1"/>
                </a:solidFill>
                <a:latin typeface="Times New Roman" panose="02020603050405020304" charset="0"/>
                <a:ea typeface="Times New Roman" panose="02020603050405020304" charset="0"/>
                <a:sym typeface="Times New Roman" panose="02020603050405020304" charset="0"/>
              </a:rPr>
              <a:t>Spearman</a:t>
            </a:r>
            <a:endParaRPr lang="en-GB" sz="1800">
              <a:solidFill>
                <a:schemeClr val="bg1"/>
              </a:solidFill>
              <a:latin typeface="Times New Roman" panose="02020603050405020304" charset="0"/>
              <a:ea typeface="Times New Roman" panose="02020603050405020304" charset="0"/>
            </a:endParaRPr>
          </a:p>
          <a:p>
            <a:pPr algn="ctr"/>
            <a:endParaRPr lang="en-GB" sz="1800">
              <a:ea typeface="Times New Roman" panose="02020603050405020304" charset="0"/>
              <a:sym typeface="Times New Roman" panose="02020603050405020304" charset="0"/>
            </a:endParaRPr>
          </a:p>
          <a:p>
            <a:pPr marL="0" lvl="0" indent="0" algn="ctr">
              <a:spcBef>
                <a:spcPts val="0"/>
              </a:spcBef>
              <a:spcAft>
                <a:spcPts val="0"/>
              </a:spcAft>
              <a:buNone/>
            </a:pPr>
            <a:endParaRPr lang="en-GB" sz="1800">
              <a:solidFill>
                <a:srgbClr val="FFFFFF"/>
              </a:solidFill>
              <a:latin typeface="Times New Roman" panose="02020603050405020304" charset="0"/>
              <a:ea typeface="Times New Roman" panose="02020603050405020304" charset="0"/>
              <a:cs typeface="Times New Roman" panose="02020603050405020304" charset="0"/>
            </a:endParaRPr>
          </a:p>
        </p:txBody>
      </p:sp>
      <p:sp>
        <p:nvSpPr>
          <p:cNvPr id="239" name="Google Shape;239;p32"/>
          <p:cNvSpPr/>
          <p:nvPr/>
        </p:nvSpPr>
        <p:spPr>
          <a:xfrm>
            <a:off x="7183700" y="454800"/>
            <a:ext cx="1503000" cy="4233900"/>
          </a:xfrm>
          <a:prstGeom prst="rect">
            <a:avLst/>
          </a:prstGeom>
          <a:noFill/>
          <a:ln w="9525" cap="flat" cmpd="sng">
            <a:solidFill>
              <a:schemeClr val="accent1"/>
            </a:solidFill>
            <a:prstDash val="dash"/>
            <a:round/>
            <a:headEnd type="none" w="sm" len="sm"/>
            <a:tailEnd type="none" w="sm" len="sm"/>
          </a:ln>
        </p:spPr>
        <p:txBody>
          <a:bodyPr spcFirstLastPara="1" wrap="square" lIns="91425" tIns="91425" rIns="91425" bIns="91425" anchor="ctr" anchorCtr="0">
            <a:noAutofit/>
          </a:bodyPr>
          <a:lstStyle/>
          <a:p>
            <a:pPr algn="ctr"/>
            <a:r>
              <a:rPr lang="en-US" altLang="en-GB" sz="1800">
                <a:solidFill>
                  <a:schemeClr val="bg1"/>
                </a:solidFill>
                <a:latin typeface="Times New Roman" panose="02020603050405020304" charset="0"/>
                <a:ea typeface="Times New Roman" panose="02020603050405020304" charset="0"/>
              </a:rPr>
              <a:t>Các biến phân loại: Kiểm định Chi bình phương cho tính độc lập</a:t>
            </a:r>
            <a:endParaRPr lang="en-GB" sz="1800">
              <a:solidFill>
                <a:schemeClr val="bg1"/>
              </a:solidFill>
              <a:latin typeface="Times New Roman" panose="02020603050405020304" charset="0"/>
              <a:ea typeface="Times New Roman" panose="02020603050405020304" charset="0"/>
            </a:endParaRPr>
          </a:p>
          <a:p>
            <a:pPr lvl="0" algn="ctr">
              <a:spcBef>
                <a:spcPts val="0"/>
              </a:spcBef>
              <a:spcAft>
                <a:spcPts val="0"/>
              </a:spcAft>
              <a:buNone/>
            </a:pPr>
            <a:endParaRPr lang="en-GB" sz="1800">
              <a:latin typeface="Times New Roman" panose="02020603050405020304" charset="0"/>
              <a:ea typeface="Times New Roman" panose="02020603050405020304" charset="0"/>
            </a:endParaRPr>
          </a:p>
          <a:p>
            <a:pPr algn="ctr"/>
            <a:endParaRPr lang="en-GB" sz="1800">
              <a:solidFill>
                <a:srgbClr val="FFFFFF"/>
              </a:solidFill>
              <a:ea typeface="Times New Roman" panose="02020603050405020304" charset="0"/>
            </a:endParaRPr>
          </a:p>
        </p:txBody>
      </p:sp>
      <p:sp>
        <p:nvSpPr>
          <p:cNvPr id="240" name="Google Shape;240;p32"/>
          <p:cNvSpPr/>
          <p:nvPr/>
        </p:nvSpPr>
        <p:spPr>
          <a:xfrm>
            <a:off x="5003113" y="454800"/>
            <a:ext cx="1503000" cy="4233900"/>
          </a:xfrm>
          <a:prstGeom prst="rect">
            <a:avLst/>
          </a:prstGeom>
          <a:noFill/>
          <a:ln w="9525" cap="flat" cmpd="sng">
            <a:solidFill>
              <a:schemeClr val="accent1"/>
            </a:solidFill>
            <a:prstDash val="dash"/>
            <a:round/>
            <a:headEnd type="none" w="sm" len="sm"/>
            <a:tailEnd type="none" w="sm" len="sm"/>
          </a:ln>
        </p:spPr>
        <p:txBody>
          <a:bodyPr spcFirstLastPara="1" wrap="square" lIns="91425" tIns="91425" rIns="91425" bIns="91425" anchor="ctr" anchorCtr="0">
            <a:noAutofit/>
          </a:bodyPr>
          <a:lstStyle/>
          <a:p>
            <a:pPr algn="ctr"/>
            <a:endParaRPr lang="en-US" altLang="en-GB" sz="1800">
              <a:solidFill>
                <a:schemeClr val="bg1"/>
              </a:solidFill>
              <a:latin typeface="Times New Roman" panose="02020603050405020304" charset="0"/>
              <a:ea typeface="Times New Roman" panose="02020603050405020304" charset="0"/>
            </a:endParaRPr>
          </a:p>
          <a:p>
            <a:pPr algn="ctr"/>
            <a:endParaRPr lang="en-US" altLang="en-GB" sz="1800">
              <a:solidFill>
                <a:schemeClr val="bg1"/>
              </a:solidFill>
              <a:latin typeface="Times New Roman" panose="02020603050405020304" charset="0"/>
              <a:ea typeface="Times New Roman" panose="02020603050405020304" charset="0"/>
            </a:endParaRPr>
          </a:p>
          <a:p>
            <a:pPr algn="ctr"/>
            <a:r>
              <a:rPr lang="en-US" altLang="en-GB" sz="1800">
                <a:solidFill>
                  <a:schemeClr val="bg1"/>
                </a:solidFill>
                <a:latin typeface="Times New Roman" panose="02020603050405020304" charset="0"/>
                <a:ea typeface="Times New Roman" panose="02020603050405020304" charset="0"/>
              </a:rPr>
              <a:t>Bậc tự do</a:t>
            </a:r>
            <a:endParaRPr lang="en-GB" sz="1800">
              <a:solidFill>
                <a:schemeClr val="bg1"/>
              </a:solidFill>
              <a:latin typeface="Times New Roman" panose="02020603050405020304" charset="0"/>
              <a:ea typeface="Times New Roman" panose="02020603050405020304" charset="0"/>
            </a:endParaRPr>
          </a:p>
          <a:p>
            <a:pPr algn="ctr"/>
            <a:endParaRPr lang="en-GB" sz="1800">
              <a:latin typeface="Times New Roman" panose="02020603050405020304" charset="0"/>
              <a:ea typeface="Times New Roman" panose="02020603050405020304" charset="0"/>
            </a:endParaRPr>
          </a:p>
          <a:p>
            <a:pPr marL="0" lvl="0" indent="0" algn="ctr">
              <a:spcBef>
                <a:spcPts val="0"/>
              </a:spcBef>
              <a:spcAft>
                <a:spcPts val="0"/>
              </a:spcAft>
              <a:buNone/>
            </a:pPr>
            <a:endParaRPr lang="en-GB" sz="1800">
              <a:solidFill>
                <a:srgbClr val="FFFFFF"/>
              </a:solidFill>
              <a:latin typeface="Times New Roman" panose="02020603050405020304" charset="0"/>
              <a:ea typeface="Times New Roman" panose="02020603050405020304" charset="0"/>
              <a:cs typeface="Times New Roman" panose="02020603050405020304" charset="0"/>
            </a:endParaRPr>
          </a:p>
        </p:txBody>
      </p:sp>
      <p:cxnSp>
        <p:nvCxnSpPr>
          <p:cNvPr id="241" name="Google Shape;241;p32"/>
          <p:cNvCxnSpPr>
            <a:stCxn id="238" idx="3"/>
            <a:endCxn id="240" idx="1"/>
          </p:cNvCxnSpPr>
          <p:nvPr/>
        </p:nvCxnSpPr>
        <p:spPr>
          <a:xfrm>
            <a:off x="4325525" y="2571750"/>
            <a:ext cx="677700" cy="0"/>
          </a:xfrm>
          <a:prstGeom prst="straightConnector1">
            <a:avLst/>
          </a:prstGeom>
          <a:noFill/>
          <a:ln w="19050" cap="flat" cmpd="sng">
            <a:solidFill>
              <a:schemeClr val="accent1"/>
            </a:solidFill>
            <a:prstDash val="solid"/>
            <a:round/>
            <a:headEnd type="diamond" w="med" len="med"/>
            <a:tailEnd type="triangle" w="med" len="med"/>
          </a:ln>
        </p:spPr>
      </p:cxnSp>
      <p:cxnSp>
        <p:nvCxnSpPr>
          <p:cNvPr id="242" name="Google Shape;242;p32"/>
          <p:cNvCxnSpPr>
            <a:stCxn id="240" idx="3"/>
            <a:endCxn id="239" idx="1"/>
          </p:cNvCxnSpPr>
          <p:nvPr/>
        </p:nvCxnSpPr>
        <p:spPr>
          <a:xfrm>
            <a:off x="6506112" y="2571750"/>
            <a:ext cx="677700" cy="0"/>
          </a:xfrm>
          <a:prstGeom prst="straightConnector1">
            <a:avLst/>
          </a:prstGeom>
          <a:noFill/>
          <a:ln w="19050" cap="flat" cmpd="sng">
            <a:solidFill>
              <a:schemeClr val="accent1"/>
            </a:solidFill>
            <a:prstDash val="solid"/>
            <a:round/>
            <a:headEnd type="diamond" w="med" len="med"/>
            <a:tailEnd type="triangle" w="med" len="med"/>
          </a:ln>
        </p:spPr>
      </p:cxnSp>
      <p:sp>
        <p:nvSpPr>
          <p:cNvPr id="243" name="Google Shape;243;p3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2"/>
          <p:cNvSpPr txBox="1">
            <a:spLocks noGrp="1"/>
          </p:cNvSpPr>
          <p:nvPr>
            <p:ph type="subTitle" idx="4294967295"/>
          </p:nvPr>
        </p:nvSpPr>
        <p:spPr>
          <a:xfrm>
            <a:off x="2538450" y="3813104"/>
            <a:ext cx="4018800" cy="784800"/>
          </a:xfrm>
          <a:prstGeom prst="rect">
            <a:avLst/>
          </a:prstGeom>
        </p:spPr>
        <p:txBody>
          <a:bodyPr spcFirstLastPara="1" wrap="square" lIns="91425" tIns="91425" rIns="91425" bIns="91425" anchor="t" anchorCtr="0">
            <a:noAutofit/>
          </a:bodyPr>
          <a:lstStyle/>
          <a:p>
            <a:pPr marL="0" indent="0" algn="ctr">
              <a:buNone/>
            </a:pPr>
            <a:r>
              <a:rPr lang="vi-VN" sz="1800" b="1">
                <a:solidFill>
                  <a:schemeClr val="accent2"/>
                </a:solidFill>
                <a:latin typeface="Times New Roman" panose="02020603050405020304" charset="0"/>
                <a:cs typeface="Times New Roman" panose="02020603050405020304" charset="0"/>
              </a:rPr>
              <a:t>Hệ số tương quan Spearman</a:t>
            </a:r>
            <a:endParaRPr lang="vi-VN" sz="1800" b="1">
              <a:solidFill>
                <a:schemeClr val="accent2"/>
              </a:solidFill>
              <a:latin typeface="Courant" panose="02000509030000020004" charset="0"/>
            </a:endParaRPr>
          </a:p>
          <a:p>
            <a:pPr marL="0" indent="0" algn="ctr">
              <a:buNone/>
            </a:pPr>
            <a:endParaRPr lang="vi-VN" sz="1800" b="1">
              <a:solidFill>
                <a:schemeClr val="accent2"/>
              </a:solidFill>
            </a:endParaRPr>
          </a:p>
        </p:txBody>
      </p:sp>
      <p:sp>
        <p:nvSpPr>
          <p:cNvPr id="141" name="Google Shape;141;p22"/>
          <p:cNvSpPr/>
          <p:nvPr/>
        </p:nvSpPr>
        <p:spPr>
          <a:xfrm>
            <a:off x="2541523" y="813800"/>
            <a:ext cx="4009751" cy="2706000"/>
          </a:xfrm>
          <a:prstGeom prst="rect">
            <a:avLst/>
          </a:prstGeom>
          <a:solidFill>
            <a:schemeClr val="accent1"/>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 name="Google Shape;147;p2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
        <p:nvSpPr>
          <p:cNvPr id="2" name="Hộp Văn bản 1"/>
          <p:cNvSpPr txBox="1"/>
          <p:nvPr/>
        </p:nvSpPr>
        <p:spPr>
          <a:xfrm>
            <a:off x="2895600" y="2266950"/>
            <a:ext cx="3479800" cy="953135"/>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vi-VN" i="1">
                <a:latin typeface="Times New Roman" panose="02020603050405020304" charset="0"/>
                <a:cs typeface="Times New Roman" panose="02020603050405020304" charset="0"/>
              </a:rPr>
              <a:t>r</a:t>
            </a:r>
            <a:r>
              <a:rPr lang="vi-VN" i="1" baseline="-25000">
                <a:latin typeface="Times New Roman" panose="02020603050405020304" charset="0"/>
                <a:cs typeface="Times New Roman" panose="02020603050405020304" charset="0"/>
              </a:rPr>
              <a:t>s </a:t>
            </a:r>
            <a:r>
              <a:rPr lang="vi-VN" baseline="-25000">
                <a:latin typeface="Times New Roman" panose="02020603050405020304" charset="0"/>
                <a:cs typeface="Times New Roman" panose="02020603050405020304" charset="0"/>
              </a:rPr>
              <a:t>   </a:t>
            </a:r>
            <a:r>
              <a:rPr lang="vi-VN">
                <a:latin typeface="Times New Roman" panose="02020603050405020304" charset="0"/>
                <a:cs typeface="Times New Roman" panose="02020603050405020304" charset="0"/>
              </a:rPr>
              <a:t>=  Hệ số tương quan Spearman</a:t>
            </a:r>
            <a:endParaRPr lang="vi-VN">
              <a:latin typeface="Times New Roman" panose="02020603050405020304" charset="0"/>
              <a:cs typeface="Times New Roman" panose="02020603050405020304" charset="0"/>
            </a:endParaRPr>
          </a:p>
          <a:p>
            <a:r>
              <a:rPr lang="vi-VN" i="1">
                <a:latin typeface="Times New Roman" panose="02020603050405020304" charset="0"/>
                <a:cs typeface="Times New Roman" panose="02020603050405020304" charset="0"/>
              </a:rPr>
              <a:t>D</a:t>
            </a:r>
            <a:r>
              <a:rPr lang="vi-VN">
                <a:latin typeface="Times New Roman" panose="02020603050405020304" charset="0"/>
                <a:cs typeface="Times New Roman" panose="02020603050405020304" charset="0"/>
              </a:rPr>
              <a:t>  = Chênh lệch bậc của các biến tương ứng</a:t>
            </a:r>
            <a:endParaRPr lang="vi-VN">
              <a:latin typeface="Times New Roman" panose="02020603050405020304" charset="0"/>
              <a:cs typeface="Times New Roman" panose="02020603050405020304" charset="0"/>
            </a:endParaRPr>
          </a:p>
          <a:p>
            <a:r>
              <a:rPr lang="vi-VN" i="1">
                <a:latin typeface="Times New Roman" panose="02020603050405020304" charset="0"/>
                <a:cs typeface="Times New Roman" panose="02020603050405020304" charset="0"/>
              </a:rPr>
              <a:t>n  </a:t>
            </a:r>
            <a:r>
              <a:rPr lang="vi-VN">
                <a:latin typeface="Times New Roman" panose="02020603050405020304" charset="0"/>
                <a:cs typeface="Times New Roman" panose="02020603050405020304" charset="0"/>
              </a:rPr>
              <a:t>= Số mẫu</a:t>
            </a:r>
            <a:endParaRPr lang="vi-VN">
              <a:latin typeface="Times New Roman" panose="02020603050405020304" charset="0"/>
              <a:cs typeface="Times New Roman" panose="02020603050405020304" charset="0"/>
            </a:endParaRPr>
          </a:p>
          <a:p>
            <a:pPr algn="l"/>
            <a:endParaRPr lang="vi-VN">
              <a:latin typeface="Times New Roman" panose="02020603050405020304" charset="0"/>
              <a:cs typeface="Times New Roman" panose="02020603050405020304" charset="0"/>
            </a:endParaRPr>
          </a:p>
        </p:txBody>
      </p:sp>
      <p:pic>
        <p:nvPicPr>
          <p:cNvPr id="3" name="Hình ảnh 3" descr="Ảnh có chứa văn bản&#10;&#10;Mô tả được tự động tạo"/>
          <p:cNvPicPr>
            <a:picLocks noChangeAspect="1"/>
          </p:cNvPicPr>
          <p:nvPr/>
        </p:nvPicPr>
        <p:blipFill>
          <a:blip r:embed="rId1"/>
          <a:stretch>
            <a:fillRect/>
          </a:stretch>
        </p:blipFill>
        <p:spPr>
          <a:xfrm>
            <a:off x="3177840" y="1039484"/>
            <a:ext cx="2743200" cy="112444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Văn bản 1"/>
          <p:cNvSpPr>
            <a:spLocks noGrp="1"/>
          </p:cNvSpPr>
          <p:nvPr>
            <p:ph type="body" idx="1"/>
          </p:nvPr>
        </p:nvSpPr>
        <p:spPr/>
        <p:txBody>
          <a:bodyPr/>
          <a:lstStyle/>
          <a:p>
            <a:pPr marL="0" indent="0">
              <a:spcBef>
                <a:spcPts val="600"/>
              </a:spcBef>
            </a:pPr>
            <a:endParaRPr lang="vi-VN" b="1">
              <a:solidFill>
                <a:schemeClr val="bg1"/>
              </a:solidFill>
              <a:latin typeface="Courant" panose="02000509030000020004" charset="0"/>
            </a:endParaRPr>
          </a:p>
          <a:p>
            <a:pPr marL="0" indent="0">
              <a:spcBef>
                <a:spcPts val="600"/>
              </a:spcBef>
            </a:pPr>
            <a:r>
              <a:rPr lang="vi-VN" b="1">
                <a:solidFill>
                  <a:schemeClr val="tx1"/>
                </a:solidFill>
                <a:latin typeface="Times New Roman" panose="02020603050405020304" charset="0"/>
                <a:cs typeface="Times New Roman" panose="02020603050405020304" charset="0"/>
              </a:rPr>
              <a:t>Hệ số tương quan Spearman</a:t>
            </a:r>
            <a:endParaRPr lang="en-US" b="1">
              <a:solidFill>
                <a:schemeClr val="tx1"/>
              </a:solidFill>
              <a:latin typeface="Times New Roman" panose="02020603050405020304" charset="0"/>
              <a:cs typeface="Times New Roman" panose="02020603050405020304" charset="0"/>
            </a:endParaRPr>
          </a:p>
          <a:p>
            <a:endParaRPr lang="en-US" b="1">
              <a:solidFill>
                <a:schemeClr val="tx1"/>
              </a:solidFill>
              <a:latin typeface="Times New Roman" panose="02020603050405020304" charset="0"/>
              <a:cs typeface="Times New Roman" panose="02020603050405020304" charset="0"/>
            </a:endParaRPr>
          </a:p>
        </p:txBody>
      </p:sp>
      <p:sp>
        <p:nvSpPr>
          <p:cNvPr id="3" name="Chỗ dành sẵn cho Số hiệu Bản chiếu 2"/>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GB"/>
            </a:fld>
            <a:endParaRPr lang="en-GB"/>
          </a:p>
        </p:txBody>
      </p:sp>
      <p:sp>
        <p:nvSpPr>
          <p:cNvPr id="6" name="Hộp Văn bản 5"/>
          <p:cNvSpPr txBox="1"/>
          <p:nvPr/>
        </p:nvSpPr>
        <p:spPr>
          <a:xfrm>
            <a:off x="1066800" y="895350"/>
            <a:ext cx="6990715" cy="3291840"/>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vi-VN" b="1">
                <a:latin typeface="Times New Roman" panose="02020603050405020304" charset="0"/>
                <a:cs typeface="Times New Roman" panose="02020603050405020304" charset="0"/>
              </a:rPr>
              <a:t>1.</a:t>
            </a:r>
            <a:r>
              <a:rPr lang="vi-VN" sz="1600" b="1">
                <a:latin typeface="Times New Roman" panose="02020603050405020304" charset="0"/>
                <a:cs typeface="Times New Roman" panose="02020603050405020304" charset="0"/>
              </a:rPr>
              <a:t> Phát biểu giả thuyết</a:t>
            </a:r>
            <a:endParaRPr lang="vi-VN" sz="1600" b="1">
              <a:latin typeface="Times New Roman" panose="02020603050405020304" charset="0"/>
              <a:cs typeface="Times New Roman" panose="02020603050405020304" charset="0"/>
            </a:endParaRPr>
          </a:p>
          <a:p>
            <a:r>
              <a:rPr lang="vi-VN" sz="1600" b="1" i="1">
                <a:latin typeface="Times New Roman" panose="02020603050405020304" charset="0"/>
                <a:cs typeface="Times New Roman" panose="02020603050405020304" charset="0"/>
              </a:rPr>
              <a:t>H</a:t>
            </a:r>
            <a:r>
              <a:rPr lang="vi-VN" sz="1600" b="1" i="1" baseline="-25000">
                <a:latin typeface="Times New Roman" panose="02020603050405020304" charset="0"/>
                <a:cs typeface="Times New Roman" panose="02020603050405020304" charset="0"/>
              </a:rPr>
              <a:t>0</a:t>
            </a:r>
            <a:r>
              <a:rPr lang="vi-VN" sz="1600">
                <a:latin typeface="Times New Roman" panose="02020603050405020304" charset="0"/>
                <a:cs typeface="Times New Roman" panose="02020603050405020304" charset="0"/>
              </a:rPr>
              <a:t> : Không có mối liên hệ đơn điệu nào giữa thu nhập và số tiền chi tiêu</a:t>
            </a:r>
            <a:endParaRPr lang="vi-VN" sz="1600">
              <a:latin typeface="Times New Roman" panose="02020603050405020304" charset="0"/>
              <a:cs typeface="Times New Roman" panose="02020603050405020304" charset="0"/>
            </a:endParaRPr>
          </a:p>
          <a:p>
            <a:r>
              <a:rPr lang="vi-VN" sz="1600" b="1" i="1">
                <a:latin typeface="Times New Roman" panose="02020603050405020304" charset="0"/>
                <a:cs typeface="Times New Roman" panose="02020603050405020304" charset="0"/>
              </a:rPr>
              <a:t>H</a:t>
            </a:r>
            <a:r>
              <a:rPr lang="vi-VN" sz="1600" b="1" i="1" baseline="-25000">
                <a:latin typeface="Times New Roman" panose="02020603050405020304" charset="0"/>
                <a:cs typeface="Times New Roman" panose="02020603050405020304" charset="0"/>
              </a:rPr>
              <a:t>a</a:t>
            </a:r>
            <a:r>
              <a:rPr lang="vi-VN" sz="1600">
                <a:latin typeface="Times New Roman" panose="02020603050405020304" charset="0"/>
                <a:cs typeface="Times New Roman" panose="02020603050405020304" charset="0"/>
              </a:rPr>
              <a:t>: Có sự liên kết đơn điệu giữa thu nhập và số tiền chi tiêu</a:t>
            </a:r>
            <a:endParaRPr lang="vi-VN" sz="1600">
              <a:latin typeface="Times New Roman" panose="02020603050405020304" charset="0"/>
              <a:cs typeface="Times New Roman" panose="02020603050405020304" charset="0"/>
            </a:endParaRPr>
          </a:p>
          <a:p>
            <a:endParaRPr lang="vi-VN" sz="1600">
              <a:latin typeface="Times New Roman" panose="02020603050405020304" charset="0"/>
              <a:cs typeface="Times New Roman" panose="02020603050405020304" charset="0"/>
            </a:endParaRPr>
          </a:p>
          <a:p>
            <a:endParaRPr lang="vi-VN" sz="1600">
              <a:latin typeface="Times New Roman" panose="02020603050405020304" charset="0"/>
              <a:cs typeface="Times New Roman" panose="02020603050405020304" charset="0"/>
            </a:endParaRPr>
          </a:p>
          <a:p>
            <a:r>
              <a:rPr lang="vi-VN" sz="1600" b="1">
                <a:latin typeface="Times New Roman" panose="02020603050405020304" charset="0"/>
                <a:cs typeface="Times New Roman" panose="02020603050405020304" charset="0"/>
              </a:rPr>
              <a:t>2. Lập kế hoạch phân tích</a:t>
            </a:r>
            <a:endParaRPr lang="vi-VN" sz="1600" b="1">
              <a:latin typeface="Times New Roman" panose="02020603050405020304" charset="0"/>
              <a:cs typeface="Times New Roman" panose="02020603050405020304" charset="0"/>
            </a:endParaRPr>
          </a:p>
          <a:p>
            <a:r>
              <a:rPr lang="vi-VN" sz="1600">
                <a:latin typeface="Times New Roman" panose="02020603050405020304" charset="0"/>
                <a:cs typeface="Times New Roman" panose="02020603050405020304" charset="0"/>
              </a:rPr>
              <a:t>*</a:t>
            </a:r>
            <a:r>
              <a:rPr lang="vi-VN" sz="1600" b="1" i="1">
                <a:latin typeface="Times New Roman" panose="02020603050405020304" charset="0"/>
                <a:cs typeface="Times New Roman" panose="02020603050405020304" charset="0"/>
              </a:rPr>
              <a:t> Mức ý nghĩa</a:t>
            </a:r>
            <a:r>
              <a:rPr lang="vi-VN" sz="1600">
                <a:latin typeface="Times New Roman" panose="02020603050405020304" charset="0"/>
                <a:cs typeface="Times New Roman" panose="02020603050405020304" charset="0"/>
              </a:rPr>
              <a:t>: Kiểm định giả thuyết ở mức ý nghĩa 5%</a:t>
            </a:r>
            <a:endParaRPr lang="vi-VN" sz="1600">
              <a:latin typeface="Times New Roman" panose="02020603050405020304" charset="0"/>
              <a:cs typeface="Times New Roman" panose="02020603050405020304" charset="0"/>
            </a:endParaRPr>
          </a:p>
          <a:p>
            <a:r>
              <a:rPr lang="vi-VN" sz="1600">
                <a:latin typeface="Times New Roman" panose="02020603050405020304" charset="0"/>
                <a:cs typeface="Times New Roman" panose="02020603050405020304" charset="0"/>
              </a:rPr>
              <a:t>* </a:t>
            </a:r>
            <a:r>
              <a:rPr lang="vi-VN" sz="1600" b="1" i="1">
                <a:latin typeface="Times New Roman" panose="02020603050405020304" charset="0"/>
                <a:cs typeface="Times New Roman" panose="02020603050405020304" charset="0"/>
              </a:rPr>
              <a:t>Phương pháp kiểm tra</a:t>
            </a:r>
            <a:r>
              <a:rPr lang="vi-VN" sz="1600">
                <a:latin typeface="Times New Roman" panose="02020603050405020304" charset="0"/>
                <a:cs typeface="Times New Roman" panose="02020603050405020304" charset="0"/>
              </a:rPr>
              <a:t>: Sử dụng kiểm tra tương quan Spearman để xác định xem hai biến có tương quan hay không. Phương pháp thống kê này định lượng mức độ mà các biến đang xem xét được liên kết bởi một hàm đơn điệu, nghĩa là một mối quan hệ tăng hoặc giảm. Là một kiểm định giả thuyết thống kê, phương pháp này giả định rằng các mẫu không tương quan với nhau (không loại bỏ được ).</a:t>
            </a:r>
            <a:endParaRPr lang="vi-VN" sz="1600">
              <a:latin typeface="Times New Roman" panose="02020603050405020304" charset="0"/>
              <a:cs typeface="Times New Roman" panose="02020603050405020304" charset="0"/>
            </a:endParaRPr>
          </a:p>
          <a:p>
            <a:pPr algn="l"/>
            <a:endParaRPr lang="vi-VN" sz="1600">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23"/>
          <p:cNvSpPr txBox="1">
            <a:spLocks noGrp="1"/>
          </p:cNvSpPr>
          <p:nvPr>
            <p:ph type="body" idx="1"/>
          </p:nvPr>
        </p:nvSpPr>
        <p:spPr>
          <a:xfrm>
            <a:off x="2697567" y="1123950"/>
            <a:ext cx="2700600" cy="3096000"/>
          </a:xfrm>
          <a:prstGeom prst="rect">
            <a:avLst/>
          </a:prstGeom>
        </p:spPr>
        <p:txBody>
          <a:bodyPr spcFirstLastPara="1" wrap="square" lIns="91425" tIns="91425" rIns="91425" bIns="91425" anchor="t" anchorCtr="0">
            <a:noAutofit/>
          </a:bodyPr>
          <a:lstStyle/>
          <a:p>
            <a:pPr>
              <a:buNone/>
            </a:pPr>
            <a:r>
              <a:rPr lang="en-GB" b="1"/>
              <a:t>1. </a:t>
            </a:r>
            <a:r>
              <a:rPr lang="en-GB" b="1">
                <a:latin typeface="Times New Roman" panose="02020603050405020304" charset="0"/>
                <a:cs typeface="Times New Roman" panose="02020603050405020304" charset="0"/>
              </a:rPr>
              <a:t>Phát biểu giả thuyết</a:t>
            </a:r>
            <a:endParaRPr lang="vi-VN" b="1">
              <a:latin typeface="Times New Roman" panose="02020603050405020304" charset="0"/>
              <a:cs typeface="Times New Roman" panose="02020603050405020304" charset="0"/>
            </a:endParaRPr>
          </a:p>
          <a:p>
            <a:pPr>
              <a:buNone/>
            </a:pPr>
            <a:r>
              <a:rPr lang="en-GB" sz="1600" b="1" i="1">
                <a:latin typeface="Times New Roman" panose="02020603050405020304" charset="0"/>
                <a:cs typeface="Times New Roman" panose="02020603050405020304" charset="0"/>
              </a:rPr>
              <a:t>H</a:t>
            </a:r>
            <a:r>
              <a:rPr lang="en-GB" sz="1600" b="1" i="1" baseline="-25000">
                <a:latin typeface="Times New Roman" panose="02020603050405020304" charset="0"/>
                <a:cs typeface="Times New Roman" panose="02020603050405020304" charset="0"/>
              </a:rPr>
              <a:t>0</a:t>
            </a:r>
            <a:r>
              <a:rPr lang="en-GB" sz="1600">
                <a:latin typeface="Times New Roman" panose="02020603050405020304" charset="0"/>
                <a:cs typeface="Times New Roman" panose="02020603050405020304" charset="0"/>
              </a:rPr>
              <a:t>: Giáo dục và Tình trạng hôn nhân là độc lập</a:t>
            </a:r>
            <a:endParaRPr lang="en-GB" sz="1600">
              <a:latin typeface="Times New Roman" panose="02020603050405020304" charset="0"/>
              <a:cs typeface="Times New Roman" panose="02020603050405020304" charset="0"/>
            </a:endParaRPr>
          </a:p>
          <a:p>
            <a:pPr>
              <a:buNone/>
            </a:pPr>
            <a:endParaRPr lang="en-GB" sz="1600">
              <a:latin typeface="Times New Roman" panose="02020603050405020304" charset="0"/>
              <a:cs typeface="Times New Roman" panose="02020603050405020304" charset="0"/>
            </a:endParaRPr>
          </a:p>
          <a:p>
            <a:pPr>
              <a:buNone/>
            </a:pPr>
            <a:r>
              <a:rPr lang="en-GB" sz="1600" b="1" i="1">
                <a:latin typeface="Times New Roman" panose="02020603050405020304" charset="0"/>
                <a:cs typeface="Times New Roman" panose="02020603050405020304" charset="0"/>
              </a:rPr>
              <a:t>H</a:t>
            </a:r>
            <a:r>
              <a:rPr lang="en-GB" sz="1600" b="1" i="1" baseline="-25000">
                <a:latin typeface="Times New Roman" panose="02020603050405020304" charset="0"/>
                <a:cs typeface="Times New Roman" panose="02020603050405020304" charset="0"/>
              </a:rPr>
              <a:t>a</a:t>
            </a:r>
            <a:r>
              <a:rPr lang="en-GB" sz="1600">
                <a:latin typeface="Times New Roman" panose="02020603050405020304" charset="0"/>
                <a:cs typeface="Times New Roman" panose="02020603050405020304" charset="0"/>
              </a:rPr>
              <a:t>: Giáo dục và Tình trạng hôn nhân không độc lập</a:t>
            </a:r>
            <a:endParaRPr sz="1600">
              <a:latin typeface="Times New Roman" panose="02020603050405020304" charset="0"/>
              <a:cs typeface="Times New Roman" panose="02020603050405020304" charset="0"/>
            </a:endParaRPr>
          </a:p>
          <a:p>
            <a:pPr marL="0" lvl="0" indent="0" algn="l">
              <a:spcBef>
                <a:spcPts val="600"/>
              </a:spcBef>
              <a:spcAft>
                <a:spcPts val="0"/>
              </a:spcAft>
              <a:buNone/>
            </a:pPr>
            <a:endParaRPr lang="en-GB" b="1">
              <a:latin typeface="Times New Roman" panose="02020603050405020304" charset="0"/>
              <a:cs typeface="Times New Roman" panose="02020603050405020304" charset="0"/>
            </a:endParaRPr>
          </a:p>
        </p:txBody>
      </p:sp>
      <p:sp>
        <p:nvSpPr>
          <p:cNvPr id="153" name="Google Shape;153;p23"/>
          <p:cNvSpPr txBox="1">
            <a:spLocks noGrp="1"/>
          </p:cNvSpPr>
          <p:nvPr>
            <p:ph type="title"/>
          </p:nvPr>
        </p:nvSpPr>
        <p:spPr>
          <a:xfrm>
            <a:off x="457200" y="971550"/>
            <a:ext cx="1904365" cy="857250"/>
          </a:xfrm>
          <a:prstGeom prst="rect">
            <a:avLst/>
          </a:prstGeom>
        </p:spPr>
        <p:txBody>
          <a:bodyPr spcFirstLastPara="1" wrap="square" lIns="91425" tIns="91425" rIns="91425" bIns="91425" anchor="ctr" anchorCtr="0">
            <a:noAutofit/>
          </a:bodyPr>
          <a:lstStyle/>
          <a:p>
            <a:pPr algn="ctr"/>
            <a:r>
              <a:rPr lang="en-GB" i="0">
                <a:solidFill>
                  <a:schemeClr val="tx1"/>
                </a:solidFill>
                <a:latin typeface="Times New Roman" panose="02020603050405020304" charset="0"/>
                <a:cs typeface="Times New Roman" panose="02020603050405020304" charset="0"/>
              </a:rPr>
              <a:t>Các biến phân loại: Kiểm định Chi bình phương cho tính độc lập</a:t>
            </a:r>
            <a:endParaRPr lang="en-GB" i="0">
              <a:solidFill>
                <a:schemeClr val="tx1"/>
              </a:solidFill>
              <a:latin typeface="Times New Roman" panose="02020603050405020304" charset="0"/>
              <a:cs typeface="Times New Roman" panose="02020603050405020304" charset="0"/>
            </a:endParaRPr>
          </a:p>
        </p:txBody>
      </p:sp>
      <p:sp>
        <p:nvSpPr>
          <p:cNvPr id="154" name="Google Shape;154;p23"/>
          <p:cNvSpPr txBox="1">
            <a:spLocks noGrp="1"/>
          </p:cNvSpPr>
          <p:nvPr>
            <p:ph type="body" idx="2"/>
          </p:nvPr>
        </p:nvSpPr>
        <p:spPr>
          <a:xfrm>
            <a:off x="5455469" y="1123950"/>
            <a:ext cx="3016428" cy="3096000"/>
          </a:xfrm>
          <a:prstGeom prst="rect">
            <a:avLst/>
          </a:prstGeom>
        </p:spPr>
        <p:txBody>
          <a:bodyPr spcFirstLastPara="1" wrap="square" lIns="91425" tIns="91425" rIns="91425" bIns="91425" anchor="t" anchorCtr="0">
            <a:noAutofit/>
          </a:bodyPr>
          <a:lstStyle/>
          <a:p>
            <a:pPr lvl="0" algn="l">
              <a:spcBef>
                <a:spcPts val="600"/>
              </a:spcBef>
              <a:spcAft>
                <a:spcPts val="0"/>
              </a:spcAft>
              <a:buNone/>
            </a:pPr>
            <a:r>
              <a:rPr lang="en-GB" b="1"/>
              <a:t>2. </a:t>
            </a:r>
            <a:r>
              <a:rPr lang="en-GB" b="1">
                <a:latin typeface="Times New Roman" panose="02020603050405020304" charset="0"/>
                <a:cs typeface="Times New Roman" panose="02020603050405020304" charset="0"/>
              </a:rPr>
              <a:t>Lập kế hoạch phân tích</a:t>
            </a:r>
            <a:endParaRPr lang="vi-VN" b="1">
              <a:latin typeface="Times New Roman" panose="02020603050405020304" charset="0"/>
              <a:cs typeface="Times New Roman" panose="02020603050405020304" charset="0"/>
            </a:endParaRPr>
          </a:p>
          <a:p>
            <a:pPr>
              <a:buNone/>
            </a:pPr>
            <a:r>
              <a:rPr lang="en-GB" sz="1600">
                <a:latin typeface="Times New Roman" panose="02020603050405020304" charset="0"/>
                <a:cs typeface="Times New Roman" panose="02020603050405020304" charset="0"/>
              </a:rPr>
              <a:t>* </a:t>
            </a:r>
            <a:r>
              <a:rPr lang="en-GB" sz="1600" b="1" i="1">
                <a:latin typeface="Times New Roman" panose="02020603050405020304" charset="0"/>
                <a:cs typeface="Times New Roman" panose="02020603050405020304" charset="0"/>
              </a:rPr>
              <a:t>Mức ý nghĩa</a:t>
            </a:r>
            <a:r>
              <a:rPr lang="en-GB" sz="1600">
                <a:latin typeface="Times New Roman" panose="02020603050405020304" charset="0"/>
                <a:cs typeface="Times New Roman" panose="02020603050405020304" charset="0"/>
              </a:rPr>
              <a:t>: Kiểm tra giả thuyết ở mức ý nghĩa 5%</a:t>
            </a:r>
            <a:endParaRPr lang="en-GB" sz="1600">
              <a:latin typeface="Times New Roman" panose="02020603050405020304" charset="0"/>
              <a:cs typeface="Times New Roman" panose="02020603050405020304" charset="0"/>
            </a:endParaRPr>
          </a:p>
          <a:p>
            <a:pPr>
              <a:buNone/>
            </a:pPr>
            <a:r>
              <a:rPr lang="en-GB" sz="1600">
                <a:latin typeface="Times New Roman" panose="02020603050405020304" charset="0"/>
                <a:cs typeface="Times New Roman" panose="02020603050405020304" charset="0"/>
              </a:rPr>
              <a:t>* </a:t>
            </a:r>
            <a:r>
              <a:rPr lang="en-GB" sz="1600" b="1" i="1">
                <a:latin typeface="Times New Roman" panose="02020603050405020304" charset="0"/>
                <a:cs typeface="Times New Roman" panose="02020603050405020304" charset="0"/>
              </a:rPr>
              <a:t>Phương pháp kiểm tra</a:t>
            </a:r>
            <a:r>
              <a:rPr lang="en-GB" sz="1600">
                <a:latin typeface="Times New Roman" panose="02020603050405020304" charset="0"/>
                <a:cs typeface="Times New Roman" panose="02020603050405020304" charset="0"/>
              </a:rPr>
              <a:t>: Sử dụng kiểm định Chi bình phương về tính độc lập để xác định liệu có mối quan hệ đáng kể giữa hai biến phân loại hay không.</a:t>
            </a:r>
            <a:endParaRPr lang="en-GB" sz="1600">
              <a:latin typeface="Times New Roman" panose="02020603050405020304" charset="0"/>
              <a:cs typeface="Times New Roman" panose="02020603050405020304" charset="0"/>
            </a:endParaRPr>
          </a:p>
          <a:p>
            <a:pPr marL="0" lvl="0" indent="0" algn="l">
              <a:spcBef>
                <a:spcPts val="600"/>
              </a:spcBef>
              <a:spcAft>
                <a:spcPts val="0"/>
              </a:spcAft>
              <a:buNone/>
            </a:pPr>
            <a:endParaRPr lang="en-GB" b="1">
              <a:latin typeface="Times New Roman" panose="02020603050405020304" charset="0"/>
              <a:cs typeface="Times New Roman" panose="02020603050405020304" charset="0"/>
            </a:endParaRPr>
          </a:p>
        </p:txBody>
      </p:sp>
      <p:sp>
        <p:nvSpPr>
          <p:cNvPr id="155" name="Google Shape;155;p2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p:cNvSpPr>
            <a:spLocks noGrp="1"/>
          </p:cNvSpPr>
          <p:nvPr>
            <p:ph type="ctrTitle"/>
          </p:nvPr>
        </p:nvSpPr>
        <p:spPr>
          <a:xfrm>
            <a:off x="2330921" y="1457520"/>
            <a:ext cx="4335000" cy="1159800"/>
          </a:xfrm>
        </p:spPr>
        <p:txBody>
          <a:bodyPr/>
          <a:lstStyle/>
          <a:p>
            <a:r>
              <a:rPr lang="vi-VN">
                <a:solidFill>
                  <a:schemeClr val="bg1"/>
                </a:solidFill>
                <a:latin typeface="Times New Roman" panose="02020603050405020304" charset="0"/>
                <a:cs typeface="Times New Roman" panose="02020603050405020304" charset="0"/>
              </a:rPr>
              <a:t>dof  =  (r - 1)(c -</a:t>
            </a:r>
            <a:r>
              <a:rPr lang="vi-VN">
                <a:solidFill>
                  <a:schemeClr val="bg1"/>
                </a:solidFill>
                <a:latin typeface="Times New Roman" panose="02020603050405020304" charset="0"/>
                <a:cs typeface="Times New Roman" panose="02020603050405020304" charset="0"/>
              </a:rPr>
              <a:t> 1)</a:t>
            </a:r>
            <a:endParaRPr lang="vi-VN">
              <a:solidFill>
                <a:schemeClr val="bg1"/>
              </a:solidFill>
              <a:latin typeface="Times New Roman" panose="02020603050405020304" charset="0"/>
              <a:cs typeface="Times New Roman" panose="02020603050405020304" charset="0"/>
            </a:endParaRPr>
          </a:p>
        </p:txBody>
      </p:sp>
      <p:sp>
        <p:nvSpPr>
          <p:cNvPr id="3" name="Tiêu đề phụ 2"/>
          <p:cNvSpPr>
            <a:spLocks noGrp="1"/>
          </p:cNvSpPr>
          <p:nvPr>
            <p:ph type="subTitle" idx="1"/>
          </p:nvPr>
        </p:nvSpPr>
        <p:spPr>
          <a:xfrm>
            <a:off x="2326005" y="2876550"/>
            <a:ext cx="4659630" cy="784860"/>
          </a:xfrm>
        </p:spPr>
        <p:txBody>
          <a:bodyPr/>
          <a:lstStyle/>
          <a:p>
            <a:r>
              <a:rPr lang="vi-VN" sz="1600">
                <a:latin typeface="Times New Roman" panose="02020603050405020304" charset="0"/>
                <a:cs typeface="Times New Roman" panose="02020603050405020304" charset="0"/>
              </a:rPr>
              <a:t>Trong đó </a:t>
            </a:r>
            <a:r>
              <a:rPr lang="vi-VN" sz="1600" i="1">
                <a:latin typeface="Times New Roman" panose="02020603050405020304" charset="0"/>
                <a:cs typeface="Times New Roman" panose="02020603050405020304" charset="0"/>
              </a:rPr>
              <a:t>r</a:t>
            </a:r>
            <a:r>
              <a:rPr lang="vi-VN" sz="1600">
                <a:latin typeface="Times New Roman" panose="02020603050405020304" charset="0"/>
                <a:cs typeface="Times New Roman" panose="02020603050405020304" charset="0"/>
              </a:rPr>
              <a:t> , </a:t>
            </a:r>
            <a:r>
              <a:rPr lang="vi-VN" sz="1600" i="1">
                <a:latin typeface="Times New Roman" panose="02020603050405020304" charset="0"/>
                <a:cs typeface="Times New Roman" panose="02020603050405020304" charset="0"/>
              </a:rPr>
              <a:t>c</a:t>
            </a:r>
            <a:r>
              <a:rPr lang="vi-VN" sz="1600">
                <a:latin typeface="Times New Roman" panose="02020603050405020304" charset="0"/>
                <a:cs typeface="Times New Roman" panose="02020603050405020304" charset="0"/>
              </a:rPr>
              <a:t> lần lượt là số giá trị của  biến phân loại.</a:t>
            </a:r>
            <a:endParaRPr lang="vi-VN" sz="1600">
              <a:latin typeface="Times New Roman" panose="02020603050405020304" charset="0"/>
              <a:cs typeface="Times New Roman" panose="02020603050405020304" charset="0"/>
            </a:endParaRPr>
          </a:p>
        </p:txBody>
      </p:sp>
      <p:sp>
        <p:nvSpPr>
          <p:cNvPr id="4" name="Chỗ dành sẵn cho Số hiệu Bản chiếu 3"/>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GB"/>
            </a:fld>
            <a:endParaRPr lang="en-GB"/>
          </a:p>
        </p:txBody>
      </p:sp>
      <p:sp>
        <p:nvSpPr>
          <p:cNvPr id="5" name="Hình chữ nhật: Góc Tròn 4"/>
          <p:cNvSpPr/>
          <p:nvPr/>
        </p:nvSpPr>
        <p:spPr>
          <a:xfrm>
            <a:off x="3618497" y="723398"/>
            <a:ext cx="2075446" cy="917407"/>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vi-VN"/>
          </a:p>
        </p:txBody>
      </p:sp>
      <p:sp>
        <p:nvSpPr>
          <p:cNvPr id="6" name="Hộp Văn bản 5"/>
          <p:cNvSpPr txBox="1"/>
          <p:nvPr/>
        </p:nvSpPr>
        <p:spPr>
          <a:xfrm>
            <a:off x="3962534" y="951364"/>
            <a:ext cx="2743199" cy="460375"/>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vi-VN" sz="2400" b="1">
                <a:solidFill>
                  <a:schemeClr val="tx1"/>
                </a:solidFill>
                <a:latin typeface="Times New Roman" panose="02020603050405020304" charset="0"/>
                <a:cs typeface="Times New Roman" panose="02020603050405020304" charset="0"/>
              </a:rPr>
              <a:t>Bậc Tự do</a:t>
            </a:r>
            <a:endParaRPr lang="vi-VN" sz="2400" b="1">
              <a:solidFill>
                <a:schemeClr val="tx1"/>
              </a:solidFill>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hỗ dành sẵn cho Văn bản 1"/>
          <p:cNvSpPr>
            <a:spLocks noGrp="1"/>
          </p:cNvSpPr>
          <p:nvPr>
            <p:ph type="body" idx="1"/>
          </p:nvPr>
        </p:nvSpPr>
        <p:spPr/>
        <p:txBody>
          <a:bodyPr/>
          <a:lstStyle/>
          <a:p>
            <a:r>
              <a:rPr lang="en-US" altLang="vi-VN" b="1"/>
              <a:t>Kiểm định Chi bình phương</a:t>
            </a:r>
            <a:endParaRPr lang="en-US" altLang="vi-VN" b="1"/>
          </a:p>
        </p:txBody>
      </p:sp>
      <p:sp>
        <p:nvSpPr>
          <p:cNvPr id="3" name="Chỗ dành sẵn cho Số hiệu Bản chiếu 2"/>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GB"/>
            </a:fld>
            <a:endParaRPr lang="en-GB"/>
          </a:p>
        </p:txBody>
      </p:sp>
      <p:sp>
        <p:nvSpPr>
          <p:cNvPr id="4" name="Hộp Văn bản 3"/>
          <p:cNvSpPr txBox="1"/>
          <p:nvPr/>
        </p:nvSpPr>
        <p:spPr>
          <a:xfrm>
            <a:off x="2087479" y="1087354"/>
            <a:ext cx="5134475" cy="583565"/>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ctr"/>
            <a:r>
              <a:rPr lang="vi-VN" sz="1600" b="1">
                <a:latin typeface="Times New Roman" panose="02020603050405020304" charset="0"/>
                <a:cs typeface="Times New Roman" panose="02020603050405020304" charset="0"/>
              </a:rPr>
              <a:t>Thống kê thử nghiệm là một biến ngẫu nhiên Chi bình phương  được xác định bởi phương trình sau</a:t>
            </a:r>
            <a:endParaRPr lang="vi-VN" sz="1600" b="1">
              <a:latin typeface="Times New Roman" panose="02020603050405020304" charset="0"/>
              <a:cs typeface="Times New Roman" panose="02020603050405020304" charset="0"/>
            </a:endParaRPr>
          </a:p>
        </p:txBody>
      </p:sp>
      <p:pic>
        <p:nvPicPr>
          <p:cNvPr id="6" name="Hình ảnh 6" descr="Ảnh có chứa văn bản&#10;&#10;Mô tả được tự động tạo"/>
          <p:cNvPicPr>
            <a:picLocks noChangeAspect="1"/>
          </p:cNvPicPr>
          <p:nvPr/>
        </p:nvPicPr>
        <p:blipFill>
          <a:blip r:embed="rId1"/>
          <a:stretch>
            <a:fillRect/>
          </a:stretch>
        </p:blipFill>
        <p:spPr>
          <a:xfrm>
            <a:off x="2982328" y="1848181"/>
            <a:ext cx="3186864" cy="1454658"/>
          </a:xfrm>
          <a:prstGeom prst="rect">
            <a:avLst/>
          </a:prstGeom>
        </p:spPr>
      </p:pic>
      <p:sp>
        <p:nvSpPr>
          <p:cNvPr id="7" name="Hộp Văn bản 6"/>
          <p:cNvSpPr txBox="1"/>
          <p:nvPr/>
        </p:nvSpPr>
        <p:spPr>
          <a:xfrm>
            <a:off x="1828734" y="3181584"/>
            <a:ext cx="5984204" cy="953135"/>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vi-VN">
                <a:latin typeface="Times New Roman" panose="02020603050405020304" charset="0"/>
                <a:cs typeface="Times New Roman" panose="02020603050405020304" charset="0"/>
              </a:rPr>
              <a:t>Trong đó:</a:t>
            </a:r>
            <a:endParaRPr lang="vi-VN">
              <a:latin typeface="Times New Roman" panose="02020603050405020304" charset="0"/>
              <a:cs typeface="Times New Roman" panose="02020603050405020304" charset="0"/>
            </a:endParaRPr>
          </a:p>
          <a:p>
            <a:r>
              <a:rPr lang="vi-VN">
                <a:latin typeface="Times New Roman" panose="02020603050405020304" charset="0"/>
                <a:cs typeface="Times New Roman" panose="02020603050405020304" charset="0"/>
              </a:rPr>
              <a:t> </a:t>
            </a:r>
            <a:r>
              <a:rPr lang="vi-VN" b="1" i="1">
                <a:latin typeface="Times New Roman" panose="02020603050405020304" charset="0"/>
                <a:cs typeface="Times New Roman" panose="02020603050405020304" charset="0"/>
              </a:rPr>
              <a:t>O</a:t>
            </a:r>
            <a:r>
              <a:rPr lang="vi-VN" b="1" i="1" baseline="-25000">
                <a:latin typeface="Times New Roman" panose="02020603050405020304" charset="0"/>
                <a:cs typeface="Times New Roman" panose="02020603050405020304" charset="0"/>
              </a:rPr>
              <a:t>r</a:t>
            </a:r>
            <a:r>
              <a:rPr lang="vi-VN">
                <a:latin typeface="Times New Roman" panose="02020603050405020304" charset="0"/>
                <a:cs typeface="Times New Roman" panose="02020603050405020304" charset="0"/>
              </a:rPr>
              <a:t> là tần số đếm được quan sát ở mức </a:t>
            </a:r>
            <a:r>
              <a:rPr lang="vi-VN" i="1">
                <a:latin typeface="Times New Roman" panose="02020603050405020304" charset="0"/>
                <a:cs typeface="Times New Roman" panose="02020603050405020304" charset="0"/>
              </a:rPr>
              <a:t>r</a:t>
            </a:r>
            <a:r>
              <a:rPr lang="vi-VN">
                <a:latin typeface="Times New Roman" panose="02020603050405020304" charset="0"/>
                <a:cs typeface="Times New Roman" panose="02020603050405020304" charset="0"/>
              </a:rPr>
              <a:t> của biến </a:t>
            </a:r>
            <a:r>
              <a:rPr lang="vi-VN" i="1">
                <a:latin typeface="Times New Roman" panose="02020603050405020304" charset="0"/>
                <a:cs typeface="Times New Roman" panose="02020603050405020304" charset="0"/>
              </a:rPr>
              <a:t>A</a:t>
            </a:r>
            <a:r>
              <a:rPr lang="vi-VN">
                <a:latin typeface="Times New Roman" panose="02020603050405020304" charset="0"/>
                <a:cs typeface="Times New Roman" panose="02020603050405020304" charset="0"/>
              </a:rPr>
              <a:t> và mức </a:t>
            </a:r>
            <a:r>
              <a:rPr lang="vi-VN" i="1">
                <a:latin typeface="Times New Roman" panose="02020603050405020304" charset="0"/>
                <a:cs typeface="Times New Roman" panose="02020603050405020304" charset="0"/>
              </a:rPr>
              <a:t>c</a:t>
            </a:r>
            <a:r>
              <a:rPr lang="vi-VN">
                <a:latin typeface="Times New Roman" panose="02020603050405020304" charset="0"/>
                <a:cs typeface="Times New Roman" panose="02020603050405020304" charset="0"/>
              </a:rPr>
              <a:t> của biến </a:t>
            </a:r>
            <a:r>
              <a:rPr lang="vi-VN" i="1">
                <a:latin typeface="Times New Roman" panose="02020603050405020304" charset="0"/>
                <a:cs typeface="Times New Roman" panose="02020603050405020304" charset="0"/>
              </a:rPr>
              <a:t>B</a:t>
            </a:r>
            <a:endParaRPr lang="vi-VN" i="1">
              <a:latin typeface="Times New Roman" panose="02020603050405020304" charset="0"/>
              <a:cs typeface="Times New Roman" panose="02020603050405020304" charset="0"/>
            </a:endParaRPr>
          </a:p>
          <a:p>
            <a:r>
              <a:rPr lang="vi-VN">
                <a:latin typeface="Times New Roman" panose="02020603050405020304" charset="0"/>
                <a:cs typeface="Times New Roman" panose="02020603050405020304" charset="0"/>
              </a:rPr>
              <a:t> </a:t>
            </a:r>
            <a:r>
              <a:rPr lang="vi-VN" b="1" i="1">
                <a:latin typeface="Times New Roman" panose="02020603050405020304" charset="0"/>
                <a:cs typeface="Times New Roman" panose="02020603050405020304" charset="0"/>
              </a:rPr>
              <a:t>E</a:t>
            </a:r>
            <a:r>
              <a:rPr lang="vi-VN" b="1" i="1" baseline="-25000">
                <a:latin typeface="Times New Roman" panose="02020603050405020304" charset="0"/>
                <a:cs typeface="Times New Roman" panose="02020603050405020304" charset="0"/>
              </a:rPr>
              <a:t>r</a:t>
            </a:r>
            <a:r>
              <a:rPr lang="vi-VN">
                <a:latin typeface="Times New Roman" panose="02020603050405020304" charset="0"/>
                <a:cs typeface="Times New Roman" panose="02020603050405020304" charset="0"/>
              </a:rPr>
              <a:t> là tần số đếm kì vọng ở mức </a:t>
            </a:r>
            <a:r>
              <a:rPr lang="vi-VN" i="1">
                <a:latin typeface="Times New Roman" panose="02020603050405020304" charset="0"/>
                <a:cs typeface="Times New Roman" panose="02020603050405020304" charset="0"/>
              </a:rPr>
              <a:t>r</a:t>
            </a:r>
            <a:r>
              <a:rPr lang="vi-VN">
                <a:latin typeface="Times New Roman" panose="02020603050405020304" charset="0"/>
                <a:cs typeface="Times New Roman" panose="02020603050405020304" charset="0"/>
              </a:rPr>
              <a:t> của biến </a:t>
            </a:r>
            <a:r>
              <a:rPr lang="vi-VN" i="1">
                <a:latin typeface="Times New Roman" panose="02020603050405020304" charset="0"/>
                <a:cs typeface="Times New Roman" panose="02020603050405020304" charset="0"/>
              </a:rPr>
              <a:t>A </a:t>
            </a:r>
            <a:r>
              <a:rPr lang="vi-VN">
                <a:latin typeface="Times New Roman" panose="02020603050405020304" charset="0"/>
                <a:cs typeface="Times New Roman" panose="02020603050405020304" charset="0"/>
              </a:rPr>
              <a:t>và mức </a:t>
            </a:r>
            <a:r>
              <a:rPr lang="vi-VN" i="1">
                <a:latin typeface="Times New Roman" panose="02020603050405020304" charset="0"/>
                <a:cs typeface="Times New Roman" panose="02020603050405020304" charset="0"/>
              </a:rPr>
              <a:t>c </a:t>
            </a:r>
            <a:r>
              <a:rPr lang="vi-VN">
                <a:latin typeface="Times New Roman" panose="02020603050405020304" charset="0"/>
                <a:cs typeface="Times New Roman" panose="02020603050405020304" charset="0"/>
              </a:rPr>
              <a:t>của biến </a:t>
            </a:r>
            <a:r>
              <a:rPr lang="vi-VN" i="1">
                <a:latin typeface="Times New Roman" panose="02020603050405020304" charset="0"/>
                <a:cs typeface="Times New Roman" panose="02020603050405020304" charset="0"/>
              </a:rPr>
              <a:t>B</a:t>
            </a:r>
            <a:endParaRPr lang="vi-VN" i="1">
              <a:latin typeface="Times New Roman" panose="02020603050405020304" charset="0"/>
              <a:cs typeface="Times New Roman" panose="02020603050405020304" charset="0"/>
            </a:endParaRPr>
          </a:p>
          <a:p>
            <a:pPr algn="l"/>
            <a:endParaRPr lang="vi-VN">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34"/>
        <p:cNvGrpSpPr/>
        <p:nvPr/>
      </p:nvGrpSpPr>
      <p:grpSpPr>
        <a:xfrm>
          <a:off x="0" y="0"/>
          <a:ext cx="0" cy="0"/>
          <a:chOff x="0" y="0"/>
          <a:chExt cx="0" cy="0"/>
        </a:xfrm>
      </p:grpSpPr>
      <p:sp>
        <p:nvSpPr>
          <p:cNvPr id="435" name="Google Shape;435;p45"/>
          <p:cNvSpPr txBox="1">
            <a:spLocks noGrp="1"/>
          </p:cNvSpPr>
          <p:nvPr>
            <p:ph type="title"/>
          </p:nvPr>
        </p:nvSpPr>
        <p:spPr>
          <a:xfrm>
            <a:off x="412494" y="441150"/>
            <a:ext cx="1945196" cy="671700"/>
          </a:xfrm>
          <a:prstGeom prst="rect">
            <a:avLst/>
          </a:prstGeom>
        </p:spPr>
        <p:txBody>
          <a:bodyPr spcFirstLastPara="1" wrap="square" lIns="0" tIns="0" rIns="0" bIns="0" anchor="ctr" anchorCtr="0">
            <a:noAutofit/>
          </a:bodyPr>
          <a:lstStyle/>
          <a:p>
            <a:pPr algn="ctr"/>
            <a:r>
              <a:rPr lang="en-GB" i="0">
                <a:solidFill>
                  <a:schemeClr val="tx1"/>
                </a:solidFill>
                <a:latin typeface="Times New Roman" panose="02020603050405020304" charset="0"/>
                <a:cs typeface="Times New Roman" panose="02020603050405020304" charset="0"/>
              </a:rPr>
              <a:t>Giải thích kết quả</a:t>
            </a:r>
            <a:endParaRPr lang="en-GB" i="0">
              <a:solidFill>
                <a:schemeClr val="tx1"/>
              </a:solidFill>
              <a:latin typeface="Times New Roman" panose="02020603050405020304" charset="0"/>
              <a:cs typeface="Times New Roman" panose="02020603050405020304" charset="0"/>
            </a:endParaRPr>
          </a:p>
        </p:txBody>
      </p:sp>
      <p:sp>
        <p:nvSpPr>
          <p:cNvPr id="436" name="Google Shape;436;p4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
        <p:nvSpPr>
          <p:cNvPr id="437" name="Google Shape;437;p45"/>
          <p:cNvSpPr/>
          <p:nvPr/>
        </p:nvSpPr>
        <p:spPr>
          <a:xfrm>
            <a:off x="531916" y="2126376"/>
            <a:ext cx="4083900" cy="1538400"/>
          </a:xfrm>
          <a:prstGeom prst="rect">
            <a:avLst/>
          </a:prstGeom>
          <a:solidFill>
            <a:srgbClr val="1B1B46">
              <a:alpha val="10380"/>
            </a:srgbClr>
          </a:solidFill>
          <a:ln w="9525" cap="flat" cmpd="sng">
            <a:solidFill>
              <a:schemeClr val="dk2"/>
            </a:solidFill>
            <a:prstDash val="solid"/>
            <a:round/>
            <a:headEnd type="none" w="sm" len="sm"/>
            <a:tailEnd type="none" w="sm" len="sm"/>
          </a:ln>
        </p:spPr>
        <p:txBody>
          <a:bodyPr spcFirstLastPara="1" wrap="square" lIns="91425" tIns="91425" rIns="1371600" bIns="91425" anchor="t" anchorCtr="0">
            <a:noAutofit/>
          </a:bodyPr>
          <a:lstStyle/>
          <a:p>
            <a:pPr algn="ctr"/>
            <a:r>
              <a:rPr lang="en-GB">
                <a:solidFill>
                  <a:schemeClr val="bg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P-value cao hơn mức ý nghĩa 5%, chúng ta không bác bỏ giả thuyết vô hiệu.</a:t>
            </a:r>
            <a:endParaRPr lang="vi-VN">
              <a:solidFill>
                <a:schemeClr val="bg1"/>
              </a:solidFill>
              <a:latin typeface="Times New Roman" panose="02020603050405020304" charset="0"/>
              <a:cs typeface="Times New Roman" panose="02020603050405020304" charset="0"/>
            </a:endParaRPr>
          </a:p>
        </p:txBody>
      </p:sp>
      <p:sp>
        <p:nvSpPr>
          <p:cNvPr id="438" name="Google Shape;438;p45"/>
          <p:cNvSpPr/>
          <p:nvPr/>
        </p:nvSpPr>
        <p:spPr>
          <a:xfrm>
            <a:off x="4672066" y="2126376"/>
            <a:ext cx="4083900" cy="1538400"/>
          </a:xfrm>
          <a:prstGeom prst="rect">
            <a:avLst/>
          </a:prstGeom>
          <a:solidFill>
            <a:srgbClr val="1B1B46">
              <a:alpha val="10380"/>
            </a:srgbClr>
          </a:solidFill>
          <a:ln w="9525" cap="flat" cmpd="sng">
            <a:solidFill>
              <a:schemeClr val="dk2"/>
            </a:solidFill>
            <a:prstDash val="solid"/>
            <a:round/>
            <a:headEnd type="none" w="sm" len="sm"/>
            <a:tailEnd type="none" w="sm" len="sm"/>
          </a:ln>
        </p:spPr>
        <p:txBody>
          <a:bodyPr spcFirstLastPara="1" wrap="square" lIns="1371600" tIns="91425" rIns="91425" bIns="91425" anchor="t" anchorCtr="0">
            <a:noAutofit/>
          </a:bodyPr>
          <a:lstStyle/>
          <a:p>
            <a:pPr marL="285750" indent="-285750" algn="l">
              <a:buFont typeface="Arial" panose="020B0604020202020204" pitchFamily="34" charset="0"/>
              <a:buChar char="•"/>
            </a:pPr>
            <a:r>
              <a:rPr lang="en-GB">
                <a:solidFill>
                  <a:schemeClr val="bg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Thống kê thử nghiệm thấp hơn giá trị tới hạn, không thể bác bỏ giả thuyết không.</a:t>
            </a:r>
            <a:endParaRPr lang="vi-VN">
              <a:solidFill>
                <a:schemeClr val="bg1"/>
              </a:solidFill>
              <a:latin typeface="Times New Roman" panose="02020603050405020304" charset="0"/>
              <a:cs typeface="Times New Roman" panose="02020603050405020304" charset="0"/>
            </a:endParaRPr>
          </a:p>
          <a:p>
            <a:pPr marL="285750" indent="-285750" algn="l">
              <a:buFont typeface="Arial" panose="020B0604020202020204" pitchFamily="34" charset="0"/>
              <a:buChar char="•"/>
            </a:pPr>
            <a:r>
              <a:rPr lang="en-GB">
                <a:solidFill>
                  <a:schemeClr val="bg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Có thể kết luận rằng tình trạng hôn nhân độc lập với bằng tốt nghiệp sở hữu ở mức độ tin cậy 95%.</a:t>
            </a:r>
            <a:endParaRPr lang="en-GB">
              <a:solidFill>
                <a:schemeClr val="bg1"/>
              </a:solidFill>
              <a:latin typeface="Times New Roman" panose="02020603050405020304" charset="0"/>
              <a:cs typeface="Times New Roman" panose="02020603050405020304" charset="0"/>
            </a:endParaRPr>
          </a:p>
          <a:p>
            <a:pPr marL="285750" indent="-285750" algn="r"/>
            <a:endParaRPr lang="en-GB">
              <a:solidFill>
                <a:schemeClr val="bg1"/>
              </a:solidFill>
              <a:latin typeface="Times New Roman" panose="02020603050405020304" charset="0"/>
            </a:endParaRPr>
          </a:p>
          <a:p>
            <a:pPr algn="r"/>
            <a:endParaRPr lang="en-GB">
              <a:solidFill>
                <a:schemeClr val="bg1"/>
              </a:solidFill>
              <a:latin typeface="Times New Roman" panose="02020603050405020304" charset="0"/>
            </a:endParaRPr>
          </a:p>
          <a:p>
            <a:pPr marL="0" lvl="0" indent="0" algn="r">
              <a:buSzPts val="1100"/>
              <a:buNone/>
            </a:pPr>
            <a:endParaRPr lang="en-GB" b="1">
              <a:solidFill>
                <a:schemeClr val="bg1"/>
              </a:solidFill>
              <a:latin typeface="Times New Roman" panose="02020603050405020304" charset="0"/>
              <a:ea typeface="Times New Roman" panose="02020603050405020304" charset="0"/>
              <a:cs typeface="Times New Roman" panose="02020603050405020304" charset="0"/>
            </a:endParaRPr>
          </a:p>
        </p:txBody>
      </p:sp>
      <p:sp>
        <p:nvSpPr>
          <p:cNvPr id="441" name="Google Shape;441;p45"/>
          <p:cNvSpPr/>
          <p:nvPr/>
        </p:nvSpPr>
        <p:spPr>
          <a:xfrm>
            <a:off x="3443576" y="2490461"/>
            <a:ext cx="2346900" cy="2346900"/>
          </a:xfrm>
          <a:prstGeom prst="pie">
            <a:avLst>
              <a:gd name="adj1" fmla="val 10788866"/>
              <a:gd name="adj2" fmla="val 1620000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2" name="Google Shape;442;p45"/>
          <p:cNvSpPr/>
          <p:nvPr/>
        </p:nvSpPr>
        <p:spPr>
          <a:xfrm rot="5400000">
            <a:off x="3492372" y="2490461"/>
            <a:ext cx="2346900" cy="2346900"/>
          </a:xfrm>
          <a:prstGeom prst="pie">
            <a:avLst>
              <a:gd name="adj1" fmla="val 10788866"/>
              <a:gd name="adj2" fmla="val 16200000"/>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5" name="Google Shape;445;p45"/>
          <p:cNvSpPr/>
          <p:nvPr/>
        </p:nvSpPr>
        <p:spPr>
          <a:xfrm>
            <a:off x="3968832" y="2904793"/>
            <a:ext cx="388576" cy="441337"/>
          </a:xfrm>
          <a:prstGeom prst="rect">
            <a:avLst/>
          </a:prstGeom>
        </p:spPr>
        <p:txBody>
          <a:bodyPr>
            <a:prstTxWarp prst="textPlain">
              <a:avLst/>
            </a:prstTxWarp>
          </a:bodyPr>
          <a:lstStyle/>
          <a:p>
            <a:pPr lvl="0" algn="ctr"/>
            <a:r>
              <a:rPr b="1" i="1">
                <a:ln>
                  <a:noFill/>
                </a:ln>
                <a:solidFill>
                  <a:schemeClr val="lt1"/>
                </a:solidFill>
                <a:latin typeface="Courant" panose="02000509030000020004" charset="0"/>
              </a:rPr>
              <a:t>S</a:t>
            </a:r>
            <a:endParaRPr b="1" i="1">
              <a:ln>
                <a:noFill/>
              </a:ln>
              <a:solidFill>
                <a:schemeClr val="lt1"/>
              </a:solidFill>
              <a:latin typeface="Courant" panose="02000509030000020004" charset="0"/>
            </a:endParaRPr>
          </a:p>
        </p:txBody>
      </p:sp>
      <p:sp>
        <p:nvSpPr>
          <p:cNvPr id="446" name="Google Shape;446;p45"/>
          <p:cNvSpPr/>
          <p:nvPr/>
        </p:nvSpPr>
        <p:spPr>
          <a:xfrm>
            <a:off x="4887247" y="2957406"/>
            <a:ext cx="602653" cy="427545"/>
          </a:xfrm>
          <a:prstGeom prst="rect">
            <a:avLst/>
          </a:prstGeom>
        </p:spPr>
        <p:txBody>
          <a:bodyPr>
            <a:prstTxWarp prst="textPlain">
              <a:avLst/>
            </a:prstTxWarp>
          </a:bodyPr>
          <a:lstStyle/>
          <a:p>
            <a:pPr lvl="0" algn="ctr"/>
            <a:r>
              <a:rPr b="1" i="1">
                <a:ln>
                  <a:noFill/>
                </a:ln>
                <a:solidFill>
                  <a:schemeClr val="lt1"/>
                </a:solidFill>
                <a:latin typeface="Courant" panose="02000509030000020004" charset="0"/>
              </a:rPr>
              <a:t>W</a:t>
            </a:r>
            <a:endParaRPr b="1" i="1">
              <a:ln>
                <a:noFill/>
              </a:ln>
              <a:solidFill>
                <a:schemeClr val="lt1"/>
              </a:solidFill>
              <a:latin typeface="Courant" panose="02000509030000020004" charset="0"/>
            </a:endParaRPr>
          </a:p>
        </p:txBody>
      </p:sp>
      <p:sp>
        <p:nvSpPr>
          <p:cNvPr id="447" name="Google Shape;447;p45"/>
          <p:cNvSpPr/>
          <p:nvPr/>
        </p:nvSpPr>
        <p:spPr>
          <a:xfrm>
            <a:off x="3912693" y="2377297"/>
            <a:ext cx="434750" cy="441337"/>
          </a:xfrm>
          <a:prstGeom prst="rect">
            <a:avLst/>
          </a:prstGeom>
        </p:spPr>
        <p:txBody>
          <a:bodyPr lIns="91440" tIns="45720" rIns="91440" bIns="45720" numCol="1" anchor="t">
            <a:prstTxWarp prst="textPlain">
              <a:avLst/>
            </a:prstTxWarp>
          </a:bodyPr>
          <a:lstStyle/>
          <a:p>
            <a:pPr lvl="0" algn="ctr"/>
            <a:endParaRPr lang="vi-VN" b="1" i="1">
              <a:ln>
                <a:noFill/>
              </a:ln>
              <a:solidFill>
                <a:schemeClr val="lt1"/>
              </a:solidFill>
              <a:latin typeface="Courant" panose="02000509030000020004" charset="0"/>
            </a:endParaRPr>
          </a:p>
        </p:txBody>
      </p:sp>
      <p:sp>
        <p:nvSpPr>
          <p:cNvPr id="448" name="Google Shape;448;p45"/>
          <p:cNvSpPr/>
          <p:nvPr/>
        </p:nvSpPr>
        <p:spPr>
          <a:xfrm>
            <a:off x="4960584" y="3347318"/>
            <a:ext cx="462934" cy="514493"/>
          </a:xfrm>
          <a:prstGeom prst="rect">
            <a:avLst/>
          </a:prstGeom>
        </p:spPr>
        <p:txBody>
          <a:bodyPr lIns="91440" tIns="45720" rIns="91440" bIns="45720" numCol="1" anchor="t">
            <a:prstTxWarp prst="textPlain">
              <a:avLst/>
            </a:prstTxWarp>
          </a:bodyPr>
          <a:lstStyle/>
          <a:p>
            <a:pPr lvl="0" algn="ctr"/>
            <a:endParaRPr lang="vi-VN" b="1" i="1">
              <a:ln>
                <a:noFill/>
              </a:ln>
              <a:solidFill>
                <a:schemeClr val="lt1"/>
              </a:solidFill>
              <a:latin typeface="Courant" panose="02000509030000020004" charset="0"/>
            </a:endParaRPr>
          </a:p>
        </p:txBody>
      </p:sp>
      <p:sp>
        <p:nvSpPr>
          <p:cNvPr id="2" name="Hộp Văn bản 1"/>
          <p:cNvSpPr txBox="1"/>
          <p:nvPr/>
        </p:nvSpPr>
        <p:spPr>
          <a:xfrm>
            <a:off x="2576261" y="4087729"/>
            <a:ext cx="4029074" cy="583565"/>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pPr algn="ctr"/>
            <a:r>
              <a:rPr lang="vi-VN" sz="1600" b="1" i="1">
                <a:solidFill>
                  <a:schemeClr val="bg1"/>
                </a:solidFill>
                <a:latin typeface="Times New Roman" panose="02020603050405020304" charset="0"/>
                <a:cs typeface="Times New Roman" panose="02020603050405020304" charset="0"/>
              </a:rPr>
              <a:t>P-value</a:t>
            </a:r>
            <a:r>
              <a:rPr lang="vi-VN" sz="1600" i="1">
                <a:solidFill>
                  <a:schemeClr val="bg1"/>
                </a:solidFill>
                <a:latin typeface="Times New Roman" panose="02020603050405020304" charset="0"/>
                <a:cs typeface="Times New Roman" panose="02020603050405020304" charset="0"/>
              </a:rPr>
              <a:t> là xác suất quan sát một thống kê mẫu mà cực giống thống kê thử nghiệm.</a:t>
            </a:r>
            <a:endParaRPr lang="vi-VN" sz="1600">
              <a:solidFill>
                <a:schemeClr val="bg1"/>
              </a:solidFill>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345" name="Shape 345"/>
        <p:cNvGrpSpPr/>
        <p:nvPr/>
      </p:nvGrpSpPr>
      <p:grpSpPr>
        <a:xfrm>
          <a:off x="0" y="0"/>
          <a:ext cx="0" cy="0"/>
          <a:chOff x="0" y="0"/>
          <a:chExt cx="0" cy="0"/>
        </a:xfrm>
      </p:grpSpPr>
      <p:sp>
        <p:nvSpPr>
          <p:cNvPr id="346" name="Google Shape;346;p41"/>
          <p:cNvSpPr txBox="1"/>
          <p:nvPr>
            <p:ph type="ctrTitle"/>
          </p:nvPr>
        </p:nvSpPr>
        <p:spPr>
          <a:xfrm>
            <a:off x="2404745" y="2190750"/>
            <a:ext cx="4335145" cy="97536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GB">
                <a:latin typeface="Times New Roman" panose="02020603050405020304" charset="0"/>
                <a:cs typeface="Times New Roman" panose="02020603050405020304" charset="0"/>
              </a:rPr>
              <a:t>Tổng kết</a:t>
            </a:r>
            <a:endParaRPr lang="en-US" altLang="en-GB">
              <a:latin typeface="Times New Roman" panose="02020603050405020304" charset="0"/>
              <a:cs typeface="Times New Roman" panose="02020603050405020304" charset="0"/>
            </a:endParaRPr>
          </a:p>
        </p:txBody>
      </p:sp>
      <p:sp>
        <p:nvSpPr>
          <p:cNvPr id="348" name="Google Shape;348;p41"/>
          <p:cNvSpPr txBox="1"/>
          <p:nvPr>
            <p:ph type="ctrTitle"/>
          </p:nvPr>
        </p:nvSpPr>
        <p:spPr>
          <a:xfrm>
            <a:off x="2404575" y="893524"/>
            <a:ext cx="4335000" cy="684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sz="4800" i="0">
                <a:solidFill>
                  <a:schemeClr val="accent1"/>
                </a:solidFill>
                <a:latin typeface="Times New Roman" panose="02020603050405020304" charset="0"/>
                <a:cs typeface="Times New Roman" panose="02020603050405020304" charset="0"/>
              </a:rPr>
              <a:t>6</a:t>
            </a:r>
            <a:endParaRPr lang="en-US" sz="4800" i="0">
              <a:solidFill>
                <a:schemeClr val="accent1"/>
              </a:solidFill>
              <a:latin typeface="Times New Roman" panose="02020603050405020304" charset="0"/>
              <a:cs typeface="Times New Roman" panose="02020603050405020304" charset="0"/>
            </a:endParaRPr>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32" name="Shape 132"/>
        <p:cNvGrpSpPr/>
        <p:nvPr/>
      </p:nvGrpSpPr>
      <p:grpSpPr>
        <a:xfrm>
          <a:off x="0" y="0"/>
          <a:ext cx="0" cy="0"/>
          <a:chOff x="0" y="0"/>
          <a:chExt cx="0" cy="0"/>
        </a:xfrm>
      </p:grpSpPr>
      <p:sp>
        <p:nvSpPr>
          <p:cNvPr id="133" name="Google Shape;133;p21"/>
          <p:cNvSpPr txBox="1"/>
          <p:nvPr>
            <p:ph type="title"/>
          </p:nvPr>
        </p:nvSpPr>
        <p:spPr>
          <a:xfrm>
            <a:off x="609508" y="971365"/>
            <a:ext cx="1613400" cy="85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ltLang="en-GB" i="0">
                <a:solidFill>
                  <a:schemeClr val="tx1"/>
                </a:solidFill>
                <a:latin typeface="Times New Roman" panose="02020603050405020304" charset="0"/>
                <a:cs typeface="Times New Roman" panose="02020603050405020304" charset="0"/>
              </a:rPr>
              <a:t>Các Insight thu được</a:t>
            </a:r>
            <a:endParaRPr lang="en-US" altLang="en-GB" i="0">
              <a:solidFill>
                <a:schemeClr val="tx1"/>
              </a:solidFill>
              <a:latin typeface="Times New Roman" panose="02020603050405020304" charset="0"/>
              <a:cs typeface="Times New Roman" panose="02020603050405020304" charset="0"/>
            </a:endParaRPr>
          </a:p>
        </p:txBody>
      </p:sp>
      <p:sp>
        <p:nvSpPr>
          <p:cNvPr id="134" name="Google Shape;134;p21"/>
          <p:cNvSpPr txBox="1"/>
          <p:nvPr>
            <p:ph type="body" idx="1"/>
          </p:nvPr>
        </p:nvSpPr>
        <p:spPr>
          <a:xfrm>
            <a:off x="2798250" y="958750"/>
            <a:ext cx="5503800" cy="3240600"/>
          </a:xfrm>
          <a:prstGeom prst="rect">
            <a:avLst/>
          </a:prstGeom>
        </p:spPr>
        <p:txBody>
          <a:bodyPr spcFirstLastPara="1" wrap="square" lIns="91425" tIns="91425" rIns="91425" bIns="91425" anchor="t" anchorCtr="0">
            <a:noAutofit/>
          </a:bodyPr>
          <a:lstStyle/>
          <a:p>
            <a:pPr marL="457200" lvl="0" indent="-381000" algn="l" rtl="0">
              <a:spcBef>
                <a:spcPts val="600"/>
              </a:spcBef>
              <a:spcAft>
                <a:spcPts val="0"/>
              </a:spcAft>
              <a:buSzPts val="2400"/>
              <a:buChar char="▹"/>
            </a:pPr>
            <a:r>
              <a:rPr lang="en-GB"/>
              <a:t>Here you have a list of items</a:t>
            </a:r>
            <a:endParaRPr lang="en-GB"/>
          </a:p>
          <a:p>
            <a:pPr marL="457200" lvl="0" indent="-381000" algn="l" rtl="0">
              <a:spcBef>
                <a:spcPts val="0"/>
              </a:spcBef>
              <a:spcAft>
                <a:spcPts val="0"/>
              </a:spcAft>
              <a:buSzPts val="2400"/>
              <a:buChar char="▹"/>
            </a:pPr>
            <a:r>
              <a:rPr lang="en-GB"/>
              <a:t>And some text</a:t>
            </a:r>
            <a:endParaRPr lang="en-GB"/>
          </a:p>
          <a:p>
            <a:pPr marL="457200" lvl="0" indent="-381000" algn="l" rtl="0">
              <a:spcBef>
                <a:spcPts val="0"/>
              </a:spcBef>
              <a:spcAft>
                <a:spcPts val="0"/>
              </a:spcAft>
              <a:buSzPts val="2400"/>
              <a:buChar char="▹"/>
            </a:pPr>
            <a:r>
              <a:rPr lang="en-GB"/>
              <a:t>But remember not to overload your slides with content</a:t>
            </a:r>
            <a:endParaRPr lang="en-GB"/>
          </a:p>
          <a:p>
            <a:pPr marL="0" lvl="0" indent="0" algn="l" rtl="0">
              <a:spcBef>
                <a:spcPts val="600"/>
              </a:spcBef>
              <a:spcAft>
                <a:spcPts val="0"/>
              </a:spcAft>
              <a:buNone/>
            </a:pPr>
          </a:p>
          <a:p>
            <a:pPr marL="0" lvl="0" indent="0" algn="l" rtl="0">
              <a:spcBef>
                <a:spcPts val="600"/>
              </a:spcBef>
              <a:spcAft>
                <a:spcPts val="0"/>
              </a:spcAft>
              <a:buNone/>
            </a:pPr>
            <a:endParaRPr lang="en-GB"/>
          </a:p>
        </p:txBody>
      </p:sp>
      <p:sp>
        <p:nvSpPr>
          <p:cNvPr id="135" name="Google Shape;135;p21"/>
          <p:cNvSpPr txBox="1"/>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transition>
    <p:fade thruBlk="1"/>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sp>
        <p:nvSpPr>
          <p:cNvPr id="216" name="Google Shape;216;p30"/>
          <p:cNvSpPr/>
          <p:nvPr/>
        </p:nvSpPr>
        <p:spPr>
          <a:xfrm>
            <a:off x="1711350" y="1218750"/>
            <a:ext cx="5721300" cy="2706000"/>
          </a:xfrm>
          <a:prstGeom prst="rect">
            <a:avLst/>
          </a:prstGeom>
          <a:solidFill>
            <a:schemeClr val="accent1"/>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7" name="Google Shape;217;p30"/>
          <p:cNvSpPr txBox="1">
            <a:spLocks noGrp="1"/>
          </p:cNvSpPr>
          <p:nvPr>
            <p:ph type="ctrTitle" idx="4294967295"/>
          </p:nvPr>
        </p:nvSpPr>
        <p:spPr>
          <a:xfrm>
            <a:off x="685800" y="1991850"/>
            <a:ext cx="7772400" cy="1159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GB" sz="7200">
                <a:solidFill>
                  <a:srgbClr val="4D4A56"/>
                </a:solidFill>
              </a:rPr>
              <a:t>89,526,124</a:t>
            </a:r>
            <a:endParaRPr sz="7200">
              <a:solidFill>
                <a:srgbClr val="4D4A56"/>
              </a:solidFill>
            </a:endParaRPr>
          </a:p>
        </p:txBody>
      </p:sp>
      <p:sp>
        <p:nvSpPr>
          <p:cNvPr id="218" name="Google Shape;218;p30"/>
          <p:cNvSpPr txBox="1">
            <a:spLocks noGrp="1"/>
          </p:cNvSpPr>
          <p:nvPr>
            <p:ph type="subTitle" idx="4294967295"/>
          </p:nvPr>
        </p:nvSpPr>
        <p:spPr>
          <a:xfrm>
            <a:off x="1711350" y="3924750"/>
            <a:ext cx="5721300" cy="784800"/>
          </a:xfrm>
          <a:prstGeom prst="rect">
            <a:avLst/>
          </a:prstGeom>
        </p:spPr>
        <p:txBody>
          <a:bodyPr spcFirstLastPara="1" wrap="square" lIns="91425" tIns="91425" rIns="91425" bIns="91425" anchor="t" anchorCtr="0">
            <a:noAutofit/>
          </a:bodyPr>
          <a:lstStyle/>
          <a:p>
            <a:pPr marL="0" lvl="0" indent="0" algn="ctr" rtl="0">
              <a:spcBef>
                <a:spcPts val="600"/>
              </a:spcBef>
              <a:spcAft>
                <a:spcPts val="0"/>
              </a:spcAft>
              <a:buNone/>
            </a:pPr>
            <a:r>
              <a:rPr lang="en-GB" sz="1800">
                <a:solidFill>
                  <a:srgbClr val="FFFFFF"/>
                </a:solidFill>
              </a:rPr>
              <a:t>Whoa! That’s a big number, aren’t you proud?</a:t>
            </a:r>
            <a:endParaRPr sz="1800">
              <a:solidFill>
                <a:srgbClr val="FFFFFF"/>
              </a:solidFill>
            </a:endParaRPr>
          </a:p>
        </p:txBody>
      </p:sp>
      <p:sp>
        <p:nvSpPr>
          <p:cNvPr id="219" name="Google Shape;219;p30"/>
          <p:cNvSpPr/>
          <p:nvPr/>
        </p:nvSpPr>
        <p:spPr>
          <a:xfrm>
            <a:off x="4162050" y="909237"/>
            <a:ext cx="819900" cy="819900"/>
          </a:xfrm>
          <a:prstGeom prst="rect">
            <a:avLst/>
          </a:prstGeom>
          <a:solidFill>
            <a:srgbClr val="FFFFFF"/>
          </a:solidFill>
          <a:ln>
            <a:noFill/>
          </a:ln>
          <a:effectLst>
            <a:outerShdw dist="104775" dir="2700000" algn="bl" rotWithShape="0">
              <a:srgbClr val="20124D">
                <a:alpha val="15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220" name="Google Shape;220;p30"/>
          <p:cNvPicPr preferRelativeResize="0"/>
          <p:nvPr/>
        </p:nvPicPr>
        <p:blipFill>
          <a:blip r:embed="rId1"/>
          <a:stretch>
            <a:fillRect/>
          </a:stretch>
        </p:blipFill>
        <p:spPr>
          <a:xfrm>
            <a:off x="4412853" y="1198129"/>
            <a:ext cx="318288" cy="318287"/>
          </a:xfrm>
          <a:prstGeom prst="rect">
            <a:avLst/>
          </a:prstGeom>
          <a:noFill/>
          <a:ln>
            <a:noFill/>
          </a:ln>
        </p:spPr>
      </p:pic>
      <p:sp>
        <p:nvSpPr>
          <p:cNvPr id="221" name="Google Shape;221;p3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31"/>
          <p:cNvSpPr txBox="1">
            <a:spLocks noGrp="1"/>
          </p:cNvSpPr>
          <p:nvPr>
            <p:ph type="ctrTitle" idx="4294967295"/>
          </p:nvPr>
        </p:nvSpPr>
        <p:spPr>
          <a:xfrm>
            <a:off x="685800" y="648000"/>
            <a:ext cx="7772400" cy="894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GB" sz="6000">
                <a:solidFill>
                  <a:schemeClr val="accent1"/>
                </a:solidFill>
              </a:rPr>
              <a:t>89,526,124$</a:t>
            </a:r>
            <a:endParaRPr sz="6000">
              <a:solidFill>
                <a:schemeClr val="accent1"/>
              </a:solidFill>
            </a:endParaRPr>
          </a:p>
        </p:txBody>
      </p:sp>
      <p:sp>
        <p:nvSpPr>
          <p:cNvPr id="227" name="Google Shape;227;p31"/>
          <p:cNvSpPr txBox="1">
            <a:spLocks noGrp="1"/>
          </p:cNvSpPr>
          <p:nvPr>
            <p:ph type="subTitle" idx="4294967295"/>
          </p:nvPr>
        </p:nvSpPr>
        <p:spPr>
          <a:xfrm>
            <a:off x="685800" y="1258909"/>
            <a:ext cx="7772400" cy="463200"/>
          </a:xfrm>
          <a:prstGeom prst="rect">
            <a:avLst/>
          </a:prstGeom>
        </p:spPr>
        <p:txBody>
          <a:bodyPr spcFirstLastPara="1" wrap="square" lIns="91425" tIns="91425" rIns="91425" bIns="91425" anchor="t" anchorCtr="0">
            <a:noAutofit/>
          </a:bodyPr>
          <a:lstStyle/>
          <a:p>
            <a:pPr marL="0" lvl="0" indent="0" algn="ctr" rtl="0">
              <a:spcBef>
                <a:spcPts val="600"/>
              </a:spcBef>
              <a:spcAft>
                <a:spcPts val="0"/>
              </a:spcAft>
              <a:buNone/>
            </a:pPr>
            <a:r>
              <a:rPr lang="en-GB" sz="1800">
                <a:solidFill>
                  <a:srgbClr val="FFFFFF"/>
                </a:solidFill>
              </a:rPr>
              <a:t>That’s a lot of money</a:t>
            </a:r>
            <a:endParaRPr sz="1800">
              <a:solidFill>
                <a:srgbClr val="FFFFFF"/>
              </a:solidFill>
            </a:endParaRPr>
          </a:p>
        </p:txBody>
      </p:sp>
      <p:sp>
        <p:nvSpPr>
          <p:cNvPr id="228" name="Google Shape;228;p31"/>
          <p:cNvSpPr txBox="1">
            <a:spLocks noGrp="1"/>
          </p:cNvSpPr>
          <p:nvPr>
            <p:ph type="ctrTitle" idx="4294967295"/>
          </p:nvPr>
        </p:nvSpPr>
        <p:spPr>
          <a:xfrm>
            <a:off x="685800" y="3276900"/>
            <a:ext cx="7772400" cy="894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GB" sz="6000">
                <a:solidFill>
                  <a:schemeClr val="accent1"/>
                </a:solidFill>
              </a:rPr>
              <a:t>100%</a:t>
            </a:r>
            <a:endParaRPr sz="6000">
              <a:solidFill>
                <a:schemeClr val="accent1"/>
              </a:solidFill>
            </a:endParaRPr>
          </a:p>
        </p:txBody>
      </p:sp>
      <p:sp>
        <p:nvSpPr>
          <p:cNvPr id="229" name="Google Shape;229;p31"/>
          <p:cNvSpPr txBox="1">
            <a:spLocks noGrp="1"/>
          </p:cNvSpPr>
          <p:nvPr>
            <p:ph type="subTitle" idx="4294967295"/>
          </p:nvPr>
        </p:nvSpPr>
        <p:spPr>
          <a:xfrm>
            <a:off x="685800" y="3887809"/>
            <a:ext cx="7772400" cy="463200"/>
          </a:xfrm>
          <a:prstGeom prst="rect">
            <a:avLst/>
          </a:prstGeom>
        </p:spPr>
        <p:txBody>
          <a:bodyPr spcFirstLastPara="1" wrap="square" lIns="91425" tIns="91425" rIns="91425" bIns="91425" anchor="t" anchorCtr="0">
            <a:noAutofit/>
          </a:bodyPr>
          <a:lstStyle/>
          <a:p>
            <a:pPr marL="0" lvl="0" indent="0" algn="ctr" rtl="0">
              <a:spcBef>
                <a:spcPts val="600"/>
              </a:spcBef>
              <a:spcAft>
                <a:spcPts val="0"/>
              </a:spcAft>
              <a:buNone/>
            </a:pPr>
            <a:r>
              <a:rPr lang="en-GB" sz="1800">
                <a:solidFill>
                  <a:srgbClr val="FFFFFF"/>
                </a:solidFill>
              </a:rPr>
              <a:t>Total success!</a:t>
            </a:r>
            <a:endParaRPr sz="1800">
              <a:solidFill>
                <a:srgbClr val="FFFFFF"/>
              </a:solidFill>
            </a:endParaRPr>
          </a:p>
        </p:txBody>
      </p:sp>
      <p:sp>
        <p:nvSpPr>
          <p:cNvPr id="230" name="Google Shape;230;p31"/>
          <p:cNvSpPr txBox="1">
            <a:spLocks noGrp="1"/>
          </p:cNvSpPr>
          <p:nvPr>
            <p:ph type="ctrTitle" idx="4294967295"/>
          </p:nvPr>
        </p:nvSpPr>
        <p:spPr>
          <a:xfrm>
            <a:off x="685800" y="1962450"/>
            <a:ext cx="7772400" cy="894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GB" sz="6000">
                <a:solidFill>
                  <a:schemeClr val="accent1"/>
                </a:solidFill>
              </a:rPr>
              <a:t>185,244 users</a:t>
            </a:r>
            <a:endParaRPr sz="6000">
              <a:solidFill>
                <a:schemeClr val="accent1"/>
              </a:solidFill>
            </a:endParaRPr>
          </a:p>
        </p:txBody>
      </p:sp>
      <p:sp>
        <p:nvSpPr>
          <p:cNvPr id="231" name="Google Shape;231;p31"/>
          <p:cNvSpPr txBox="1">
            <a:spLocks noGrp="1"/>
          </p:cNvSpPr>
          <p:nvPr>
            <p:ph type="subTitle" idx="4294967295"/>
          </p:nvPr>
        </p:nvSpPr>
        <p:spPr>
          <a:xfrm>
            <a:off x="685800" y="2573359"/>
            <a:ext cx="7772400" cy="463200"/>
          </a:xfrm>
          <a:prstGeom prst="rect">
            <a:avLst/>
          </a:prstGeom>
        </p:spPr>
        <p:txBody>
          <a:bodyPr spcFirstLastPara="1" wrap="square" lIns="91425" tIns="91425" rIns="91425" bIns="91425" anchor="t" anchorCtr="0">
            <a:noAutofit/>
          </a:bodyPr>
          <a:lstStyle/>
          <a:p>
            <a:pPr marL="0" lvl="0" indent="0" algn="ctr" rtl="0">
              <a:spcBef>
                <a:spcPts val="600"/>
              </a:spcBef>
              <a:spcAft>
                <a:spcPts val="0"/>
              </a:spcAft>
              <a:buNone/>
            </a:pPr>
            <a:r>
              <a:rPr lang="en-GB" sz="1800">
                <a:solidFill>
                  <a:srgbClr val="FFFFFF"/>
                </a:solidFill>
              </a:rPr>
              <a:t>And a lot of users</a:t>
            </a:r>
            <a:endParaRPr sz="1800">
              <a:solidFill>
                <a:srgbClr val="FFFFFF"/>
              </a:solidFill>
            </a:endParaRPr>
          </a:p>
        </p:txBody>
      </p:sp>
      <p:sp>
        <p:nvSpPr>
          <p:cNvPr id="232" name="Google Shape;232;p3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31"/>
        <p:cNvGrpSpPr/>
        <p:nvPr/>
      </p:nvGrpSpPr>
      <p:grpSpPr>
        <a:xfrm>
          <a:off x="0" y="0"/>
          <a:ext cx="0" cy="0"/>
          <a:chOff x="0" y="0"/>
          <a:chExt cx="0" cy="0"/>
        </a:xfrm>
      </p:grpSpPr>
      <p:sp>
        <p:nvSpPr>
          <p:cNvPr id="632" name="Google Shape;632;p50"/>
          <p:cNvSpPr txBox="1">
            <a:spLocks noGrp="1"/>
          </p:cNvSpPr>
          <p:nvPr>
            <p:ph type="title"/>
          </p:nvPr>
        </p:nvSpPr>
        <p:spPr>
          <a:xfrm>
            <a:off x="457200" y="438150"/>
            <a:ext cx="1887220" cy="671830"/>
          </a:xfrm>
          <a:prstGeom prst="rect">
            <a:avLst/>
          </a:prstGeom>
        </p:spPr>
        <p:txBody>
          <a:bodyPr spcFirstLastPara="1" wrap="square" lIns="0" tIns="0" rIns="0" bIns="0" anchor="ctr" anchorCtr="0">
            <a:noAutofit/>
          </a:bodyPr>
          <a:lstStyle/>
          <a:p>
            <a:pPr algn="ctr"/>
            <a:r>
              <a:rPr lang="en-US" i="0">
                <a:solidFill>
                  <a:schemeClr val="tx1">
                    <a:lumMod val="50000"/>
                  </a:schemeClr>
                </a:solidFill>
                <a:latin typeface="Times New Roman" panose="02020603050405020304" charset="0"/>
                <a:cs typeface="Times New Roman" panose="02020603050405020304" charset="0"/>
              </a:rPr>
              <a:t>Tài liệu tham khảo</a:t>
            </a:r>
            <a:endParaRPr lang="en-US" i="0">
              <a:solidFill>
                <a:schemeClr val="tx1">
                  <a:lumMod val="50000"/>
                </a:schemeClr>
              </a:solidFill>
              <a:latin typeface="Times New Roman" panose="02020603050405020304" charset="0"/>
              <a:cs typeface="Times New Roman" panose="02020603050405020304" charset="0"/>
            </a:endParaRPr>
          </a:p>
        </p:txBody>
      </p:sp>
      <p:sp>
        <p:nvSpPr>
          <p:cNvPr id="633" name="Google Shape;633;p5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
        <p:nvSpPr>
          <p:cNvPr id="134" name="Google Shape;134;p21"/>
          <p:cNvSpPr txBox="1"/>
          <p:nvPr>
            <p:ph type="body" idx="1"/>
          </p:nvPr>
        </p:nvSpPr>
        <p:spPr>
          <a:xfrm>
            <a:off x="381000" y="1352550"/>
            <a:ext cx="8316595" cy="3240405"/>
          </a:xfrm>
          <a:prstGeom prst="rect">
            <a:avLst/>
          </a:prstGeom>
        </p:spPr>
        <p:txBody>
          <a:bodyPr spcFirstLastPara="1" wrap="square" lIns="91425" tIns="91425" rIns="91425" bIns="91425" anchor="t" anchorCtr="0">
            <a:noAutofit/>
          </a:bodyPr>
          <a:p>
            <a:pPr marL="457200" lvl="0" indent="-381000" algn="l" rtl="0">
              <a:spcBef>
                <a:spcPts val="600"/>
              </a:spcBef>
              <a:spcAft>
                <a:spcPts val="0"/>
              </a:spcAft>
              <a:buSzPts val="2400"/>
              <a:buChar char="▹"/>
            </a:pPr>
            <a:r>
              <a:rPr lang="en-US" altLang="en-GB">
                <a:solidFill>
                  <a:schemeClr val="accent1"/>
                </a:solidFill>
              </a:rPr>
              <a:t>ghi vào đây nhé!</a:t>
            </a:r>
            <a:endParaRPr lang="en-GB"/>
          </a:p>
          <a:p>
            <a:pPr marL="0" lvl="0" indent="0" algn="l" rtl="0">
              <a:spcBef>
                <a:spcPts val="600"/>
              </a:spcBef>
              <a:spcAft>
                <a:spcPts val="0"/>
              </a:spcAft>
              <a:buNone/>
            </a:pPr>
          </a:p>
          <a:p>
            <a:pPr marL="0" lvl="0" indent="0" algn="l" rtl="0">
              <a:spcBef>
                <a:spcPts val="600"/>
              </a:spcBef>
              <a:spcAft>
                <a:spcPts val="0"/>
              </a:spcAft>
              <a:buNone/>
            </a:pPr>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38"/>
          <p:cNvSpPr txBox="1">
            <a:spLocks noGrp="1"/>
          </p:cNvSpPr>
          <p:nvPr>
            <p:ph type="ctrTitle" idx="4294967295"/>
          </p:nvPr>
        </p:nvSpPr>
        <p:spPr>
          <a:xfrm>
            <a:off x="685800" y="1581346"/>
            <a:ext cx="7772400" cy="960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GB" sz="2400">
                <a:solidFill>
                  <a:srgbClr val="FFFFFF"/>
                </a:solidFill>
              </a:rPr>
              <a:t>Thanks!</a:t>
            </a:r>
            <a:endParaRPr sz="2400">
              <a:solidFill>
                <a:srgbClr val="FFFFFF"/>
              </a:solidFill>
            </a:endParaRPr>
          </a:p>
        </p:txBody>
      </p:sp>
      <p:sp>
        <p:nvSpPr>
          <p:cNvPr id="324" name="Google Shape;324;p38"/>
          <p:cNvSpPr txBox="1">
            <a:spLocks noGrp="1"/>
          </p:cNvSpPr>
          <p:nvPr>
            <p:ph type="subTitle" idx="4294967295"/>
          </p:nvPr>
        </p:nvSpPr>
        <p:spPr>
          <a:xfrm>
            <a:off x="685800" y="3028950"/>
            <a:ext cx="7772400" cy="1275715"/>
          </a:xfrm>
          <a:prstGeom prst="rect">
            <a:avLst/>
          </a:prstGeom>
        </p:spPr>
        <p:txBody>
          <a:bodyPr spcFirstLastPara="1" wrap="square" lIns="91425" tIns="91425" rIns="91425" bIns="91425" anchor="t" anchorCtr="0">
            <a:noAutofit/>
          </a:bodyPr>
          <a:lstStyle/>
          <a:p>
            <a:pPr marL="0" lvl="0" indent="0" algn="ctr" rtl="0">
              <a:spcBef>
                <a:spcPts val="600"/>
              </a:spcBef>
              <a:spcAft>
                <a:spcPts val="0"/>
              </a:spcAft>
              <a:buNone/>
            </a:pPr>
            <a:r>
              <a:rPr lang="en-GB" sz="3600" b="1">
                <a:solidFill>
                  <a:srgbClr val="ECC1C8"/>
                </a:solidFill>
              </a:rPr>
              <a:t>Any questions?</a:t>
            </a:r>
            <a:endParaRPr sz="3600" b="1">
              <a:solidFill>
                <a:srgbClr val="ECC1C8"/>
              </a:solidFill>
            </a:endParaRPr>
          </a:p>
          <a:p>
            <a:pPr marL="0" lvl="0" indent="0" algn="ctr" rtl="0">
              <a:spcBef>
                <a:spcPts val="600"/>
              </a:spcBef>
              <a:spcAft>
                <a:spcPts val="0"/>
              </a:spcAft>
              <a:buNone/>
            </a:pPr>
            <a:endParaRPr sz="1800" b="1">
              <a:solidFill>
                <a:srgbClr val="FFFFFF"/>
              </a:solidFill>
            </a:endParaRPr>
          </a:p>
        </p:txBody>
      </p:sp>
      <p:sp>
        <p:nvSpPr>
          <p:cNvPr id="325" name="Google Shape;325;p38"/>
          <p:cNvSpPr/>
          <p:nvPr/>
        </p:nvSpPr>
        <p:spPr>
          <a:xfrm>
            <a:off x="4396971" y="1164760"/>
            <a:ext cx="350068" cy="314242"/>
          </a:xfrm>
          <a:custGeom>
            <a:avLst/>
            <a:gdLst/>
            <a:ahLst/>
            <a:cxnLst/>
            <a:rect l="l" t="t" r="r" b="b"/>
            <a:pathLst>
              <a:path w="16660" h="14955" fill="none" extrusionOk="0">
                <a:moveTo>
                  <a:pt x="12373" y="1"/>
                </a:moveTo>
                <a:lnTo>
                  <a:pt x="12373" y="1"/>
                </a:lnTo>
                <a:lnTo>
                  <a:pt x="12032" y="1"/>
                </a:lnTo>
                <a:lnTo>
                  <a:pt x="11691" y="49"/>
                </a:lnTo>
                <a:lnTo>
                  <a:pt x="11350" y="123"/>
                </a:lnTo>
                <a:lnTo>
                  <a:pt x="11033" y="196"/>
                </a:lnTo>
                <a:lnTo>
                  <a:pt x="10716" y="317"/>
                </a:lnTo>
                <a:lnTo>
                  <a:pt x="10424" y="464"/>
                </a:lnTo>
                <a:lnTo>
                  <a:pt x="10132" y="610"/>
                </a:lnTo>
                <a:lnTo>
                  <a:pt x="9864" y="804"/>
                </a:lnTo>
                <a:lnTo>
                  <a:pt x="9620" y="999"/>
                </a:lnTo>
                <a:lnTo>
                  <a:pt x="9377" y="1219"/>
                </a:lnTo>
                <a:lnTo>
                  <a:pt x="9158" y="1462"/>
                </a:lnTo>
                <a:lnTo>
                  <a:pt x="8939" y="1706"/>
                </a:lnTo>
                <a:lnTo>
                  <a:pt x="8768" y="1974"/>
                </a:lnTo>
                <a:lnTo>
                  <a:pt x="8598" y="2266"/>
                </a:lnTo>
                <a:lnTo>
                  <a:pt x="8451" y="2558"/>
                </a:lnTo>
                <a:lnTo>
                  <a:pt x="8330" y="2850"/>
                </a:lnTo>
                <a:lnTo>
                  <a:pt x="8330" y="2850"/>
                </a:lnTo>
                <a:lnTo>
                  <a:pt x="8208" y="2558"/>
                </a:lnTo>
                <a:lnTo>
                  <a:pt x="8062" y="2266"/>
                </a:lnTo>
                <a:lnTo>
                  <a:pt x="7891" y="1974"/>
                </a:lnTo>
                <a:lnTo>
                  <a:pt x="7721" y="1706"/>
                </a:lnTo>
                <a:lnTo>
                  <a:pt x="7502" y="1462"/>
                </a:lnTo>
                <a:lnTo>
                  <a:pt x="7282" y="1219"/>
                </a:lnTo>
                <a:lnTo>
                  <a:pt x="7039" y="999"/>
                </a:lnTo>
                <a:lnTo>
                  <a:pt x="6795" y="804"/>
                </a:lnTo>
                <a:lnTo>
                  <a:pt x="6527" y="610"/>
                </a:lnTo>
                <a:lnTo>
                  <a:pt x="6235" y="464"/>
                </a:lnTo>
                <a:lnTo>
                  <a:pt x="5943" y="317"/>
                </a:lnTo>
                <a:lnTo>
                  <a:pt x="5626" y="196"/>
                </a:lnTo>
                <a:lnTo>
                  <a:pt x="5310" y="123"/>
                </a:lnTo>
                <a:lnTo>
                  <a:pt x="4969" y="49"/>
                </a:lnTo>
                <a:lnTo>
                  <a:pt x="4628" y="1"/>
                </a:lnTo>
                <a:lnTo>
                  <a:pt x="4287" y="1"/>
                </a:lnTo>
                <a:lnTo>
                  <a:pt x="4287" y="1"/>
                </a:lnTo>
                <a:lnTo>
                  <a:pt x="3848" y="25"/>
                </a:lnTo>
                <a:lnTo>
                  <a:pt x="3434" y="74"/>
                </a:lnTo>
                <a:lnTo>
                  <a:pt x="3020" y="196"/>
                </a:lnTo>
                <a:lnTo>
                  <a:pt x="2606" y="342"/>
                </a:lnTo>
                <a:lnTo>
                  <a:pt x="2241" y="512"/>
                </a:lnTo>
                <a:lnTo>
                  <a:pt x="1900" y="731"/>
                </a:lnTo>
                <a:lnTo>
                  <a:pt x="1559" y="975"/>
                </a:lnTo>
                <a:lnTo>
                  <a:pt x="1267" y="1243"/>
                </a:lnTo>
                <a:lnTo>
                  <a:pt x="974" y="1560"/>
                </a:lnTo>
                <a:lnTo>
                  <a:pt x="731" y="1876"/>
                </a:lnTo>
                <a:lnTo>
                  <a:pt x="512" y="2241"/>
                </a:lnTo>
                <a:lnTo>
                  <a:pt x="341" y="2607"/>
                </a:lnTo>
                <a:lnTo>
                  <a:pt x="195" y="2996"/>
                </a:lnTo>
                <a:lnTo>
                  <a:pt x="98" y="3410"/>
                </a:lnTo>
                <a:lnTo>
                  <a:pt x="25" y="3849"/>
                </a:lnTo>
                <a:lnTo>
                  <a:pt x="0" y="4287"/>
                </a:lnTo>
                <a:lnTo>
                  <a:pt x="0" y="4287"/>
                </a:lnTo>
                <a:lnTo>
                  <a:pt x="0" y="4580"/>
                </a:lnTo>
                <a:lnTo>
                  <a:pt x="25" y="4872"/>
                </a:lnTo>
                <a:lnTo>
                  <a:pt x="122" y="5432"/>
                </a:lnTo>
                <a:lnTo>
                  <a:pt x="244" y="5992"/>
                </a:lnTo>
                <a:lnTo>
                  <a:pt x="439" y="6528"/>
                </a:lnTo>
                <a:lnTo>
                  <a:pt x="658" y="7039"/>
                </a:lnTo>
                <a:lnTo>
                  <a:pt x="926" y="7526"/>
                </a:lnTo>
                <a:lnTo>
                  <a:pt x="1194" y="7989"/>
                </a:lnTo>
                <a:lnTo>
                  <a:pt x="1510" y="8452"/>
                </a:lnTo>
                <a:lnTo>
                  <a:pt x="1851" y="8890"/>
                </a:lnTo>
                <a:lnTo>
                  <a:pt x="2192" y="9304"/>
                </a:lnTo>
                <a:lnTo>
                  <a:pt x="2558" y="9718"/>
                </a:lnTo>
                <a:lnTo>
                  <a:pt x="2923" y="10108"/>
                </a:lnTo>
                <a:lnTo>
                  <a:pt x="3629" y="10839"/>
                </a:lnTo>
                <a:lnTo>
                  <a:pt x="4287" y="11496"/>
                </a:lnTo>
                <a:lnTo>
                  <a:pt x="4287" y="11496"/>
                </a:lnTo>
                <a:lnTo>
                  <a:pt x="4847" y="12032"/>
                </a:lnTo>
                <a:lnTo>
                  <a:pt x="5480" y="12592"/>
                </a:lnTo>
                <a:lnTo>
                  <a:pt x="6820" y="13737"/>
                </a:lnTo>
                <a:lnTo>
                  <a:pt x="7891" y="14614"/>
                </a:lnTo>
                <a:lnTo>
                  <a:pt x="8330" y="14955"/>
                </a:lnTo>
                <a:lnTo>
                  <a:pt x="8330" y="14955"/>
                </a:lnTo>
                <a:lnTo>
                  <a:pt x="8768" y="14614"/>
                </a:lnTo>
                <a:lnTo>
                  <a:pt x="9815" y="13761"/>
                </a:lnTo>
                <a:lnTo>
                  <a:pt x="11155" y="12617"/>
                </a:lnTo>
                <a:lnTo>
                  <a:pt x="11788" y="12056"/>
                </a:lnTo>
                <a:lnTo>
                  <a:pt x="12373" y="11496"/>
                </a:lnTo>
                <a:lnTo>
                  <a:pt x="12373" y="11496"/>
                </a:lnTo>
                <a:lnTo>
                  <a:pt x="13030" y="10839"/>
                </a:lnTo>
                <a:lnTo>
                  <a:pt x="13736" y="10108"/>
                </a:lnTo>
                <a:lnTo>
                  <a:pt x="14102" y="9718"/>
                </a:lnTo>
                <a:lnTo>
                  <a:pt x="14467" y="9304"/>
                </a:lnTo>
                <a:lnTo>
                  <a:pt x="14808" y="8890"/>
                </a:lnTo>
                <a:lnTo>
                  <a:pt x="15149" y="8452"/>
                </a:lnTo>
                <a:lnTo>
                  <a:pt x="15466" y="7989"/>
                </a:lnTo>
                <a:lnTo>
                  <a:pt x="15734" y="7526"/>
                </a:lnTo>
                <a:lnTo>
                  <a:pt x="16001" y="7039"/>
                </a:lnTo>
                <a:lnTo>
                  <a:pt x="16221" y="6528"/>
                </a:lnTo>
                <a:lnTo>
                  <a:pt x="16416" y="5992"/>
                </a:lnTo>
                <a:lnTo>
                  <a:pt x="16537" y="5432"/>
                </a:lnTo>
                <a:lnTo>
                  <a:pt x="16635" y="4872"/>
                </a:lnTo>
                <a:lnTo>
                  <a:pt x="16659" y="4580"/>
                </a:lnTo>
                <a:lnTo>
                  <a:pt x="16659" y="4287"/>
                </a:lnTo>
                <a:lnTo>
                  <a:pt x="16659" y="4287"/>
                </a:lnTo>
                <a:lnTo>
                  <a:pt x="16635" y="3849"/>
                </a:lnTo>
                <a:lnTo>
                  <a:pt x="16562" y="3410"/>
                </a:lnTo>
                <a:lnTo>
                  <a:pt x="16464" y="2996"/>
                </a:lnTo>
                <a:lnTo>
                  <a:pt x="16318" y="2607"/>
                </a:lnTo>
                <a:lnTo>
                  <a:pt x="16148" y="2241"/>
                </a:lnTo>
                <a:lnTo>
                  <a:pt x="15928" y="1876"/>
                </a:lnTo>
                <a:lnTo>
                  <a:pt x="15685" y="1560"/>
                </a:lnTo>
                <a:lnTo>
                  <a:pt x="15393" y="1243"/>
                </a:lnTo>
                <a:lnTo>
                  <a:pt x="15100" y="975"/>
                </a:lnTo>
                <a:lnTo>
                  <a:pt x="14759" y="731"/>
                </a:lnTo>
                <a:lnTo>
                  <a:pt x="14418" y="512"/>
                </a:lnTo>
                <a:lnTo>
                  <a:pt x="14053" y="342"/>
                </a:lnTo>
                <a:lnTo>
                  <a:pt x="13639" y="196"/>
                </a:lnTo>
                <a:lnTo>
                  <a:pt x="13225" y="74"/>
                </a:lnTo>
                <a:lnTo>
                  <a:pt x="12811" y="25"/>
                </a:lnTo>
                <a:lnTo>
                  <a:pt x="12373" y="1"/>
                </a:lnTo>
                <a:lnTo>
                  <a:pt x="12373" y="1"/>
                </a:lnTo>
                <a:close/>
              </a:path>
            </a:pathLst>
          </a:custGeom>
          <a:noFill/>
          <a:ln w="12175" cap="rnd" cmpd="sng">
            <a:solidFill>
              <a:srgbClr val="ECC1C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6" name="Google Shape;326;p3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mc:AlternateContent xmlns:mc="http://schemas.openxmlformats.org/markup-compatibility/2006">
    <mc:Choice xmlns:p14="http://schemas.microsoft.com/office/powerpoint/2010/main" Requires="p14">
      <p:transition p14:dur="500">
        <p:wipe/>
      </p:transition>
    </mc:Choice>
    <mc:Fallback>
      <p:transition>
        <p:wipe/>
      </p:transition>
    </mc:Fallback>
  </mc:AlternateContent>
</p:sld>
</file>

<file path=ppt/theme/theme1.xml><?xml version="1.0" encoding="utf-8"?>
<a:theme xmlns:a="http://schemas.openxmlformats.org/drawingml/2006/main" name="Ophelia template">
  <a:themeElements>
    <a:clrScheme name="Custom 347">
      <a:dk1>
        <a:srgbClr val="4D4A56"/>
      </a:dk1>
      <a:lt1>
        <a:srgbClr val="FFFFFF"/>
      </a:lt1>
      <a:dk2>
        <a:srgbClr val="888394"/>
      </a:dk2>
      <a:lt2>
        <a:srgbClr val="E7E7EC"/>
      </a:lt2>
      <a:accent1>
        <a:srgbClr val="ECC1C8"/>
      </a:accent1>
      <a:accent2>
        <a:srgbClr val="E48DA3"/>
      </a:accent2>
      <a:accent3>
        <a:srgbClr val="AEA4CC"/>
      </a:accent3>
      <a:accent4>
        <a:srgbClr val="8F86AC"/>
      </a:accent4>
      <a:accent5>
        <a:srgbClr val="F0DFAE"/>
      </a:accent5>
      <a:accent6>
        <a:srgbClr val="E0B88E"/>
      </a:accent6>
      <a:hlink>
        <a:srgbClr val="4D4A56"/>
      </a:hlink>
      <a:folHlink>
        <a:srgbClr val="6611CC"/>
      </a:folHlink>
    </a:clrScheme>
    <a:fontScheme name="Office">
      <a:majorFont>
        <a:latin typeface="Arial"/>
        <a:ea typeface="Courant"/>
        <a:cs typeface="Courant"/>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Courant"/>
        <a:cs typeface="Courant"/>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Courant"/>
        <a:cs typeface="Courant"/>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Courant"/>
        <a:cs typeface="Courant"/>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Courant"/>
        <a:cs typeface="Courant"/>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Courant"/>
        <a:cs typeface="Courant"/>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7887</Words>
  <Application>WPS Presentation</Application>
  <PresentationFormat>On-screen Show (16:9)</PresentationFormat>
  <Paragraphs>580</Paragraphs>
  <Slides>58</Slides>
  <Notes>39</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58</vt:i4>
      </vt:variant>
    </vt:vector>
  </HeadingPairs>
  <TitlesOfParts>
    <vt:vector size="73" baseType="lpstr">
      <vt:lpstr>Arial</vt:lpstr>
      <vt:lpstr>SimSun</vt:lpstr>
      <vt:lpstr>Wingdings</vt:lpstr>
      <vt:lpstr>Arial</vt:lpstr>
      <vt:lpstr>Playfair Display</vt:lpstr>
      <vt:lpstr>Courant</vt:lpstr>
      <vt:lpstr>Tinos</vt:lpstr>
      <vt:lpstr>Times New Roman</vt:lpstr>
      <vt:lpstr>MaplePi</vt:lpstr>
      <vt:lpstr>Calibri</vt:lpstr>
      <vt:lpstr>Microsoft YaHei</vt:lpstr>
      <vt:lpstr>Arial Unicode MS</vt:lpstr>
      <vt:lpstr>Cambria Math</vt:lpstr>
      <vt:lpstr>Wingdings</vt:lpstr>
      <vt:lpstr>Ophelia template</vt:lpstr>
      <vt:lpstr>THỰC HÀNH TÍNH TOÁN</vt:lpstr>
      <vt:lpstr>TEAM 12</vt:lpstr>
      <vt:lpstr>Thành viên </vt:lpstr>
      <vt:lpstr>Nội Dung</vt:lpstr>
      <vt:lpstr>1</vt:lpstr>
      <vt:lpstr>Marketing là gì?</vt:lpstr>
      <vt:lpstr>PowerPoint 演示文稿</vt:lpstr>
      <vt:lpstr>PowerPoint 演示文稿</vt:lpstr>
      <vt:lpstr>2</vt:lpstr>
      <vt:lpstr>Bảng dữ liệu</vt:lpstr>
      <vt:lpstr>Xử lý các biến</vt:lpstr>
      <vt:lpstr>Bảng dữ liệu mới</vt:lpstr>
      <vt:lpstr>Xử lý Outliers</vt:lpstr>
      <vt:lpstr>Boxplot</vt:lpstr>
      <vt:lpstr>Biểu đồ hộp</vt:lpstr>
      <vt:lpstr>Biểu đồ hộp</vt:lpstr>
      <vt:lpstr>PowerPoint 演示文稿</vt:lpstr>
      <vt:lpstr>Xử lý giá trị NaN</vt:lpstr>
      <vt:lpstr>PowerPoint 演示文稿</vt:lpstr>
      <vt:lpstr>Tổng quan thống kê</vt:lpstr>
      <vt:lpstr>Bảng tổng quan thống kê</vt:lpstr>
      <vt:lpstr>PowerPoint 演示文稿</vt:lpstr>
      <vt:lpstr>3</vt:lpstr>
      <vt:lpstr>Trực quan hoá dữ liệu</vt:lpstr>
      <vt:lpstr>PowerPoint 演示文稿</vt:lpstr>
      <vt:lpstr>Phân bổ văn  bằng theo  mức thu nhập</vt:lpstr>
      <vt:lpstr>Chi tiêu theo Thu nhập   </vt:lpstr>
      <vt:lpstr>Bằng cấp theo tình trạng hôn nhân</vt:lpstr>
      <vt:lpstr>PowerPoint 演示文稿</vt:lpstr>
      <vt:lpstr>Sức mua qua mỗi kênh</vt:lpstr>
      <vt:lpstr>Tổng lượng mua ở mỗi quốc gia</vt:lpstr>
      <vt:lpstr>Sản phẩm</vt:lpstr>
      <vt:lpstr>PowerPoint 演示文稿</vt:lpstr>
      <vt:lpstr>Hiệu suất trung bình của từng chiến dịch ở mỗi quốc gia</vt:lpstr>
      <vt:lpstr>4</vt:lpstr>
      <vt:lpstr>Xử lý các biến</vt:lpstr>
      <vt:lpstr>Phương pháp kiểm tra phân phối chuẩn</vt:lpstr>
      <vt:lpstr>PowerPoint 演示文稿</vt:lpstr>
      <vt:lpstr>Sử dụng biểu đồ</vt:lpstr>
      <vt:lpstr>PowerPoint 演示文稿</vt:lpstr>
      <vt:lpstr>Sử dụng biểu đồ</vt:lpstr>
      <vt:lpstr>Sử dụng biểu đồ</vt:lpstr>
      <vt:lpstr>PowerPoint 演示文稿</vt:lpstr>
      <vt:lpstr>Sử dụng biểu đồ</vt:lpstr>
      <vt:lpstr>5</vt:lpstr>
      <vt:lpstr>Kiểm tra tương quan</vt:lpstr>
      <vt:lpstr>PowerPoint 演示文稿</vt:lpstr>
      <vt:lpstr>PowerPoint 演示文稿</vt:lpstr>
      <vt:lpstr>Các biến phân loại: Kiểm định Chi bình phương cho tính độc lập</vt:lpstr>
      <vt:lpstr>dof  =  (r - 1)(c - 1)</vt:lpstr>
      <vt:lpstr>PowerPoint 演示文稿</vt:lpstr>
      <vt:lpstr>Giải thích kết quả</vt:lpstr>
      <vt:lpstr>6</vt:lpstr>
      <vt:lpstr>Các Insight thu được</vt:lpstr>
      <vt:lpstr>89,526,124</vt:lpstr>
      <vt:lpstr>185,244 users</vt:lpstr>
      <vt:lpstr>Tài liệu tham khảo</vt:lpstr>
      <vt:lpstr>Thanks!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is your presentation title</dc:title>
  <dc:creator/>
  <cp:lastModifiedBy>lan</cp:lastModifiedBy>
  <cp:revision>9</cp:revision>
  <dcterms:created xsi:type="dcterms:W3CDTF">2021-11-24T17:30:00Z</dcterms:created>
  <dcterms:modified xsi:type="dcterms:W3CDTF">2021-11-26T14:34:58Z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8DD7D43A6127443EA31048B86C794A5E</vt:lpwstr>
  </property>
  <property fmtid="{D5CDD505-2E9C-101B-9397-08002B2CF9AE}" pid="3" name="KSOProductBuildVer">
    <vt:lpwstr>1033-11.2.0.10382</vt:lpwstr>
  </property>
</Properties>
</file>