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handoutMasterIdLst>
    <p:handoutMasterId r:id="rId62"/>
  </p:handoutMasterIdLst>
  <p:sldIdLst>
    <p:sldId id="337" r:id="rId3"/>
    <p:sldId id="339" r:id="rId5"/>
    <p:sldId id="340" r:id="rId6"/>
    <p:sldId id="341" r:id="rId7"/>
    <p:sldId id="342" r:id="rId8"/>
    <p:sldId id="430" r:id="rId9"/>
    <p:sldId id="433" r:id="rId10"/>
    <p:sldId id="604" r:id="rId11"/>
    <p:sldId id="480" r:id="rId12"/>
    <p:sldId id="343" r:id="rId13"/>
    <p:sldId id="485" r:id="rId14"/>
    <p:sldId id="434" r:id="rId15"/>
    <p:sldId id="490" r:id="rId16"/>
    <p:sldId id="486" r:id="rId17"/>
    <p:sldId id="489" r:id="rId18"/>
    <p:sldId id="491" r:id="rId19"/>
    <p:sldId id="487" r:id="rId20"/>
    <p:sldId id="492" r:id="rId21"/>
    <p:sldId id="494" r:id="rId22"/>
    <p:sldId id="493" r:id="rId23"/>
    <p:sldId id="495" r:id="rId24"/>
    <p:sldId id="344" r:id="rId25"/>
    <p:sldId id="338" r:id="rId26"/>
    <p:sldId id="274" r:id="rId27"/>
    <p:sldId id="257" r:id="rId28"/>
    <p:sldId id="290" r:id="rId29"/>
    <p:sldId id="268" r:id="rId30"/>
    <p:sldId id="295" r:id="rId31"/>
    <p:sldId id="296" r:id="rId32"/>
    <p:sldId id="297" r:id="rId33"/>
    <p:sldId id="298" r:id="rId34"/>
    <p:sldId id="277" r:id="rId35"/>
    <p:sldId id="299" r:id="rId36"/>
    <p:sldId id="611" r:id="rId37"/>
    <p:sldId id="539" r:id="rId38"/>
    <p:sldId id="540" r:id="rId39"/>
    <p:sldId id="543" r:id="rId40"/>
    <p:sldId id="545" r:id="rId41"/>
    <p:sldId id="546" r:id="rId42"/>
    <p:sldId id="547" r:id="rId43"/>
    <p:sldId id="548" r:id="rId44"/>
    <p:sldId id="394" r:id="rId45"/>
    <p:sldId id="272" r:id="rId46"/>
    <p:sldId id="262" r:id="rId47"/>
    <p:sldId id="300" r:id="rId48"/>
    <p:sldId id="606" r:id="rId49"/>
    <p:sldId id="263" r:id="rId50"/>
    <p:sldId id="608" r:id="rId51"/>
    <p:sldId id="595" r:id="rId52"/>
    <p:sldId id="607" r:id="rId53"/>
    <p:sldId id="303" r:id="rId54"/>
    <p:sldId id="609" r:id="rId55"/>
    <p:sldId id="612" r:id="rId56"/>
    <p:sldId id="285" r:id="rId57"/>
    <p:sldId id="550" r:id="rId58"/>
    <p:sldId id="553" r:id="rId59"/>
    <p:sldId id="554" r:id="rId60"/>
    <p:sldId id="278" r:id="rId61"/>
  </p:sldIdLst>
  <p:sldSz cx="9144000" cy="5143500" type="screen16x9"/>
  <p:notesSz cx="6858000" cy="9144000"/>
  <p:embeddedFontLst>
    <p:embeddedFont>
      <p:font typeface="Courant" panose="02000509030000020004" charset="0"/>
      <p:regular r:id="rId66"/>
      <p:bold r:id="rId67"/>
      <p:italic r:id="rId68"/>
      <p:boldItalic r:id="rId69"/>
    </p:embeddedFont>
    <p:embeddedFont>
      <p:font typeface="MaplePi" panose="02000500070000020004" charset="0"/>
      <p:regular r:id="rId70"/>
    </p:embeddedFont>
    <p:embeddedFont>
      <p:font typeface="Cambria Math" panose="02040503050406030204" charset="0"/>
      <p:regular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font" Target="fonts/font6.fntdata"/><Relationship Id="rId70" Type="http://schemas.openxmlformats.org/officeDocument/2006/relationships/font" Target="fonts/font5.fntdata"/><Relationship Id="rId7" Type="http://schemas.openxmlformats.org/officeDocument/2006/relationships/slide" Target="slides/slide4.xml"/><Relationship Id="rId69" Type="http://schemas.openxmlformats.org/officeDocument/2006/relationships/font" Target="fonts/font4.fntdata"/><Relationship Id="rId68" Type="http://schemas.openxmlformats.org/officeDocument/2006/relationships/font" Target="fonts/font3.fntdata"/><Relationship Id="rId67" Type="http://schemas.openxmlformats.org/officeDocument/2006/relationships/font" Target="fonts/font2.fntdata"/><Relationship Id="rId66" Type="http://schemas.openxmlformats.org/officeDocument/2006/relationships/font" Target="fonts/font1.fntdata"/><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DD4551A-7A44-4D1C-880C-9336FF40D936}" type="doc">
      <dgm:prSet/>
      <dgm:spPr/>
      <dgm:t>
        <a:bodyPr/>
        <a:p>
          <a:endParaRPr altLang="en-US"/>
        </a:p>
      </dgm:t>
    </dgm:pt>
    <dgm:pt modelId="{9487773B-5707-4386-8121-06C6C3A17FCA}">
      <dgm:prSet phldr="0" custT="0"/>
      <dgm:spPr/>
      <dgm:t>
        <a:bodyPr vert="horz" wrap="square"/>
        <a:p>
          <a:pPr>
            <a:lnSpc>
              <a:spcPct val="100000"/>
            </a:lnSpc>
            <a:spcBef>
              <a:spcPct val="0"/>
            </a:spcBef>
            <a:spcAft>
              <a:spcPct val="35000"/>
            </a:spcAft>
          </a:pPr>
          <a:r>
            <a:rPr lang="en-US" b="0" i="0" u="none" baseline="0">
              <a:solidFill>
                <a:schemeClr val="tx1"/>
              </a:solidFill>
              <a:rtl val="0"/>
            </a:rPr>
            <a:t>Phương pháp biểu đồ</a:t>
          </a:r>
          <a:r>
            <a:rPr lang="en-US" b="0" i="0" u="none" baseline="0">
              <a:solidFill>
                <a:schemeClr val="tx1"/>
              </a:solidFill>
              <a:rtl val="0"/>
            </a:rPr>
            <a:t> </a:t>
          </a:r>
          <a:r>
            <a:rPr lang="en-US" b="0" i="0" u="none" baseline="0">
              <a:rtl val="0"/>
            </a:rPr>
            <a:t>                                          </a:t>
          </a:r>
          <a:r>
            <a:rPr altLang="en-US"/>
            <a:t/>
          </a:r>
          <a:endParaRPr altLang="en-US"/>
        </a:p>
      </dgm:t>
    </dgm:pt>
    <dgm:pt modelId="{AD7E9EE7-47C2-4746-9DAA-7D2E26D48DAE}" cxnId="{1A845DF2-7356-4AA7-8B35-40DF506757D2}" type="parTrans">
      <dgm:prSet/>
      <dgm:spPr/>
    </dgm:pt>
    <dgm:pt modelId="{21AA0A2A-B16C-4DD5-80AD-1A6425478DF6}" cxnId="{1A845DF2-7356-4AA7-8B35-40DF506757D2}" type="sibTrans">
      <dgm:prSet/>
      <dgm:spPr/>
    </dgm:pt>
    <dgm:pt modelId="{CE627961-8486-4827-A19B-DEE7AD1F42AC}">
      <dgm:prSet/>
      <dgm:spPr/>
      <dgm:t>
        <a:bodyPr/>
        <a:p>
          <a:r>
            <a:rPr lang="en-US" b="0" i="0" u="none" baseline="0">
              <a:rtl val="0"/>
            </a:rPr>
            <a:t>Biểu đồ phân bố tần suất (Histogram plot)</a:t>
          </a:r>
          <a:r>
            <a:rPr lang="en-US" b="0" i="0" u="none" baseline="0">
              <a:rtl val="0"/>
            </a:rPr>
            <a:t>              </a:t>
          </a:r>
          <a:endParaRPr altLang="en-US"/>
        </a:p>
      </dgm:t>
    </dgm:pt>
    <dgm:pt modelId="{984CDC9F-80C3-48E2-BED6-5C4360569442}" cxnId="{BE8D5459-8DC7-4785-ACD7-18B07BC6B4A4}" type="parTrans">
      <dgm:prSet/>
      <dgm:spPr/>
    </dgm:pt>
    <dgm:pt modelId="{9D93D82E-A656-4156-87A5-EA118BDBA4BF}" cxnId="{BE8D5459-8DC7-4785-ACD7-18B07BC6B4A4}" type="sibTrans">
      <dgm:prSet/>
      <dgm:spPr/>
    </dgm:pt>
    <dgm:pt modelId="{4DFC5E32-3B9A-4BDD-98AE-AF649C31A6F3}">
      <dgm:prSet/>
      <dgm:spPr/>
      <dgm:t>
        <a:bodyPr/>
        <a:p>
          <a:r>
            <a:rPr lang="en-US" b="0" i="0" u="none" baseline="0">
              <a:rtl val="0"/>
            </a:rPr>
            <a:t>Biểu đồ xác suất chuẩn (QQ plot)</a:t>
          </a:r>
          <a:endParaRPr altLang="en-US"/>
        </a:p>
      </dgm:t>
    </dgm:pt>
    <dgm:pt modelId="{52BFE8EF-763F-4B11-8E6C-E60C8BA457E5}" cxnId="{2143FE2D-CA52-4957-AFB3-2D4FC688CA79}" type="parTrans">
      <dgm:prSet/>
      <dgm:spPr/>
    </dgm:pt>
    <dgm:pt modelId="{1F992B26-3100-4EC0-AB3A-762A68A8A53C}" cxnId="{2143FE2D-CA52-4957-AFB3-2D4FC688CA79}" type="sibTrans">
      <dgm:prSet/>
      <dgm:spPr/>
    </dgm:pt>
    <dgm:pt modelId="{94F2D295-B240-4227-806F-2F58F19C15CC}" type="pres">
      <dgm:prSet presAssocID="{DDD4551A-7A44-4D1C-880C-9336FF40D936}" presName="diagram" presStyleCnt="0">
        <dgm:presLayoutVars>
          <dgm:chPref val="1"/>
          <dgm:dir/>
          <dgm:animOne val="branch"/>
          <dgm:animLvl val="lvl"/>
          <dgm:resizeHandles/>
        </dgm:presLayoutVars>
      </dgm:prSet>
      <dgm:spPr/>
    </dgm:pt>
    <dgm:pt modelId="{107FF3D8-54AD-48FA-B480-D7D80599C656}" type="pres">
      <dgm:prSet presAssocID="{9487773B-5707-4386-8121-06C6C3A17FCA}" presName="root" presStyleCnt="0"/>
      <dgm:spPr/>
    </dgm:pt>
    <dgm:pt modelId="{6BE1DE41-5E2D-4F4D-BB4F-54187139DAE6}" type="pres">
      <dgm:prSet presAssocID="{9487773B-5707-4386-8121-06C6C3A17FCA}" presName="rootComposite" presStyleCnt="0"/>
      <dgm:spPr/>
    </dgm:pt>
    <dgm:pt modelId="{11A117F2-7793-46BF-9EC7-9843BECB3FE6}" type="pres">
      <dgm:prSet presAssocID="{9487773B-5707-4386-8121-06C6C3A17FCA}" presName="rootText" presStyleLbl="node1" presStyleIdx="0" presStyleCnt="1"/>
      <dgm:spPr/>
    </dgm:pt>
    <dgm:pt modelId="{A349F92F-64BC-4E7F-ADBE-7414E9799AEB}" type="pres">
      <dgm:prSet presAssocID="{9487773B-5707-4386-8121-06C6C3A17FCA}" presName="rootConnector" presStyleCnt="0"/>
      <dgm:spPr/>
    </dgm:pt>
    <dgm:pt modelId="{24E88A29-7E60-4C48-A83E-C65F0EBE5EFA}" type="pres">
      <dgm:prSet presAssocID="{9487773B-5707-4386-8121-06C6C3A17FCA}" presName="childShape" presStyleCnt="0"/>
      <dgm:spPr/>
    </dgm:pt>
    <dgm:pt modelId="{2BBB9595-C8DB-42FE-9F50-02FB92E61B17}" type="pres">
      <dgm:prSet presAssocID="{984CDC9F-80C3-48E2-BED6-5C4360569442}" presName="Name13" presStyleLbl="parChTrans1D2" presStyleIdx="0" presStyleCnt="2"/>
      <dgm:spPr/>
    </dgm:pt>
    <dgm:pt modelId="{B7C43FB1-4DFE-4A67-8569-F7A137661BC9}" type="pres">
      <dgm:prSet presAssocID="{CE627961-8486-4827-A19B-DEE7AD1F42AC}" presName="childText" presStyleLbl="bgAcc1" presStyleIdx="0" presStyleCnt="2">
        <dgm:presLayoutVars>
          <dgm:bulletEnabled val="1"/>
        </dgm:presLayoutVars>
      </dgm:prSet>
      <dgm:spPr/>
    </dgm:pt>
    <dgm:pt modelId="{F9992D72-F4AD-4894-85DF-EAE38C0DDBEA}" type="pres">
      <dgm:prSet presAssocID="{52BFE8EF-763F-4B11-8E6C-E60C8BA457E5}" presName="Name13" presStyleLbl="parChTrans1D2" presStyleIdx="1" presStyleCnt="2"/>
      <dgm:spPr/>
    </dgm:pt>
    <dgm:pt modelId="{90FAFD61-1F35-4ADB-8D77-FB427B389179}" type="pres">
      <dgm:prSet presAssocID="{4DFC5E32-3B9A-4BDD-98AE-AF649C31A6F3}" presName="childText" presStyleLbl="bgAcc1" presStyleIdx="1" presStyleCnt="2">
        <dgm:presLayoutVars>
          <dgm:bulletEnabled val="1"/>
        </dgm:presLayoutVars>
      </dgm:prSet>
      <dgm:spPr/>
    </dgm:pt>
  </dgm:ptLst>
  <dgm:cxnLst>
    <dgm:cxn modelId="{1A845DF2-7356-4AA7-8B35-40DF506757D2}" srcId="{DDD4551A-7A44-4D1C-880C-9336FF40D936}" destId="{9487773B-5707-4386-8121-06C6C3A17FCA}" srcOrd="0" destOrd="0" parTransId="{AD7E9EE7-47C2-4746-9DAA-7D2E26D48DAE}" sibTransId="{21AA0A2A-B16C-4DD5-80AD-1A6425478DF6}"/>
    <dgm:cxn modelId="{BE8D5459-8DC7-4785-ACD7-18B07BC6B4A4}" srcId="{9487773B-5707-4386-8121-06C6C3A17FCA}" destId="{CE627961-8486-4827-A19B-DEE7AD1F42AC}" srcOrd="0" destOrd="0" parTransId="{984CDC9F-80C3-48E2-BED6-5C4360569442}" sibTransId="{9D93D82E-A656-4156-87A5-EA118BDBA4BF}"/>
    <dgm:cxn modelId="{2143FE2D-CA52-4957-AFB3-2D4FC688CA79}" srcId="{9487773B-5707-4386-8121-06C6C3A17FCA}" destId="{4DFC5E32-3B9A-4BDD-98AE-AF649C31A6F3}" srcOrd="1" destOrd="0" parTransId="{52BFE8EF-763F-4B11-8E6C-E60C8BA457E5}" sibTransId="{1F992B26-3100-4EC0-AB3A-762A68A8A53C}"/>
    <dgm:cxn modelId="{6278DA46-02C9-4CBC-B92F-B1DA99657998}" type="presOf" srcId="{DDD4551A-7A44-4D1C-880C-9336FF40D936}" destId="{94F2D295-B240-4227-806F-2F58F19C15CC}" srcOrd="0" destOrd="0" presId="urn:microsoft.com/office/officeart/2005/8/layout/hierarchy3"/>
    <dgm:cxn modelId="{FD6DD90D-3D2C-406B-A108-7AAE225FB360}" type="presParOf" srcId="{94F2D295-B240-4227-806F-2F58F19C15CC}" destId="{107FF3D8-54AD-48FA-B480-D7D80599C656}" srcOrd="0" destOrd="0" presId="urn:microsoft.com/office/officeart/2005/8/layout/hierarchy3"/>
    <dgm:cxn modelId="{45F67E1C-39F0-4E9C-B78E-8D57AD4823D5}" type="presParOf" srcId="{107FF3D8-54AD-48FA-B480-D7D80599C656}" destId="{6BE1DE41-5E2D-4F4D-BB4F-54187139DAE6}" srcOrd="0" destOrd="0" presId="urn:microsoft.com/office/officeart/2005/8/layout/hierarchy3"/>
    <dgm:cxn modelId="{E520BB6A-3DE6-4BC7-AC97-DF4673C2F880}" type="presOf" srcId="{9487773B-5707-4386-8121-06C6C3A17FCA}" destId="{6BE1DE41-5E2D-4F4D-BB4F-54187139DAE6}" srcOrd="0" destOrd="0" presId="urn:microsoft.com/office/officeart/2005/8/layout/hierarchy3"/>
    <dgm:cxn modelId="{327175AD-169E-4915-B8AE-27CD7BBD9583}" type="presParOf" srcId="{6BE1DE41-5E2D-4F4D-BB4F-54187139DAE6}" destId="{11A117F2-7793-46BF-9EC7-9843BECB3FE6}" srcOrd="0" destOrd="0" presId="urn:microsoft.com/office/officeart/2005/8/layout/hierarchy3"/>
    <dgm:cxn modelId="{04978731-C954-490D-8C16-544A7EFFD03E}" type="presOf" srcId="{9487773B-5707-4386-8121-06C6C3A17FCA}" destId="{11A117F2-7793-46BF-9EC7-9843BECB3FE6}" srcOrd="0" destOrd="0" presId="urn:microsoft.com/office/officeart/2005/8/layout/hierarchy3"/>
    <dgm:cxn modelId="{D6F108C1-5AF7-4532-A010-5687B20E53B1}" type="presParOf" srcId="{6BE1DE41-5E2D-4F4D-BB4F-54187139DAE6}" destId="{A349F92F-64BC-4E7F-ADBE-7414E9799AEB}" srcOrd="1" destOrd="0" presId="urn:microsoft.com/office/officeart/2005/8/layout/hierarchy3"/>
    <dgm:cxn modelId="{34833886-25B5-42D1-BF12-EA88F880F9F3}" type="presOf" srcId="{9487773B-5707-4386-8121-06C6C3A17FCA}" destId="{A349F92F-64BC-4E7F-ADBE-7414E9799AEB}" srcOrd="0" destOrd="0" presId="urn:microsoft.com/office/officeart/2005/8/layout/hierarchy3"/>
    <dgm:cxn modelId="{2221B375-2DD0-4016-8CE0-8F7BA0335418}" type="presParOf" srcId="{107FF3D8-54AD-48FA-B480-D7D80599C656}" destId="{24E88A29-7E60-4C48-A83E-C65F0EBE5EFA}" srcOrd="1" destOrd="0" presId="urn:microsoft.com/office/officeart/2005/8/layout/hierarchy3"/>
    <dgm:cxn modelId="{89E30530-2416-4CB6-93AE-55355B4C71CB}" type="presParOf" srcId="{24E88A29-7E60-4C48-A83E-C65F0EBE5EFA}" destId="{2BBB9595-C8DB-42FE-9F50-02FB92E61B17}" srcOrd="0" destOrd="1" presId="urn:microsoft.com/office/officeart/2005/8/layout/hierarchy3"/>
    <dgm:cxn modelId="{A7655B55-4AC3-4313-8719-27168D000065}" type="presOf" srcId="{984CDC9F-80C3-48E2-BED6-5C4360569442}" destId="{2BBB9595-C8DB-42FE-9F50-02FB92E61B17}" srcOrd="0" destOrd="0" presId="urn:microsoft.com/office/officeart/2005/8/layout/hierarchy3"/>
    <dgm:cxn modelId="{B4A27682-B3C7-4EDD-BD30-E162B2680E90}" type="presParOf" srcId="{24E88A29-7E60-4C48-A83E-C65F0EBE5EFA}" destId="{B7C43FB1-4DFE-4A67-8569-F7A137661BC9}" srcOrd="1" destOrd="1" presId="urn:microsoft.com/office/officeart/2005/8/layout/hierarchy3"/>
    <dgm:cxn modelId="{E7EFE1E6-9D77-404C-B30B-DE6695388120}" type="presOf" srcId="{CE627961-8486-4827-A19B-DEE7AD1F42AC}" destId="{B7C43FB1-4DFE-4A67-8569-F7A137661BC9}" srcOrd="0" destOrd="0" presId="urn:microsoft.com/office/officeart/2005/8/layout/hierarchy3"/>
    <dgm:cxn modelId="{10F011C6-1FC4-4423-B6B2-87DCF0D1751A}" type="presParOf" srcId="{24E88A29-7E60-4C48-A83E-C65F0EBE5EFA}" destId="{F9992D72-F4AD-4894-85DF-EAE38C0DDBEA}" srcOrd="2" destOrd="1" presId="urn:microsoft.com/office/officeart/2005/8/layout/hierarchy3"/>
    <dgm:cxn modelId="{26B9ED0F-E2F7-4264-9924-2FE46B8F7B0B}" type="presOf" srcId="{52BFE8EF-763F-4B11-8E6C-E60C8BA457E5}" destId="{F9992D72-F4AD-4894-85DF-EAE38C0DDBEA}" srcOrd="0" destOrd="0" presId="urn:microsoft.com/office/officeart/2005/8/layout/hierarchy3"/>
    <dgm:cxn modelId="{92808937-569D-4DF6-B3C7-97BBFADCE2B3}" type="presParOf" srcId="{24E88A29-7E60-4C48-A83E-C65F0EBE5EFA}" destId="{90FAFD61-1F35-4ADB-8D77-FB427B389179}" srcOrd="3" destOrd="1" presId="urn:microsoft.com/office/officeart/2005/8/layout/hierarchy3"/>
    <dgm:cxn modelId="{678F5911-5ABF-4E35-8B56-FBC73CAF6944}" type="presOf" srcId="{4DFC5E32-3B9A-4BDD-98AE-AF649C31A6F3}" destId="{90FAFD61-1F35-4ADB-8D77-FB427B389179}" srcOrd="0" destOrd="0" presId="urn:microsoft.com/office/officeart/2005/8/layout/hierarchy3"/>
  </dgm:cxnLst>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B03C19-CB2C-4825-AB1E-9DC63C930BF5}" type="doc">
      <dgm:prSet/>
      <dgm:spPr/>
      <dgm:t>
        <a:bodyPr/>
        <a:p>
          <a:endParaRPr altLang="en-US"/>
        </a:p>
      </dgm:t>
    </dgm:pt>
    <dgm:pt modelId="{08BC607E-AEA3-4459-9A93-7282D925EA7A}">
      <dgm:prSet phldr="0" custT="0"/>
      <dgm:spPr/>
      <dgm:t>
        <a:bodyPr vert="horz" wrap="square"/>
        <a:p>
          <a:pPr>
            <a:lnSpc>
              <a:spcPct val="100000"/>
            </a:lnSpc>
            <a:spcBef>
              <a:spcPct val="0"/>
            </a:spcBef>
            <a:spcAft>
              <a:spcPct val="35000"/>
            </a:spcAft>
          </a:pPr>
          <a:r>
            <a:rPr lang="en-US" i="0" u="none" baseline="0">
              <a:solidFill>
                <a:schemeClr val="tx1"/>
              </a:solidFill>
              <a:rtl val="0"/>
            </a:rPr>
            <a:t>Phương pháp </a:t>
          </a:r>
          <a:r>
            <a:rPr lang="en-US" i="0" u="none" baseline="0">
              <a:solidFill>
                <a:schemeClr val="tx1"/>
              </a:solidFill>
              <a:rtl val="0"/>
            </a:rPr>
            <a:t>thống kê </a:t>
          </a:r>
          <a:r>
            <a:rPr lang="en-US" b="1" i="0" u="none" baseline="0">
              <a:rtl val="0"/>
            </a:rPr>
            <a:t>  </a:t>
          </a:r>
          <a:r>
            <a:rPr lang="en-US" b="0" i="0" u="none" baseline="0">
              <a:rtl val="0"/>
            </a:rPr>
            <a:t>                                       </a:t>
          </a:r>
          <a:r>
            <a:rPr lang="en-US" b="0" i="0" u="none" baseline="0">
              <a:rtl val="0"/>
            </a:rPr>
            <a:t>  </a:t>
          </a:r>
          <a:r>
            <a:rPr altLang="en-US"/>
            <a:t/>
          </a:r>
          <a:endParaRPr altLang="en-US"/>
        </a:p>
      </dgm:t>
    </dgm:pt>
    <dgm:pt modelId="{F61C4952-E434-48BD-B61C-3681B8E0E292}" cxnId="{C29EA03C-6C96-42DC-ABA1-613B52F3D3DC}" type="parTrans">
      <dgm:prSet/>
      <dgm:spPr/>
    </dgm:pt>
    <dgm:pt modelId="{4B367E85-BEAC-4683-92B9-25B8E1B4CB54}" cxnId="{C29EA03C-6C96-42DC-ABA1-613B52F3D3DC}" type="sibTrans">
      <dgm:prSet/>
      <dgm:spPr/>
    </dgm:pt>
    <dgm:pt modelId="{F93FB0E8-85C8-4DAC-B268-60EC67F77BE2}">
      <dgm:prSet/>
      <dgm:spPr/>
      <dgm:t>
        <a:bodyPr/>
        <a:p>
          <a:r>
            <a:rPr lang="en-US" b="0" i="0" u="none" baseline="0">
              <a:rtl val="0"/>
            </a:rPr>
            <a:t>Shapiro Test</a:t>
          </a:r>
          <a:endParaRPr altLang="en-US"/>
        </a:p>
      </dgm:t>
    </dgm:pt>
    <dgm:pt modelId="{2AB5795E-91E3-4BBE-8C45-4E59DC2BCD48}" cxnId="{822F968E-1507-458F-922F-A66980CCA265}" type="parTrans">
      <dgm:prSet/>
      <dgm:spPr/>
    </dgm:pt>
    <dgm:pt modelId="{00E5B188-72E0-474F-AD92-DB5F045D2BF2}" cxnId="{822F968E-1507-458F-922F-A66980CCA265}" type="sibTrans">
      <dgm:prSet/>
      <dgm:spPr/>
    </dgm:pt>
    <dgm:pt modelId="{3462C4B4-915E-45FD-9BCE-6976AF52ACD4}">
      <dgm:prSet/>
      <dgm:spPr/>
      <dgm:t>
        <a:bodyPr/>
        <a:p>
          <a:r>
            <a:rPr lang="en-US" b="0" i="0" u="none" baseline="0">
              <a:rtl val="0"/>
            </a:rPr>
            <a:t>D'Agostino and Pearson test</a:t>
          </a:r>
          <a:endParaRPr altLang="en-US"/>
        </a:p>
      </dgm:t>
    </dgm:pt>
    <dgm:pt modelId="{EE5B8049-4FF4-4717-95E8-40D0A90D41B0}" cxnId="{B05C47AE-9A90-4A71-9A2F-147CD90D0F82}" type="parTrans">
      <dgm:prSet/>
      <dgm:spPr/>
    </dgm:pt>
    <dgm:pt modelId="{DF7B09AE-11C3-4F3F-997B-1833E6AD14AA}" cxnId="{B05C47AE-9A90-4A71-9A2F-147CD90D0F82}" type="sibTrans">
      <dgm:prSet/>
      <dgm:spPr/>
    </dgm:pt>
    <dgm:pt modelId="{8481AA3C-E591-4F7E-A43F-2C0882C27482}">
      <dgm:prSet/>
      <dgm:spPr/>
      <dgm:t>
        <a:bodyPr/>
        <a:p>
          <a:r>
            <a:rPr lang="en-US" b="0" i="0" u="none" baseline="0">
              <a:rtl val="0"/>
            </a:rPr>
            <a:t>Anderson-Darling test  </a:t>
          </a:r>
          <a:endParaRPr altLang="en-US"/>
        </a:p>
      </dgm:t>
    </dgm:pt>
    <dgm:pt modelId="{AE860768-C888-4B38-85A1-6B3A5C779FAD}" cxnId="{EEDC0E6C-5CCA-4595-8C3B-CE592616E888}" type="parTrans">
      <dgm:prSet/>
      <dgm:spPr/>
    </dgm:pt>
    <dgm:pt modelId="{33181010-C883-4207-884E-9E3795A69707}" cxnId="{EEDC0E6C-5CCA-4595-8C3B-CE592616E888}" type="sibTrans">
      <dgm:prSet/>
      <dgm:spPr/>
    </dgm:pt>
    <dgm:pt modelId="{47018BED-8EED-4919-9194-D6F68ED6A664}">
      <dgm:prSet/>
      <dgm:spPr/>
      <dgm:t>
        <a:bodyPr/>
        <a:p>
          <a:r>
            <a:rPr lang="en-US" b="0" i="0" u="none" baseline="0">
              <a:rtl val="0"/>
            </a:rPr>
            <a:t>Kolmogorvo-Smirnov Test</a:t>
          </a:r>
          <a:endParaRPr altLang="en-US"/>
        </a:p>
      </dgm:t>
    </dgm:pt>
    <dgm:pt modelId="{CCAA4D98-5FE8-45EC-8D4C-9B923CED2FDE}" cxnId="{F7AB4A39-6C4F-4497-BDAB-D126B72737DD}" type="parTrans">
      <dgm:prSet/>
      <dgm:spPr/>
    </dgm:pt>
    <dgm:pt modelId="{B57DF1CE-29D0-4DDE-9EB6-6CB5B5AAFDA5}" cxnId="{F7AB4A39-6C4F-4497-BDAB-D126B72737DD}" type="sibTrans">
      <dgm:prSet/>
      <dgm:spPr/>
    </dgm:pt>
    <dgm:pt modelId="{B173B630-4C46-4C6D-A868-0EDDB5A11580}" type="pres">
      <dgm:prSet presAssocID="{A1B03C19-CB2C-4825-AB1E-9DC63C930BF5}" presName="diagram" presStyleCnt="0">
        <dgm:presLayoutVars>
          <dgm:chPref val="1"/>
          <dgm:dir/>
          <dgm:animOne val="branch"/>
          <dgm:animLvl val="lvl"/>
          <dgm:resizeHandles/>
        </dgm:presLayoutVars>
      </dgm:prSet>
      <dgm:spPr/>
    </dgm:pt>
    <dgm:pt modelId="{873A8C6F-33F3-424C-BB75-5E72482BF144}" type="pres">
      <dgm:prSet presAssocID="{08BC607E-AEA3-4459-9A93-7282D925EA7A}" presName="root" presStyleCnt="0"/>
      <dgm:spPr/>
    </dgm:pt>
    <dgm:pt modelId="{D5785FDF-FF4D-40F4-A824-41F5DC32B3E3}" type="pres">
      <dgm:prSet presAssocID="{08BC607E-AEA3-4459-9A93-7282D925EA7A}" presName="rootComposite" presStyleCnt="0"/>
      <dgm:spPr/>
    </dgm:pt>
    <dgm:pt modelId="{45BAE195-F8CA-4CBD-A205-AA8EEDE05741}" type="pres">
      <dgm:prSet presAssocID="{08BC607E-AEA3-4459-9A93-7282D925EA7A}" presName="rootText" presStyleLbl="node1" presStyleIdx="0" presStyleCnt="1"/>
      <dgm:spPr/>
    </dgm:pt>
    <dgm:pt modelId="{E77F18EA-EB15-4CB4-BAF4-FF9880437910}" type="pres">
      <dgm:prSet presAssocID="{08BC607E-AEA3-4459-9A93-7282D925EA7A}" presName="rootConnector" presStyleCnt="0"/>
      <dgm:spPr/>
    </dgm:pt>
    <dgm:pt modelId="{BB1C2870-56DA-4155-8471-E956951B3E83}" type="pres">
      <dgm:prSet presAssocID="{08BC607E-AEA3-4459-9A93-7282D925EA7A}" presName="childShape" presStyleCnt="0"/>
      <dgm:spPr/>
    </dgm:pt>
    <dgm:pt modelId="{306FA1C0-C906-4BB5-B948-A8F22B1E0990}" type="pres">
      <dgm:prSet presAssocID="{2AB5795E-91E3-4BBE-8C45-4E59DC2BCD48}" presName="Name13" presStyleLbl="parChTrans1D2" presStyleIdx="0" presStyleCnt="4"/>
      <dgm:spPr/>
    </dgm:pt>
    <dgm:pt modelId="{25F56AFE-F5EC-438F-8411-F943CDB48BB9}" type="pres">
      <dgm:prSet presAssocID="{F93FB0E8-85C8-4DAC-B268-60EC67F77BE2}" presName="childText" presStyleLbl="bgAcc1" presStyleIdx="0" presStyleCnt="4">
        <dgm:presLayoutVars>
          <dgm:bulletEnabled val="1"/>
        </dgm:presLayoutVars>
      </dgm:prSet>
      <dgm:spPr/>
    </dgm:pt>
    <dgm:pt modelId="{66EB62D1-372B-4CB6-8CA1-BC717046AC18}" type="pres">
      <dgm:prSet presAssocID="{EE5B8049-4FF4-4717-95E8-40D0A90D41B0}" presName="Name13" presStyleLbl="parChTrans1D2" presStyleIdx="1" presStyleCnt="4"/>
      <dgm:spPr/>
    </dgm:pt>
    <dgm:pt modelId="{C085B8E1-3468-41A8-AFB5-002B94634E72}" type="pres">
      <dgm:prSet presAssocID="{3462C4B4-915E-45FD-9BCE-6976AF52ACD4}" presName="childText" presStyleLbl="bgAcc1" presStyleIdx="1" presStyleCnt="4">
        <dgm:presLayoutVars>
          <dgm:bulletEnabled val="1"/>
        </dgm:presLayoutVars>
      </dgm:prSet>
      <dgm:spPr/>
    </dgm:pt>
    <dgm:pt modelId="{072CED7E-02CD-4876-AD4F-5D3FDFA6015C}" type="pres">
      <dgm:prSet presAssocID="{AE860768-C888-4B38-85A1-6B3A5C779FAD}" presName="Name13" presStyleLbl="parChTrans1D2" presStyleIdx="2" presStyleCnt="4"/>
      <dgm:spPr/>
    </dgm:pt>
    <dgm:pt modelId="{D0D2B2E3-0CC6-468F-A9D3-4629D5FF124E}" type="pres">
      <dgm:prSet presAssocID="{8481AA3C-E591-4F7E-A43F-2C0882C27482}" presName="childText" presStyleLbl="bgAcc1" presStyleIdx="2" presStyleCnt="4">
        <dgm:presLayoutVars>
          <dgm:bulletEnabled val="1"/>
        </dgm:presLayoutVars>
      </dgm:prSet>
      <dgm:spPr/>
    </dgm:pt>
    <dgm:pt modelId="{BBD1F0C7-87D2-4CDC-829F-482531552856}" type="pres">
      <dgm:prSet presAssocID="{CCAA4D98-5FE8-45EC-8D4C-9B923CED2FDE}" presName="Name13" presStyleLbl="parChTrans1D2" presStyleIdx="3" presStyleCnt="4"/>
      <dgm:spPr/>
    </dgm:pt>
    <dgm:pt modelId="{239831A5-8199-49EC-A13C-7E3A6BEC1283}" type="pres">
      <dgm:prSet presAssocID="{47018BED-8EED-4919-9194-D6F68ED6A664}" presName="childText" presStyleLbl="bgAcc1" presStyleIdx="3" presStyleCnt="4">
        <dgm:presLayoutVars>
          <dgm:bulletEnabled val="1"/>
        </dgm:presLayoutVars>
      </dgm:prSet>
      <dgm:spPr/>
    </dgm:pt>
  </dgm:ptLst>
  <dgm:cxnLst>
    <dgm:cxn modelId="{C29EA03C-6C96-42DC-ABA1-613B52F3D3DC}" srcId="{A1B03C19-CB2C-4825-AB1E-9DC63C930BF5}" destId="{08BC607E-AEA3-4459-9A93-7282D925EA7A}" srcOrd="0" destOrd="0" parTransId="{F61C4952-E434-48BD-B61C-3681B8E0E292}" sibTransId="{4B367E85-BEAC-4683-92B9-25B8E1B4CB54}"/>
    <dgm:cxn modelId="{822F968E-1507-458F-922F-A66980CCA265}" srcId="{08BC607E-AEA3-4459-9A93-7282D925EA7A}" destId="{F93FB0E8-85C8-4DAC-B268-60EC67F77BE2}" srcOrd="0" destOrd="0" parTransId="{2AB5795E-91E3-4BBE-8C45-4E59DC2BCD48}" sibTransId="{00E5B188-72E0-474F-AD92-DB5F045D2BF2}"/>
    <dgm:cxn modelId="{B05C47AE-9A90-4A71-9A2F-147CD90D0F82}" srcId="{08BC607E-AEA3-4459-9A93-7282D925EA7A}" destId="{3462C4B4-915E-45FD-9BCE-6976AF52ACD4}" srcOrd="1" destOrd="0" parTransId="{EE5B8049-4FF4-4717-95E8-40D0A90D41B0}" sibTransId="{DF7B09AE-11C3-4F3F-997B-1833E6AD14AA}"/>
    <dgm:cxn modelId="{EEDC0E6C-5CCA-4595-8C3B-CE592616E888}" srcId="{08BC607E-AEA3-4459-9A93-7282D925EA7A}" destId="{8481AA3C-E591-4F7E-A43F-2C0882C27482}" srcOrd="2" destOrd="0" parTransId="{AE860768-C888-4B38-85A1-6B3A5C779FAD}" sibTransId="{33181010-C883-4207-884E-9E3795A69707}"/>
    <dgm:cxn modelId="{F7AB4A39-6C4F-4497-BDAB-D126B72737DD}" srcId="{08BC607E-AEA3-4459-9A93-7282D925EA7A}" destId="{47018BED-8EED-4919-9194-D6F68ED6A664}" srcOrd="3" destOrd="0" parTransId="{CCAA4D98-5FE8-45EC-8D4C-9B923CED2FDE}" sibTransId="{B57DF1CE-29D0-4DDE-9EB6-6CB5B5AAFDA5}"/>
    <dgm:cxn modelId="{5DDE2B90-B9F3-46C5-B338-213B28B01C4A}" type="presOf" srcId="{A1B03C19-CB2C-4825-AB1E-9DC63C930BF5}" destId="{B173B630-4C46-4C6D-A868-0EDDB5A11580}" srcOrd="0" destOrd="0" presId="urn:microsoft.com/office/officeart/2005/8/layout/hierarchy3"/>
    <dgm:cxn modelId="{06D1991E-0168-4D5C-8775-288A6AB4FE38}" type="presParOf" srcId="{B173B630-4C46-4C6D-A868-0EDDB5A11580}" destId="{873A8C6F-33F3-424C-BB75-5E72482BF144}" srcOrd="0" destOrd="0" presId="urn:microsoft.com/office/officeart/2005/8/layout/hierarchy3"/>
    <dgm:cxn modelId="{79B15407-9314-4BFE-BBFF-781A6B24034D}" type="presParOf" srcId="{873A8C6F-33F3-424C-BB75-5E72482BF144}" destId="{D5785FDF-FF4D-40F4-A824-41F5DC32B3E3}" srcOrd="0" destOrd="0" presId="urn:microsoft.com/office/officeart/2005/8/layout/hierarchy3"/>
    <dgm:cxn modelId="{162C1204-C491-4730-8201-E80C41A181A1}" type="presOf" srcId="{08BC607E-AEA3-4459-9A93-7282D925EA7A}" destId="{D5785FDF-FF4D-40F4-A824-41F5DC32B3E3}" srcOrd="0" destOrd="0" presId="urn:microsoft.com/office/officeart/2005/8/layout/hierarchy3"/>
    <dgm:cxn modelId="{9F398821-4885-4D6F-8ED7-B46CF751453C}" type="presParOf" srcId="{D5785FDF-FF4D-40F4-A824-41F5DC32B3E3}" destId="{45BAE195-F8CA-4CBD-A205-AA8EEDE05741}" srcOrd="0" destOrd="0" presId="urn:microsoft.com/office/officeart/2005/8/layout/hierarchy3"/>
    <dgm:cxn modelId="{20911109-384E-40F4-B4E7-D35FB3C95125}" type="presOf" srcId="{08BC607E-AEA3-4459-9A93-7282D925EA7A}" destId="{45BAE195-F8CA-4CBD-A205-AA8EEDE05741}" srcOrd="0" destOrd="0" presId="urn:microsoft.com/office/officeart/2005/8/layout/hierarchy3"/>
    <dgm:cxn modelId="{8CB5E25A-8E4D-4C6C-A3F2-D57019EB22F6}" type="presParOf" srcId="{D5785FDF-FF4D-40F4-A824-41F5DC32B3E3}" destId="{E77F18EA-EB15-4CB4-BAF4-FF9880437910}" srcOrd="1" destOrd="0" presId="urn:microsoft.com/office/officeart/2005/8/layout/hierarchy3"/>
    <dgm:cxn modelId="{95065575-38A5-4863-9FEF-14DFDED44E86}" type="presOf" srcId="{08BC607E-AEA3-4459-9A93-7282D925EA7A}" destId="{E77F18EA-EB15-4CB4-BAF4-FF9880437910}" srcOrd="0" destOrd="0" presId="urn:microsoft.com/office/officeart/2005/8/layout/hierarchy3"/>
    <dgm:cxn modelId="{1DD4F771-5F27-471B-B07B-526E5EC9BA96}" type="presParOf" srcId="{873A8C6F-33F3-424C-BB75-5E72482BF144}" destId="{BB1C2870-56DA-4155-8471-E956951B3E83}" srcOrd="1" destOrd="0" presId="urn:microsoft.com/office/officeart/2005/8/layout/hierarchy3"/>
    <dgm:cxn modelId="{3FA750CE-3A25-4B10-BF86-7526301F0ACE}" type="presParOf" srcId="{BB1C2870-56DA-4155-8471-E956951B3E83}" destId="{306FA1C0-C906-4BB5-B948-A8F22B1E0990}" srcOrd="0" destOrd="1" presId="urn:microsoft.com/office/officeart/2005/8/layout/hierarchy3"/>
    <dgm:cxn modelId="{B1D34A55-E768-433F-ABD9-3C30B010F2A9}" type="presOf" srcId="{2AB5795E-91E3-4BBE-8C45-4E59DC2BCD48}" destId="{306FA1C0-C906-4BB5-B948-A8F22B1E0990}" srcOrd="0" destOrd="0" presId="urn:microsoft.com/office/officeart/2005/8/layout/hierarchy3"/>
    <dgm:cxn modelId="{3475D673-99D2-4A04-8FDB-205A157DB7AD}" type="presParOf" srcId="{BB1C2870-56DA-4155-8471-E956951B3E83}" destId="{25F56AFE-F5EC-438F-8411-F943CDB48BB9}" srcOrd="1" destOrd="1" presId="urn:microsoft.com/office/officeart/2005/8/layout/hierarchy3"/>
    <dgm:cxn modelId="{A73943B0-B474-4297-A228-2EFAEB360B57}" type="presOf" srcId="{F93FB0E8-85C8-4DAC-B268-60EC67F77BE2}" destId="{25F56AFE-F5EC-438F-8411-F943CDB48BB9}" srcOrd="0" destOrd="0" presId="urn:microsoft.com/office/officeart/2005/8/layout/hierarchy3"/>
    <dgm:cxn modelId="{01369FB4-0955-40C2-A2B7-1AC7B152BED6}" type="presParOf" srcId="{BB1C2870-56DA-4155-8471-E956951B3E83}" destId="{66EB62D1-372B-4CB6-8CA1-BC717046AC18}" srcOrd="2" destOrd="1" presId="urn:microsoft.com/office/officeart/2005/8/layout/hierarchy3"/>
    <dgm:cxn modelId="{0170C1C1-0894-4779-8278-6BBE02F8ABB7}" type="presOf" srcId="{EE5B8049-4FF4-4717-95E8-40D0A90D41B0}" destId="{66EB62D1-372B-4CB6-8CA1-BC717046AC18}" srcOrd="0" destOrd="0" presId="urn:microsoft.com/office/officeart/2005/8/layout/hierarchy3"/>
    <dgm:cxn modelId="{FD0DA49E-C673-4274-AC02-AEC5BAA1BCF0}" type="presParOf" srcId="{BB1C2870-56DA-4155-8471-E956951B3E83}" destId="{C085B8E1-3468-41A8-AFB5-002B94634E72}" srcOrd="3" destOrd="1" presId="urn:microsoft.com/office/officeart/2005/8/layout/hierarchy3"/>
    <dgm:cxn modelId="{3CFB8A39-F5CF-428F-AD85-461D3519797A}" type="presOf" srcId="{3462C4B4-915E-45FD-9BCE-6976AF52ACD4}" destId="{C085B8E1-3468-41A8-AFB5-002B94634E72}" srcOrd="0" destOrd="0" presId="urn:microsoft.com/office/officeart/2005/8/layout/hierarchy3"/>
    <dgm:cxn modelId="{2E8ACAD4-E548-454C-B2C4-5FB8D41C236F}" type="presParOf" srcId="{BB1C2870-56DA-4155-8471-E956951B3E83}" destId="{072CED7E-02CD-4876-AD4F-5D3FDFA6015C}" srcOrd="4" destOrd="1" presId="urn:microsoft.com/office/officeart/2005/8/layout/hierarchy3"/>
    <dgm:cxn modelId="{8A6502FF-A759-41B5-9DC6-AD4489E71DB2}" type="presOf" srcId="{AE860768-C888-4B38-85A1-6B3A5C779FAD}" destId="{072CED7E-02CD-4876-AD4F-5D3FDFA6015C}" srcOrd="0" destOrd="0" presId="urn:microsoft.com/office/officeart/2005/8/layout/hierarchy3"/>
    <dgm:cxn modelId="{08DA7479-3459-4C43-B384-89DDACE0F34B}" type="presParOf" srcId="{BB1C2870-56DA-4155-8471-E956951B3E83}" destId="{D0D2B2E3-0CC6-468F-A9D3-4629D5FF124E}" srcOrd="5" destOrd="1" presId="urn:microsoft.com/office/officeart/2005/8/layout/hierarchy3"/>
    <dgm:cxn modelId="{24C99E10-4A8C-4A4E-97DD-E4452AEEC1A0}" type="presOf" srcId="{8481AA3C-E591-4F7E-A43F-2C0882C27482}" destId="{D0D2B2E3-0CC6-468F-A9D3-4629D5FF124E}" srcOrd="0" destOrd="0" presId="urn:microsoft.com/office/officeart/2005/8/layout/hierarchy3"/>
    <dgm:cxn modelId="{176145C5-D770-48CD-A386-32E2C6CE62EF}" type="presParOf" srcId="{BB1C2870-56DA-4155-8471-E956951B3E83}" destId="{BBD1F0C7-87D2-4CDC-829F-482531552856}" srcOrd="6" destOrd="1" presId="urn:microsoft.com/office/officeart/2005/8/layout/hierarchy3"/>
    <dgm:cxn modelId="{76FC1FB3-C08A-4390-80A5-5EEEF7C492CA}" type="presOf" srcId="{CCAA4D98-5FE8-45EC-8D4C-9B923CED2FDE}" destId="{BBD1F0C7-87D2-4CDC-829F-482531552856}" srcOrd="0" destOrd="0" presId="urn:microsoft.com/office/officeart/2005/8/layout/hierarchy3"/>
    <dgm:cxn modelId="{0B51C0C3-E5F4-4E9C-ACB4-A0ECF9F44F02}" type="presParOf" srcId="{BB1C2870-56DA-4155-8471-E956951B3E83}" destId="{239831A5-8199-49EC-A13C-7E3A6BEC1283}" srcOrd="7" destOrd="1" presId="urn:microsoft.com/office/officeart/2005/8/layout/hierarchy3"/>
    <dgm:cxn modelId="{F4CDAE99-C892-457D-AE75-276920AB60C7}" type="presOf" srcId="{47018BED-8EED-4919-9194-D6F68ED6A664}" destId="{239831A5-8199-49EC-A13C-7E3A6BEC1283}" srcOrd="0" destOrd="0" presId="urn:microsoft.com/office/officeart/2005/8/layout/hierarchy3"/>
  </dgm:cxnLst>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2778760" cy="2470785"/>
        <a:chOff x="0" y="0"/>
        <a:chExt cx="2778760" cy="2470785"/>
      </a:xfrm>
    </dsp:grpSpPr>
    <dsp:sp modelId="{11A117F2-7793-46BF-9EC7-9843BECB3FE6}">
      <dsp:nvSpPr>
        <dsp:cNvPr id="3" name="Rounded Rectangle 2"/>
        <dsp:cNvSpPr/>
      </dsp:nvSpPr>
      <dsp:spPr bwMode="white">
        <a:xfrm>
          <a:off x="683441" y="0"/>
          <a:ext cx="1411877" cy="70593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32384" tIns="21590" rIns="32384" bIns="2159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 b="0" i="0" u="none" baseline="0">
              <a:solidFill>
                <a:schemeClr val="tx1"/>
              </a:solidFill>
              <a:rtl val="0"/>
            </a:rPr>
            <a:t>Phương pháp biểu đồ</a:t>
          </a:r>
          <a:r>
            <a:rPr lang="en-US" b="0" i="0" u="none" baseline="0">
              <a:solidFill>
                <a:schemeClr val="tx1"/>
              </a:solidFill>
              <a:rtl val="0"/>
            </a:rPr>
            <a:t> </a:t>
          </a:r>
          <a:r>
            <a:rPr lang="en-US" b="0" i="0" u="none" baseline="0">
              <a:rtl val="0"/>
            </a:rPr>
            <a:t>                                          </a:t>
          </a:r>
          <a:endParaRPr altLang="en-US"/>
        </a:p>
      </dsp:txBody>
      <dsp:txXfrm>
        <a:off x="683441" y="0"/>
        <a:ext cx="1411877" cy="705939"/>
      </dsp:txXfrm>
    </dsp:sp>
    <dsp:sp modelId="{2BBB9595-C8DB-42FE-9F50-02FB92E61B17}">
      <dsp:nvSpPr>
        <dsp:cNvPr id="5" name="Freeform 4"/>
        <dsp:cNvSpPr/>
      </dsp:nvSpPr>
      <dsp:spPr bwMode="white">
        <a:xfrm>
          <a:off x="824629" y="705939"/>
          <a:ext cx="141188" cy="529454"/>
        </a:xfrm>
        <a:custGeom>
          <a:avLst/>
          <a:gdLst/>
          <a:ahLst/>
          <a:cxnLst/>
          <a:pathLst>
            <a:path w="222" h="834">
              <a:moveTo>
                <a:pt x="0" y="0"/>
              </a:moveTo>
              <a:lnTo>
                <a:pt x="0" y="834"/>
              </a:lnTo>
              <a:lnTo>
                <a:pt x="222" y="834"/>
              </a:lnTo>
            </a:path>
          </a:pathLst>
        </a:custGeom>
      </dsp:spPr>
      <dsp:style>
        <a:lnRef idx="2">
          <a:schemeClr val="accent1">
            <a:shade val="60000"/>
          </a:schemeClr>
        </a:lnRef>
        <a:fillRef idx="0">
          <a:schemeClr val="accent1"/>
        </a:fillRef>
        <a:effectRef idx="0">
          <a:scrgbClr r="0" g="0" b="0"/>
        </a:effectRef>
        <a:fontRef idx="minor"/>
      </dsp:style>
      <dsp:txXfrm>
        <a:off x="824629" y="705939"/>
        <a:ext cx="141188" cy="529454"/>
      </dsp:txXfrm>
    </dsp:sp>
    <dsp:sp modelId="{B7C43FB1-4DFE-4A67-8569-F7A137661BC9}">
      <dsp:nvSpPr>
        <dsp:cNvPr id="6" name="Rounded Rectangle 5"/>
        <dsp:cNvSpPr/>
      </dsp:nvSpPr>
      <dsp:spPr bwMode="white">
        <a:xfrm>
          <a:off x="965817" y="882423"/>
          <a:ext cx="1129502" cy="70593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0955" tIns="13970" rIns="20955"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 b="0" i="0" u="none" baseline="0">
              <a:solidFill>
                <a:schemeClr val="dk1"/>
              </a:solidFill>
              <a:rtl val="0"/>
            </a:rPr>
            <a:t>Biểu đồ phân bố tần suất (Histogram plot)</a:t>
          </a:r>
          <a:r>
            <a:rPr lang="en-US" b="0" i="0" u="none" baseline="0">
              <a:solidFill>
                <a:schemeClr val="dk1"/>
              </a:solidFill>
              <a:rtl val="0"/>
            </a:rPr>
            <a:t>              </a:t>
          </a:r>
          <a:endParaRPr altLang="en-US">
            <a:solidFill>
              <a:schemeClr val="dk1"/>
            </a:solidFill>
          </a:endParaRPr>
        </a:p>
      </dsp:txBody>
      <dsp:txXfrm>
        <a:off x="965817" y="882423"/>
        <a:ext cx="1129502" cy="705939"/>
      </dsp:txXfrm>
    </dsp:sp>
    <dsp:sp modelId="{F9992D72-F4AD-4894-85DF-EAE38C0DDBEA}">
      <dsp:nvSpPr>
        <dsp:cNvPr id="7" name="Freeform 6"/>
        <dsp:cNvSpPr/>
      </dsp:nvSpPr>
      <dsp:spPr bwMode="white">
        <a:xfrm>
          <a:off x="824629" y="705939"/>
          <a:ext cx="141188" cy="1411877"/>
        </a:xfrm>
        <a:custGeom>
          <a:avLst/>
          <a:gdLst/>
          <a:ahLst/>
          <a:cxnLst/>
          <a:pathLst>
            <a:path w="222" h="2223">
              <a:moveTo>
                <a:pt x="0" y="0"/>
              </a:moveTo>
              <a:lnTo>
                <a:pt x="0" y="2223"/>
              </a:lnTo>
              <a:lnTo>
                <a:pt x="222" y="2223"/>
              </a:lnTo>
            </a:path>
          </a:pathLst>
        </a:custGeom>
      </dsp:spPr>
      <dsp:style>
        <a:lnRef idx="2">
          <a:schemeClr val="accent1">
            <a:shade val="60000"/>
          </a:schemeClr>
        </a:lnRef>
        <a:fillRef idx="0">
          <a:schemeClr val="accent1"/>
        </a:fillRef>
        <a:effectRef idx="0">
          <a:scrgbClr r="0" g="0" b="0"/>
        </a:effectRef>
        <a:fontRef idx="minor"/>
      </dsp:style>
      <dsp:txXfrm>
        <a:off x="824629" y="705939"/>
        <a:ext cx="141188" cy="1411877"/>
      </dsp:txXfrm>
    </dsp:sp>
    <dsp:sp modelId="{90FAFD61-1F35-4ADB-8D77-FB427B389179}">
      <dsp:nvSpPr>
        <dsp:cNvPr id="8" name="Rounded Rectangle 7"/>
        <dsp:cNvSpPr/>
      </dsp:nvSpPr>
      <dsp:spPr bwMode="white">
        <a:xfrm>
          <a:off x="965817" y="1764846"/>
          <a:ext cx="1129502" cy="705939"/>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0955" tIns="13970" rIns="20955" bIns="13970" anchor="ctr"/>
        <a:lstStyle>
          <a:lvl1pPr algn="ctr">
            <a:defRPr sz="1100"/>
          </a:lvl1pPr>
          <a:lvl2pPr marL="57150" indent="-57150" algn="ctr">
            <a:defRPr sz="800"/>
          </a:lvl2pPr>
          <a:lvl3pPr marL="114300" indent="-57150" algn="ctr">
            <a:defRPr sz="800"/>
          </a:lvl3pPr>
          <a:lvl4pPr marL="171450" indent="-57150" algn="ctr">
            <a:defRPr sz="800"/>
          </a:lvl4pPr>
          <a:lvl5pPr marL="228600" indent="-57150" algn="ctr">
            <a:defRPr sz="800"/>
          </a:lvl5pPr>
          <a:lvl6pPr marL="285750" indent="-57150" algn="ctr">
            <a:defRPr sz="800"/>
          </a:lvl6pPr>
          <a:lvl7pPr marL="342900" indent="-57150" algn="ctr">
            <a:defRPr sz="800"/>
          </a:lvl7pPr>
          <a:lvl8pPr marL="400050" indent="-57150" algn="ctr">
            <a:defRPr sz="800"/>
          </a:lvl8pPr>
          <a:lvl9pPr marL="457200" indent="-57150" algn="ctr">
            <a:defRPr sz="800"/>
          </a:lvl9pPr>
        </a:lstStyle>
        <a:p>
          <a:pPr lvl="0">
            <a:lnSpc>
              <a:spcPct val="100000"/>
            </a:lnSpc>
            <a:spcBef>
              <a:spcPct val="0"/>
            </a:spcBef>
            <a:spcAft>
              <a:spcPct val="35000"/>
            </a:spcAft>
          </a:pPr>
          <a:r>
            <a:rPr lang="" b="0" i="0" u="none" baseline="0">
              <a:solidFill>
                <a:schemeClr val="dk1"/>
              </a:solidFill>
              <a:rtl val="0"/>
            </a:rPr>
            <a:t>Biểu đồ xác suất chuẩn (QQ plot)</a:t>
          </a:r>
          <a:endParaRPr altLang="en-US">
            <a:solidFill>
              <a:schemeClr val="dk1"/>
            </a:solidFill>
          </a:endParaRPr>
        </a:p>
      </dsp:txBody>
      <dsp:txXfrm>
        <a:off x="965817" y="1764846"/>
        <a:ext cx="1129502" cy="705939"/>
      </dsp:txXfrm>
    </dsp:sp>
    <dsp:sp modelId="{A349F92F-64BC-4E7F-ADBE-7414E9799AEB}">
      <dsp:nvSpPr>
        <dsp:cNvPr id="4" name="Rounded Rectangle 3" hidden="1"/>
        <dsp:cNvSpPr/>
      </dsp:nvSpPr>
      <dsp:spPr>
        <a:xfrm>
          <a:off x="683441" y="0"/>
          <a:ext cx="282375" cy="705939"/>
        </a:xfrm>
        <a:prstGeom prst="roundRect">
          <a:avLst>
            <a:gd name="adj" fmla="val 10000"/>
          </a:avLst>
        </a:prstGeom>
      </dsp:spPr>
      <dsp:txXfrm>
        <a:off x="683441" y="0"/>
        <a:ext cx="282375" cy="705939"/>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493770" cy="3762375"/>
        <a:chOff x="0" y="0"/>
        <a:chExt cx="3493770" cy="3762375"/>
      </a:xfrm>
    </dsp:grpSpPr>
    <dsp:sp modelId="{45BAE195-F8CA-4CBD-A205-AA8EEDE05741}">
      <dsp:nvSpPr>
        <dsp:cNvPr id="3" name="Rounded Rectangle 2"/>
        <dsp:cNvSpPr/>
      </dsp:nvSpPr>
      <dsp:spPr bwMode="white">
        <a:xfrm>
          <a:off x="1119823" y="0"/>
          <a:ext cx="1254125" cy="627063"/>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26670" tIns="17780" rIns="26670" bIns="1778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 i="0" u="none" baseline="0">
              <a:solidFill>
                <a:schemeClr val="tx1"/>
              </a:solidFill>
              <a:rtl val="0"/>
            </a:rPr>
            <a:t>Phương pháp </a:t>
          </a:r>
          <a:r>
            <a:rPr lang="en-US" i="0" u="none" baseline="0">
              <a:solidFill>
                <a:schemeClr val="tx1"/>
              </a:solidFill>
              <a:rtl val="0"/>
            </a:rPr>
            <a:t>thống kê </a:t>
          </a:r>
          <a:r>
            <a:rPr lang="en-US" b="1" i="0" u="none" baseline="0">
              <a:rtl val="0"/>
            </a:rPr>
            <a:t>  </a:t>
          </a:r>
          <a:r>
            <a:rPr lang="en-US" b="0" i="0" u="none" baseline="0">
              <a:rtl val="0"/>
            </a:rPr>
            <a:t>                                       </a:t>
          </a:r>
          <a:r>
            <a:rPr lang="" b="0" i="0" u="none" baseline="0">
              <a:rtl val="0"/>
            </a:rPr>
            <a:t>  </a:t>
          </a:r>
          <a:endParaRPr altLang="en-US"/>
        </a:p>
      </dsp:txBody>
      <dsp:txXfrm>
        <a:off x="1119823" y="0"/>
        <a:ext cx="1254125" cy="627063"/>
      </dsp:txXfrm>
    </dsp:sp>
    <dsp:sp modelId="{306FA1C0-C906-4BB5-B948-A8F22B1E0990}">
      <dsp:nvSpPr>
        <dsp:cNvPr id="5" name="Freeform 4"/>
        <dsp:cNvSpPr/>
      </dsp:nvSpPr>
      <dsp:spPr bwMode="white">
        <a:xfrm>
          <a:off x="1245235" y="627063"/>
          <a:ext cx="125413" cy="470297"/>
        </a:xfrm>
        <a:custGeom>
          <a:avLst/>
          <a:gdLst/>
          <a:ahLst/>
          <a:cxnLst/>
          <a:pathLst>
            <a:path w="198" h="741">
              <a:moveTo>
                <a:pt x="0" y="0"/>
              </a:moveTo>
              <a:lnTo>
                <a:pt x="0" y="741"/>
              </a:lnTo>
              <a:lnTo>
                <a:pt x="198" y="741"/>
              </a:lnTo>
            </a:path>
          </a:pathLst>
        </a:custGeom>
      </dsp:spPr>
      <dsp:style>
        <a:lnRef idx="2">
          <a:schemeClr val="accent1">
            <a:shade val="60000"/>
          </a:schemeClr>
        </a:lnRef>
        <a:fillRef idx="0">
          <a:schemeClr val="accent1"/>
        </a:fillRef>
        <a:effectRef idx="0">
          <a:scrgbClr r="0" g="0" b="0"/>
        </a:effectRef>
        <a:fontRef idx="minor"/>
      </dsp:style>
      <dsp:txXfrm>
        <a:off x="1245235" y="627063"/>
        <a:ext cx="125413" cy="470297"/>
      </dsp:txXfrm>
    </dsp:sp>
    <dsp:sp modelId="{25F56AFE-F5EC-438F-8411-F943CDB48BB9}">
      <dsp:nvSpPr>
        <dsp:cNvPr id="6" name="Rounded Rectangle 5"/>
        <dsp:cNvSpPr/>
      </dsp:nvSpPr>
      <dsp:spPr bwMode="white">
        <a:xfrm>
          <a:off x="1370648" y="783828"/>
          <a:ext cx="1003300" cy="627063"/>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2859" tIns="15240" rIns="22859" bIns="1524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en-US" b="0" i="0" u="none" baseline="0">
              <a:solidFill>
                <a:schemeClr val="dk1"/>
              </a:solidFill>
              <a:rtl val="0"/>
            </a:rPr>
            <a:t>Shapiro Test</a:t>
          </a:r>
          <a:endParaRPr altLang="en-US">
            <a:solidFill>
              <a:schemeClr val="dk1"/>
            </a:solidFill>
          </a:endParaRPr>
        </a:p>
      </dsp:txBody>
      <dsp:txXfrm>
        <a:off x="1370648" y="783828"/>
        <a:ext cx="1003300" cy="627063"/>
      </dsp:txXfrm>
    </dsp:sp>
    <dsp:sp modelId="{66EB62D1-372B-4CB6-8CA1-BC717046AC18}">
      <dsp:nvSpPr>
        <dsp:cNvPr id="7" name="Freeform 6"/>
        <dsp:cNvSpPr/>
      </dsp:nvSpPr>
      <dsp:spPr bwMode="white">
        <a:xfrm>
          <a:off x="1245235" y="627063"/>
          <a:ext cx="125413" cy="1254125"/>
        </a:xfrm>
        <a:custGeom>
          <a:avLst/>
          <a:gdLst/>
          <a:ahLst/>
          <a:cxnLst/>
          <a:pathLst>
            <a:path w="198" h="1975">
              <a:moveTo>
                <a:pt x="0" y="0"/>
              </a:moveTo>
              <a:lnTo>
                <a:pt x="0" y="1975"/>
              </a:lnTo>
              <a:lnTo>
                <a:pt x="198" y="1975"/>
              </a:lnTo>
            </a:path>
          </a:pathLst>
        </a:custGeom>
      </dsp:spPr>
      <dsp:style>
        <a:lnRef idx="2">
          <a:schemeClr val="accent1">
            <a:shade val="60000"/>
          </a:schemeClr>
        </a:lnRef>
        <a:fillRef idx="0">
          <a:schemeClr val="accent1"/>
        </a:fillRef>
        <a:effectRef idx="0">
          <a:scrgbClr r="0" g="0" b="0"/>
        </a:effectRef>
        <a:fontRef idx="minor"/>
      </dsp:style>
      <dsp:txXfrm>
        <a:off x="1245235" y="627063"/>
        <a:ext cx="125413" cy="1254125"/>
      </dsp:txXfrm>
    </dsp:sp>
    <dsp:sp modelId="{C085B8E1-3468-41A8-AFB5-002B94634E72}">
      <dsp:nvSpPr>
        <dsp:cNvPr id="8" name="Rounded Rectangle 7"/>
        <dsp:cNvSpPr/>
      </dsp:nvSpPr>
      <dsp:spPr bwMode="white">
        <a:xfrm>
          <a:off x="1370648" y="1567656"/>
          <a:ext cx="1003300" cy="627063"/>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2859" tIns="15240" rIns="22859" bIns="1524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en-US" b="0" i="0" u="none" baseline="0">
              <a:solidFill>
                <a:schemeClr val="dk1"/>
              </a:solidFill>
              <a:rtl val="0"/>
            </a:rPr>
            <a:t>D'Agostino and Pearson test</a:t>
          </a:r>
          <a:endParaRPr altLang="en-US">
            <a:solidFill>
              <a:schemeClr val="dk1"/>
            </a:solidFill>
          </a:endParaRPr>
        </a:p>
      </dsp:txBody>
      <dsp:txXfrm>
        <a:off x="1370648" y="1567656"/>
        <a:ext cx="1003300" cy="627063"/>
      </dsp:txXfrm>
    </dsp:sp>
    <dsp:sp modelId="{072CED7E-02CD-4876-AD4F-5D3FDFA6015C}">
      <dsp:nvSpPr>
        <dsp:cNvPr id="9" name="Freeform 8"/>
        <dsp:cNvSpPr/>
      </dsp:nvSpPr>
      <dsp:spPr bwMode="white">
        <a:xfrm>
          <a:off x="1245235" y="627063"/>
          <a:ext cx="125413" cy="2037953"/>
        </a:xfrm>
        <a:custGeom>
          <a:avLst/>
          <a:gdLst/>
          <a:ahLst/>
          <a:cxnLst/>
          <a:pathLst>
            <a:path w="198" h="3209">
              <a:moveTo>
                <a:pt x="0" y="0"/>
              </a:moveTo>
              <a:lnTo>
                <a:pt x="0" y="3209"/>
              </a:lnTo>
              <a:lnTo>
                <a:pt x="198" y="3209"/>
              </a:lnTo>
            </a:path>
          </a:pathLst>
        </a:custGeom>
      </dsp:spPr>
      <dsp:style>
        <a:lnRef idx="2">
          <a:schemeClr val="accent1">
            <a:shade val="60000"/>
          </a:schemeClr>
        </a:lnRef>
        <a:fillRef idx="0">
          <a:schemeClr val="accent1"/>
        </a:fillRef>
        <a:effectRef idx="0">
          <a:scrgbClr r="0" g="0" b="0"/>
        </a:effectRef>
        <a:fontRef idx="minor"/>
      </dsp:style>
      <dsp:txXfrm>
        <a:off x="1245235" y="627063"/>
        <a:ext cx="125413" cy="2037953"/>
      </dsp:txXfrm>
    </dsp:sp>
    <dsp:sp modelId="{D0D2B2E3-0CC6-468F-A9D3-4629D5FF124E}">
      <dsp:nvSpPr>
        <dsp:cNvPr id="10" name="Rounded Rectangle 9"/>
        <dsp:cNvSpPr/>
      </dsp:nvSpPr>
      <dsp:spPr bwMode="white">
        <a:xfrm>
          <a:off x="1370648" y="2351484"/>
          <a:ext cx="1003300" cy="627063"/>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2859" tIns="15240" rIns="22859" bIns="1524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en-US" b="0" i="0" u="none" baseline="0">
              <a:solidFill>
                <a:schemeClr val="dk1"/>
              </a:solidFill>
              <a:rtl val="0"/>
            </a:rPr>
            <a:t>Anderson-Darling test  </a:t>
          </a:r>
          <a:endParaRPr altLang="en-US">
            <a:solidFill>
              <a:schemeClr val="dk1"/>
            </a:solidFill>
          </a:endParaRPr>
        </a:p>
      </dsp:txBody>
      <dsp:txXfrm>
        <a:off x="1370648" y="2351484"/>
        <a:ext cx="1003300" cy="627063"/>
      </dsp:txXfrm>
    </dsp:sp>
    <dsp:sp modelId="{BBD1F0C7-87D2-4CDC-829F-482531552856}">
      <dsp:nvSpPr>
        <dsp:cNvPr id="11" name="Freeform 10"/>
        <dsp:cNvSpPr/>
      </dsp:nvSpPr>
      <dsp:spPr bwMode="white">
        <a:xfrm>
          <a:off x="1245235" y="627063"/>
          <a:ext cx="125413" cy="2821781"/>
        </a:xfrm>
        <a:custGeom>
          <a:avLst/>
          <a:gdLst/>
          <a:ahLst/>
          <a:cxnLst/>
          <a:pathLst>
            <a:path w="198" h="4444">
              <a:moveTo>
                <a:pt x="0" y="0"/>
              </a:moveTo>
              <a:lnTo>
                <a:pt x="0" y="4444"/>
              </a:lnTo>
              <a:lnTo>
                <a:pt x="198" y="4444"/>
              </a:lnTo>
            </a:path>
          </a:pathLst>
        </a:custGeom>
      </dsp:spPr>
      <dsp:style>
        <a:lnRef idx="2">
          <a:schemeClr val="accent1">
            <a:shade val="60000"/>
          </a:schemeClr>
        </a:lnRef>
        <a:fillRef idx="0">
          <a:schemeClr val="accent1"/>
        </a:fillRef>
        <a:effectRef idx="0">
          <a:scrgbClr r="0" g="0" b="0"/>
        </a:effectRef>
        <a:fontRef idx="minor"/>
      </dsp:style>
      <dsp:txXfrm>
        <a:off x="1245235" y="627063"/>
        <a:ext cx="125413" cy="2821781"/>
      </dsp:txXfrm>
    </dsp:sp>
    <dsp:sp modelId="{239831A5-8199-49EC-A13C-7E3A6BEC1283}">
      <dsp:nvSpPr>
        <dsp:cNvPr id="12" name="Rounded Rectangle 11"/>
        <dsp:cNvSpPr/>
      </dsp:nvSpPr>
      <dsp:spPr bwMode="white">
        <a:xfrm>
          <a:off x="1370648" y="3135313"/>
          <a:ext cx="1003300" cy="627063"/>
        </a:xfrm>
        <a:prstGeom prst="roundRect">
          <a:avLst>
            <a:gd name="adj" fmla="val 10000"/>
          </a:avLst>
        </a:prstGeom>
      </dsp:spPr>
      <dsp:style>
        <a:lnRef idx="2">
          <a:schemeClr val="accent1"/>
        </a:lnRef>
        <a:fillRef idx="1">
          <a:schemeClr val="lt1">
            <a:alpha val="90000"/>
          </a:schemeClr>
        </a:fillRef>
        <a:effectRef idx="0">
          <a:scrgbClr r="0" g="0" b="0"/>
        </a:effectRef>
        <a:fontRef idx="minor"/>
      </dsp:style>
      <dsp:txBody>
        <a:bodyPr lIns="22859" tIns="15240" rIns="22859" bIns="1524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en-US" b="0" i="0" u="none" baseline="0">
              <a:solidFill>
                <a:schemeClr val="dk1"/>
              </a:solidFill>
              <a:rtl val="0"/>
            </a:rPr>
            <a:t>Kolmogorvo-Smirnov Test</a:t>
          </a:r>
          <a:endParaRPr altLang="en-US">
            <a:solidFill>
              <a:schemeClr val="dk1"/>
            </a:solidFill>
          </a:endParaRPr>
        </a:p>
      </dsp:txBody>
      <dsp:txXfrm>
        <a:off x="1370648" y="3135313"/>
        <a:ext cx="1003300" cy="627063"/>
      </dsp:txXfrm>
    </dsp:sp>
    <dsp:sp modelId="{E77F18EA-EB15-4CB4-BAF4-FF9880437910}">
      <dsp:nvSpPr>
        <dsp:cNvPr id="4" name="Rounded Rectangle 3" hidden="1"/>
        <dsp:cNvSpPr/>
      </dsp:nvSpPr>
      <dsp:spPr>
        <a:xfrm>
          <a:off x="1119823" y="0"/>
          <a:ext cx="250825" cy="627063"/>
        </a:xfrm>
        <a:prstGeom prst="roundRect">
          <a:avLst>
            <a:gd name="adj" fmla="val 10000"/>
          </a:avLst>
        </a:prstGeom>
      </dsp:spPr>
      <dsp:txXfrm>
        <a:off x="1119823" y="0"/>
        <a:ext cx="250825" cy="62706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86"/>
        <p:cNvGrpSpPr/>
        <p:nvPr/>
      </p:nvGrpSpPr>
      <p:grpSpPr>
        <a:xfrm>
          <a:off x="0" y="0"/>
          <a:ext cx="0" cy="0"/>
          <a:chOff x="0" y="0"/>
          <a:chExt cx="0" cy="0"/>
        </a:xfrm>
      </p:grpSpPr>
      <p:sp>
        <p:nvSpPr>
          <p:cNvPr id="87" name="Google Shape;87;g35f391192_0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f391192_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 name="Shape 107"/>
        <p:cNvGrpSpPr/>
        <p:nvPr/>
      </p:nvGrpSpPr>
      <p:grpSpPr>
        <a:xfrm>
          <a:off x="0" y="0"/>
          <a:ext cx="0" cy="0"/>
          <a:chOff x="0" y="0"/>
          <a:chExt cx="0" cy="0"/>
        </a:xfrm>
      </p:grpSpPr>
      <p:sp>
        <p:nvSpPr>
          <p:cNvPr id="108" name="Google Shape;108;g35f391192_04: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4" name="Shape 524"/>
        <p:cNvGrpSpPr/>
        <p:nvPr/>
      </p:nvGrpSpPr>
      <p:grpSpPr>
        <a:xfrm>
          <a:off x="0" y="0"/>
          <a:ext cx="0" cy="0"/>
          <a:chOff x="0" y="0"/>
          <a:chExt cx="0" cy="0"/>
        </a:xfrm>
      </p:grpSpPr>
      <p:sp>
        <p:nvSpPr>
          <p:cNvPr id="525" name="Google Shape;525;gd9e327104c_0_37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d9e327104c_0_3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2" name="Shape 392"/>
        <p:cNvGrpSpPr/>
        <p:nvPr/>
      </p:nvGrpSpPr>
      <p:grpSpPr>
        <a:xfrm>
          <a:off x="0" y="0"/>
          <a:ext cx="0" cy="0"/>
          <a:chOff x="0" y="0"/>
          <a:chExt cx="0" cy="0"/>
        </a:xfrm>
      </p:grpSpPr>
      <p:sp>
        <p:nvSpPr>
          <p:cNvPr id="393" name="Google Shape;393;gd9e327104c_0_18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d9e327104c_0_1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g35f391192_02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5f391192_0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5"/>
        <p:cNvGrpSpPr/>
        <p:nvPr/>
      </p:nvGrpSpPr>
      <p:grpSpPr>
        <a:xfrm>
          <a:off x="0" y="0"/>
          <a:ext cx="0" cy="0"/>
          <a:chOff x="0" y="0"/>
          <a:chExt cx="0" cy="0"/>
        </a:xfrm>
      </p:grpSpPr>
      <p:sp>
        <p:nvSpPr>
          <p:cNvPr id="166" name="Google Shape;166;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3"/>
        <p:cNvGrpSpPr/>
        <p:nvPr/>
      </p:nvGrpSpPr>
      <p:grpSpPr>
        <a:xfrm>
          <a:off x="0" y="0"/>
          <a:ext cx="0" cy="0"/>
          <a:chOff x="0" y="0"/>
          <a:chExt cx="0" cy="0"/>
        </a:xfrm>
      </p:grpSpPr>
      <p:sp>
        <p:nvSpPr>
          <p:cNvPr id="174" name="Google Shape;174;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g35ed75ccf_0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5ed75ccf_0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3"/>
        <p:cNvGrpSpPr/>
        <p:nvPr/>
      </p:nvGrpSpPr>
      <p:grpSpPr>
        <a:xfrm>
          <a:off x="0" y="0"/>
          <a:ext cx="0" cy="0"/>
          <a:chOff x="0" y="0"/>
          <a:chExt cx="0" cy="0"/>
        </a:xfrm>
      </p:grpSpPr>
      <p:sp>
        <p:nvSpPr>
          <p:cNvPr id="124" name="Google Shape;124;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2" name="Shape 342"/>
        <p:cNvGrpSpPr/>
        <p:nvPr/>
      </p:nvGrpSpPr>
      <p:grpSpPr>
        <a:xfrm>
          <a:off x="0" y="0"/>
          <a:ext cx="0" cy="0"/>
          <a:chOff x="0" y="0"/>
          <a:chExt cx="0" cy="0"/>
        </a:xfrm>
      </p:grpSpPr>
      <p:sp>
        <p:nvSpPr>
          <p:cNvPr id="343" name="Google Shape;343;gd9e327104c_0_14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d9e327104c_0_1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d9e327104c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d9e327104c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9"/>
        <p:cNvGrpSpPr/>
        <p:nvPr/>
      </p:nvGrpSpPr>
      <p:grpSpPr>
        <a:xfrm>
          <a:off x="0" y="0"/>
          <a:ext cx="0" cy="0"/>
          <a:chOff x="0" y="0"/>
          <a:chExt cx="0" cy="0"/>
        </a:xfrm>
      </p:grpSpPr>
      <p:sp>
        <p:nvSpPr>
          <p:cNvPr id="130" name="Google Shape;1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d9e327104c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d9e327104c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4"/>
        <p:cNvGrpSpPr/>
        <p:nvPr/>
      </p:nvGrpSpPr>
      <p:grpSpPr>
        <a:xfrm>
          <a:off x="0" y="0"/>
          <a:ext cx="0" cy="0"/>
          <a:chOff x="0" y="0"/>
          <a:chExt cx="0" cy="0"/>
        </a:xfrm>
      </p:grpSpPr>
      <p:sp>
        <p:nvSpPr>
          <p:cNvPr id="335" name="Google Shape;335;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gd9e327104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d9e327104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4"/>
        <p:cNvGrpSpPr/>
        <p:nvPr/>
      </p:nvGrpSpPr>
      <p:grpSpPr>
        <a:xfrm>
          <a:off x="0" y="0"/>
          <a:ext cx="0" cy="0"/>
          <a:chOff x="0" y="0"/>
          <a:chExt cx="0" cy="0"/>
        </a:xfrm>
      </p:grpSpPr>
      <p:sp>
        <p:nvSpPr>
          <p:cNvPr id="335" name="Google Shape;335;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gd9e327104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d9e327104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4"/>
        <p:cNvGrpSpPr/>
        <p:nvPr/>
      </p:nvGrpSpPr>
      <p:grpSpPr>
        <a:xfrm>
          <a:off x="0" y="0"/>
          <a:ext cx="0" cy="0"/>
          <a:chOff x="0" y="0"/>
          <a:chExt cx="0" cy="0"/>
        </a:xfrm>
      </p:grpSpPr>
      <p:sp>
        <p:nvSpPr>
          <p:cNvPr id="245" name="Google Shape;245;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gd9e327104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d9e327104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2" name="Shape 342"/>
        <p:cNvGrpSpPr/>
        <p:nvPr/>
      </p:nvGrpSpPr>
      <p:grpSpPr>
        <a:xfrm>
          <a:off x="0" y="0"/>
          <a:ext cx="0" cy="0"/>
          <a:chOff x="0" y="0"/>
          <a:chExt cx="0" cy="0"/>
        </a:xfrm>
      </p:grpSpPr>
      <p:sp>
        <p:nvSpPr>
          <p:cNvPr id="343" name="Google Shape;343;gd9e327104c_0_14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d9e327104c_0_1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9"/>
        <p:cNvGrpSpPr/>
        <p:nvPr/>
      </p:nvGrpSpPr>
      <p:grpSpPr>
        <a:xfrm>
          <a:off x="0" y="0"/>
          <a:ext cx="0" cy="0"/>
          <a:chOff x="0" y="0"/>
          <a:chExt cx="0" cy="0"/>
        </a:xfrm>
      </p:grpSpPr>
      <p:sp>
        <p:nvSpPr>
          <p:cNvPr id="350" name="Google Shape;350;gd9e327104c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d9e327104c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gd9e327104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d9e327104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d9e327104c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d9e327104c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1"/>
        <p:cNvGrpSpPr/>
        <p:nvPr/>
      </p:nvGrpSpPr>
      <p:grpSpPr>
        <a:xfrm>
          <a:off x="0" y="0"/>
          <a:ext cx="0" cy="0"/>
          <a:chOff x="0" y="0"/>
          <a:chExt cx="0" cy="0"/>
        </a:xfrm>
      </p:grpSpPr>
      <p:sp>
        <p:nvSpPr>
          <p:cNvPr id="192" name="Google Shape;192;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6"/>
        <p:cNvGrpSpPr/>
        <p:nvPr/>
      </p:nvGrpSpPr>
      <p:grpSpPr>
        <a:xfrm>
          <a:off x="0" y="0"/>
          <a:ext cx="0" cy="0"/>
          <a:chOff x="0" y="0"/>
          <a:chExt cx="0" cy="0"/>
        </a:xfrm>
      </p:grpSpPr>
      <p:sp>
        <p:nvSpPr>
          <p:cNvPr id="307" name="Google Shape;307;g35ed75ccf_0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5ed75ccf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5" name="Shape 465"/>
        <p:cNvGrpSpPr/>
        <p:nvPr/>
      </p:nvGrpSpPr>
      <p:grpSpPr>
        <a:xfrm>
          <a:off x="0" y="0"/>
          <a:ext cx="0" cy="0"/>
          <a:chOff x="0" y="0"/>
          <a:chExt cx="0" cy="0"/>
        </a:xfrm>
      </p:grpSpPr>
      <p:sp>
        <p:nvSpPr>
          <p:cNvPr id="466" name="Google Shape;466;p3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7" name="Google Shape;467;p3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9"/>
        <p:cNvGrpSpPr/>
        <p:nvPr/>
      </p:nvGrpSpPr>
      <p:grpSpPr>
        <a:xfrm>
          <a:off x="0" y="0"/>
          <a:ext cx="0" cy="0"/>
          <a:chOff x="0" y="0"/>
          <a:chExt cx="0" cy="0"/>
        </a:xfrm>
      </p:grpSpPr>
      <p:sp>
        <p:nvSpPr>
          <p:cNvPr id="130" name="Google Shape;1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7"/>
        <p:cNvGrpSpPr/>
        <p:nvPr/>
      </p:nvGrpSpPr>
      <p:grpSpPr>
        <a:xfrm>
          <a:off x="0" y="0"/>
          <a:ext cx="0" cy="0"/>
          <a:chOff x="0" y="0"/>
          <a:chExt cx="0" cy="0"/>
        </a:xfrm>
      </p:grpSpPr>
      <p:sp>
        <p:nvSpPr>
          <p:cNvPr id="328" name="Google Shape;328;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d9e327104c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d9e327104c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d9e327104c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d9e327104c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d9e327104c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d9e327104c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d9e327104c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d9e327104c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2" name="Shape 342"/>
        <p:cNvGrpSpPr/>
        <p:nvPr/>
      </p:nvGrpSpPr>
      <p:grpSpPr>
        <a:xfrm>
          <a:off x="0" y="0"/>
          <a:ext cx="0" cy="0"/>
          <a:chOff x="0" y="0"/>
          <a:chExt cx="0" cy="0"/>
        </a:xfrm>
      </p:grpSpPr>
      <p:sp>
        <p:nvSpPr>
          <p:cNvPr id="343" name="Google Shape;343;gd9e327104c_0_14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d9e327104c_0_1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6"/>
        <p:cNvGrpSpPr/>
        <p:nvPr/>
      </p:nvGrpSpPr>
      <p:grpSpPr>
        <a:xfrm>
          <a:off x="0" y="0"/>
          <a:ext cx="0" cy="0"/>
          <a:chOff x="0" y="0"/>
          <a:chExt cx="0" cy="0"/>
        </a:xfrm>
      </p:grpSpPr>
      <p:sp>
        <p:nvSpPr>
          <p:cNvPr id="137" name="Google Shape;13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8"/>
        <p:cNvGrpSpPr/>
        <p:nvPr/>
      </p:nvGrpSpPr>
      <p:grpSpPr>
        <a:xfrm>
          <a:off x="0" y="0"/>
          <a:ext cx="0" cy="0"/>
          <a:chOff x="0" y="0"/>
          <a:chExt cx="0" cy="0"/>
        </a:xfrm>
      </p:grpSpPr>
      <p:sp>
        <p:nvSpPr>
          <p:cNvPr id="149" name="Google Shape;149;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31"/>
        <p:cNvGrpSpPr/>
        <p:nvPr/>
      </p:nvGrpSpPr>
      <p:grpSpPr>
        <a:xfrm>
          <a:off x="0" y="0"/>
          <a:ext cx="0" cy="0"/>
          <a:chOff x="0" y="0"/>
          <a:chExt cx="0" cy="0"/>
        </a:xfrm>
      </p:grpSpPr>
      <p:sp>
        <p:nvSpPr>
          <p:cNvPr id="432" name="Google Shape;432;gd9e327104c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d9e327104c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2" name="Shape 342"/>
        <p:cNvGrpSpPr/>
        <p:nvPr/>
      </p:nvGrpSpPr>
      <p:grpSpPr>
        <a:xfrm>
          <a:off x="0" y="0"/>
          <a:ext cx="0" cy="0"/>
          <a:chOff x="0" y="0"/>
          <a:chExt cx="0" cy="0"/>
        </a:xfrm>
      </p:grpSpPr>
      <p:sp>
        <p:nvSpPr>
          <p:cNvPr id="343" name="Google Shape;343;gd9e327104c_0_14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d9e327104c_0_1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8"/>
        <p:cNvGrpSpPr/>
        <p:nvPr/>
      </p:nvGrpSpPr>
      <p:grpSpPr>
        <a:xfrm>
          <a:off x="0" y="0"/>
          <a:ext cx="0" cy="0"/>
          <a:chOff x="0" y="0"/>
          <a:chExt cx="0" cy="0"/>
        </a:xfrm>
      </p:grpSpPr>
      <p:sp>
        <p:nvSpPr>
          <p:cNvPr id="629" name="Google Shape;629;gd9e327104c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d9e327104c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9"/>
        <p:cNvGrpSpPr/>
        <p:nvPr/>
      </p:nvGrpSpPr>
      <p:grpSpPr>
        <a:xfrm>
          <a:off x="0" y="0"/>
          <a:ext cx="0" cy="0"/>
          <a:chOff x="0" y="0"/>
          <a:chExt cx="0" cy="0"/>
        </a:xfrm>
      </p:grpSpPr>
      <p:sp>
        <p:nvSpPr>
          <p:cNvPr id="320" name="Google Shape;3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p:cSld name="TITLE">
    <p:bg>
      <p:bgPr>
        <a:solidFill>
          <a:schemeClr val="accent1"/>
        </a:solidFill>
        <a:effectLst/>
      </p:bgPr>
    </p:bg>
    <p:spTree>
      <p:nvGrpSpPr>
        <p:cNvPr id="1" name="Shape 9"/>
        <p:cNvGrpSpPr/>
        <p:nvPr/>
      </p:nvGrpSpPr>
      <p:grpSpPr>
        <a:xfrm>
          <a:off x="0" y="0"/>
          <a:ext cx="0" cy="0"/>
          <a:chOff x="0" y="0"/>
          <a:chExt cx="0" cy="0"/>
        </a:xfrm>
      </p:grpSpPr>
      <p:pic>
        <p:nvPicPr>
          <p:cNvPr id="10" name="Google Shape;10;p2" descr="organic-01.png"/>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1" name="Google Shape;11;p2"/>
          <p:cNvSpPr/>
          <p:nvPr/>
        </p:nvSpPr>
        <p:spPr>
          <a:xfrm>
            <a:off x="2022375" y="1022175"/>
            <a:ext cx="5099400" cy="3135900"/>
          </a:xfrm>
          <a:prstGeom prst="rect">
            <a:avLst/>
          </a:prstGeom>
          <a:solidFill>
            <a:schemeClr val="l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12" name="Google Shape;12;p2"/>
          <p:cNvSpPr txBox="1">
            <a:spLocks noGrp="1"/>
          </p:cNvSpPr>
          <p:nvPr>
            <p:ph type="ctrTitle"/>
          </p:nvPr>
        </p:nvSpPr>
        <p:spPr>
          <a:xfrm>
            <a:off x="2510400" y="2092225"/>
            <a:ext cx="4123200" cy="1159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a:latin typeface="Courant" panose="02000509030000020004" charset="0"/>
                <a:ea typeface="Courant" panose="02000509030000020004" charset="0"/>
                <a:cs typeface="Courant" panose="02000509030000020004" charset="0"/>
                <a:sym typeface="Courant" panose="02000509030000020004" charset="0"/>
              </a:defRPr>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3" name="Google Shape;13;p2"/>
          <p:cNvSpPr/>
          <p:nvPr/>
        </p:nvSpPr>
        <p:spPr>
          <a:xfrm>
            <a:off x="4162050" y="756837"/>
            <a:ext cx="819900" cy="819900"/>
          </a:xfrm>
          <a:prstGeom prst="rect">
            <a:avLst/>
          </a:prstGeom>
          <a:solidFill>
            <a:schemeClr val="dk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solidFill>
          <a:schemeClr val="accent1"/>
        </a:solidFill>
        <a:effectLst/>
      </p:bgPr>
    </p:bg>
    <p:spTree>
      <p:nvGrpSpPr>
        <p:cNvPr id="1" name="Shape 14"/>
        <p:cNvGrpSpPr/>
        <p:nvPr/>
      </p:nvGrpSpPr>
      <p:grpSpPr>
        <a:xfrm>
          <a:off x="0" y="0"/>
          <a:ext cx="0" cy="0"/>
          <a:chOff x="0" y="0"/>
          <a:chExt cx="0" cy="0"/>
        </a:xfrm>
      </p:grpSpPr>
      <p:pic>
        <p:nvPicPr>
          <p:cNvPr id="15" name="Google Shape;15;p3" descr="organic-02.png"/>
          <p:cNvPicPr preferRelativeResize="0"/>
          <p:nvPr/>
        </p:nvPicPr>
        <p:blipFill>
          <a:blip r:embed="rId2">
            <a:alphaModFix amt="24000"/>
          </a:blip>
          <a:stretch>
            <a:fillRect/>
          </a:stretch>
        </p:blipFill>
        <p:spPr>
          <a:xfrm>
            <a:off x="0" y="0"/>
            <a:ext cx="9144000" cy="5143500"/>
          </a:xfrm>
          <a:prstGeom prst="rect">
            <a:avLst/>
          </a:prstGeom>
          <a:noFill/>
          <a:ln>
            <a:noFill/>
          </a:ln>
        </p:spPr>
      </p:pic>
      <p:sp>
        <p:nvSpPr>
          <p:cNvPr id="16" name="Google Shape;16;p3"/>
          <p:cNvSpPr/>
          <p:nvPr/>
        </p:nvSpPr>
        <p:spPr>
          <a:xfrm>
            <a:off x="2022375" y="1022175"/>
            <a:ext cx="5099400" cy="3135900"/>
          </a:xfrm>
          <a:prstGeom prst="rect">
            <a:avLst/>
          </a:prstGeom>
          <a:solidFill>
            <a:schemeClr val="dk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3"/>
          <p:cNvSpPr/>
          <p:nvPr/>
        </p:nvSpPr>
        <p:spPr>
          <a:xfrm>
            <a:off x="4162050" y="756837"/>
            <a:ext cx="819900" cy="819900"/>
          </a:xfrm>
          <a:prstGeom prst="rect">
            <a:avLst/>
          </a:prstGeom>
          <a:solidFill>
            <a:srgbClr val="FFFFFF"/>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3"/>
          <p:cNvSpPr txBox="1">
            <a:spLocks noGrp="1"/>
          </p:cNvSpPr>
          <p:nvPr>
            <p:ph type="ctrTitle"/>
          </p:nvPr>
        </p:nvSpPr>
        <p:spPr>
          <a:xfrm>
            <a:off x="2361000" y="1735750"/>
            <a:ext cx="43350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3600"/>
              <a:buNone/>
              <a:defRPr sz="3600">
                <a:solidFill>
                  <a:schemeClr val="lt1"/>
                </a:solidFill>
                <a:latin typeface="Courant" panose="02000509030000020004" charset="0"/>
                <a:ea typeface="Courant" panose="02000509030000020004" charset="0"/>
                <a:cs typeface="Courant" panose="02000509030000020004" charset="0"/>
                <a:sym typeface="Courant" panose="02000509030000020004" charset="0"/>
              </a:defRPr>
            </a:lvl1pPr>
            <a:lvl2pPr lvl="1" algn="ctr" rtl="0">
              <a:spcBef>
                <a:spcPts val="0"/>
              </a:spcBef>
              <a:spcAft>
                <a:spcPts val="0"/>
              </a:spcAft>
              <a:buClr>
                <a:schemeClr val="lt1"/>
              </a:buClr>
              <a:buSzPts val="3600"/>
              <a:buNone/>
              <a:defRPr sz="3600">
                <a:solidFill>
                  <a:schemeClr val="lt1"/>
                </a:solidFill>
              </a:defRPr>
            </a:lvl2pPr>
            <a:lvl3pPr lvl="2" algn="ctr" rtl="0">
              <a:spcBef>
                <a:spcPts val="0"/>
              </a:spcBef>
              <a:spcAft>
                <a:spcPts val="0"/>
              </a:spcAft>
              <a:buClr>
                <a:schemeClr val="lt1"/>
              </a:buClr>
              <a:buSzPts val="3600"/>
              <a:buNone/>
              <a:defRPr sz="3600">
                <a:solidFill>
                  <a:schemeClr val="lt1"/>
                </a:solidFill>
              </a:defRPr>
            </a:lvl3pPr>
            <a:lvl4pPr lvl="3" algn="ctr" rtl="0">
              <a:spcBef>
                <a:spcPts val="0"/>
              </a:spcBef>
              <a:spcAft>
                <a:spcPts val="0"/>
              </a:spcAft>
              <a:buClr>
                <a:schemeClr val="lt1"/>
              </a:buClr>
              <a:buSzPts val="3600"/>
              <a:buNone/>
              <a:defRPr sz="3600">
                <a:solidFill>
                  <a:schemeClr val="lt1"/>
                </a:solidFill>
              </a:defRPr>
            </a:lvl4pPr>
            <a:lvl5pPr lvl="4" algn="ctr" rtl="0">
              <a:spcBef>
                <a:spcPts val="0"/>
              </a:spcBef>
              <a:spcAft>
                <a:spcPts val="0"/>
              </a:spcAft>
              <a:buClr>
                <a:schemeClr val="lt1"/>
              </a:buClr>
              <a:buSzPts val="3600"/>
              <a:buNone/>
              <a:defRPr sz="3600">
                <a:solidFill>
                  <a:schemeClr val="lt1"/>
                </a:solidFill>
              </a:defRPr>
            </a:lvl5pPr>
            <a:lvl6pPr lvl="5" algn="ctr" rtl="0">
              <a:spcBef>
                <a:spcPts val="0"/>
              </a:spcBef>
              <a:spcAft>
                <a:spcPts val="0"/>
              </a:spcAft>
              <a:buClr>
                <a:schemeClr val="lt1"/>
              </a:buClr>
              <a:buSzPts val="3600"/>
              <a:buNone/>
              <a:defRPr sz="3600">
                <a:solidFill>
                  <a:schemeClr val="lt1"/>
                </a:solidFill>
              </a:defRPr>
            </a:lvl6pPr>
            <a:lvl7pPr lvl="6" algn="ctr" rtl="0">
              <a:spcBef>
                <a:spcPts val="0"/>
              </a:spcBef>
              <a:spcAft>
                <a:spcPts val="0"/>
              </a:spcAft>
              <a:buClr>
                <a:schemeClr val="lt1"/>
              </a:buClr>
              <a:buSzPts val="3600"/>
              <a:buNone/>
              <a:defRPr sz="3600">
                <a:solidFill>
                  <a:schemeClr val="lt1"/>
                </a:solidFill>
              </a:defRPr>
            </a:lvl7pPr>
            <a:lvl8pPr lvl="7" algn="ctr" rtl="0">
              <a:spcBef>
                <a:spcPts val="0"/>
              </a:spcBef>
              <a:spcAft>
                <a:spcPts val="0"/>
              </a:spcAft>
              <a:buClr>
                <a:schemeClr val="lt1"/>
              </a:buClr>
              <a:buSzPts val="3600"/>
              <a:buNone/>
              <a:defRPr sz="3600">
                <a:solidFill>
                  <a:schemeClr val="lt1"/>
                </a:solidFill>
              </a:defRPr>
            </a:lvl8pPr>
            <a:lvl9pPr lvl="8" algn="ctr" rtl="0">
              <a:spcBef>
                <a:spcPts val="0"/>
              </a:spcBef>
              <a:spcAft>
                <a:spcPts val="0"/>
              </a:spcAft>
              <a:buClr>
                <a:schemeClr val="lt1"/>
              </a:buClr>
              <a:buSzPts val="3600"/>
              <a:buNone/>
              <a:defRPr sz="3600">
                <a:solidFill>
                  <a:schemeClr val="lt1"/>
                </a:solidFill>
              </a:defRPr>
            </a:lvl9pPr>
          </a:lstStyle>
          <a:p/>
        </p:txBody>
      </p:sp>
      <p:sp>
        <p:nvSpPr>
          <p:cNvPr id="19" name="Google Shape;19;p3"/>
          <p:cNvSpPr txBox="1">
            <a:spLocks noGrp="1"/>
          </p:cNvSpPr>
          <p:nvPr>
            <p:ph type="subTitle" idx="1"/>
          </p:nvPr>
        </p:nvSpPr>
        <p:spPr>
          <a:xfrm>
            <a:off x="2361075" y="2840050"/>
            <a:ext cx="43350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1800"/>
              <a:buNone/>
              <a:defRPr sz="1800">
                <a:solidFill>
                  <a:schemeClr val="accent1"/>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a:solidFill>
                  <a:schemeClr val="accent1"/>
                </a:solidFill>
              </a:defRPr>
            </a:lvl4pPr>
            <a:lvl5pPr lvl="4" algn="ctr" rtl="0">
              <a:spcBef>
                <a:spcPts val="0"/>
              </a:spcBef>
              <a:spcAft>
                <a:spcPts val="0"/>
              </a:spcAft>
              <a:buClr>
                <a:schemeClr val="accent1"/>
              </a:buClr>
              <a:buSzPts val="1800"/>
              <a:buNone/>
              <a:defRPr>
                <a:solidFill>
                  <a:schemeClr val="accent1"/>
                </a:solidFill>
              </a:defRPr>
            </a:lvl5pPr>
            <a:lvl6pPr lvl="5" algn="ctr" rtl="0">
              <a:spcBef>
                <a:spcPts val="0"/>
              </a:spcBef>
              <a:spcAft>
                <a:spcPts val="0"/>
              </a:spcAft>
              <a:buClr>
                <a:schemeClr val="accent1"/>
              </a:buClr>
              <a:buSzPts val="1800"/>
              <a:buNone/>
              <a:defRPr>
                <a:solidFill>
                  <a:schemeClr val="accent1"/>
                </a:solidFill>
              </a:defRPr>
            </a:lvl6pPr>
            <a:lvl7pPr lvl="6" algn="ctr" rtl="0">
              <a:spcBef>
                <a:spcPts val="0"/>
              </a:spcBef>
              <a:spcAft>
                <a:spcPts val="0"/>
              </a:spcAft>
              <a:buClr>
                <a:schemeClr val="accent1"/>
              </a:buClr>
              <a:buSzPts val="1800"/>
              <a:buNone/>
              <a:defRPr>
                <a:solidFill>
                  <a:schemeClr val="accent1"/>
                </a:solidFill>
              </a:defRPr>
            </a:lvl7pPr>
            <a:lvl8pPr lvl="7" algn="ctr" rtl="0">
              <a:spcBef>
                <a:spcPts val="0"/>
              </a:spcBef>
              <a:spcAft>
                <a:spcPts val="0"/>
              </a:spcAft>
              <a:buClr>
                <a:schemeClr val="accent1"/>
              </a:buClr>
              <a:buSzPts val="1800"/>
              <a:buNone/>
              <a:defRPr>
                <a:solidFill>
                  <a:schemeClr val="accent1"/>
                </a:solidFill>
              </a:defRPr>
            </a:lvl8pPr>
            <a:lvl9pPr lvl="8" algn="ctr" rtl="0">
              <a:spcBef>
                <a:spcPts val="0"/>
              </a:spcBef>
              <a:spcAft>
                <a:spcPts val="0"/>
              </a:spcAft>
              <a:buClr>
                <a:schemeClr val="accent1"/>
              </a:buClr>
              <a:buSzPts val="1800"/>
              <a:buNone/>
              <a:defRPr>
                <a:solidFill>
                  <a:schemeClr val="accent1"/>
                </a:solidFill>
              </a:defRPr>
            </a:lvl9pPr>
          </a:lstStyle>
          <a:p/>
        </p:txBody>
      </p:sp>
      <p:sp>
        <p:nvSpPr>
          <p:cNvPr id="20" name="Google Shape;20;p3"/>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lvl1pPr lvl="0" algn="ctr">
              <a:buNone/>
              <a:defRPr>
                <a:solidFill>
                  <a:srgbClr val="4D4A56"/>
                </a:solidFill>
              </a:defRPr>
            </a:lvl1pPr>
            <a:lvl2pPr lvl="1" algn="ctr">
              <a:buNone/>
              <a:defRPr>
                <a:solidFill>
                  <a:srgbClr val="4D4A56"/>
                </a:solidFill>
              </a:defRPr>
            </a:lvl2pPr>
            <a:lvl3pPr lvl="2" algn="ctr">
              <a:buNone/>
              <a:defRPr>
                <a:solidFill>
                  <a:srgbClr val="4D4A56"/>
                </a:solidFill>
              </a:defRPr>
            </a:lvl3pPr>
            <a:lvl4pPr lvl="3" algn="ctr">
              <a:buNone/>
              <a:defRPr>
                <a:solidFill>
                  <a:srgbClr val="4D4A56"/>
                </a:solidFill>
              </a:defRPr>
            </a:lvl4pPr>
            <a:lvl5pPr lvl="4" algn="ctr">
              <a:buNone/>
              <a:defRPr>
                <a:solidFill>
                  <a:srgbClr val="4D4A56"/>
                </a:solidFill>
              </a:defRPr>
            </a:lvl5pPr>
            <a:lvl6pPr lvl="5" algn="ctr">
              <a:buNone/>
              <a:defRPr>
                <a:solidFill>
                  <a:srgbClr val="4D4A56"/>
                </a:solidFill>
              </a:defRPr>
            </a:lvl6pPr>
            <a:lvl7pPr lvl="6" algn="ctr">
              <a:buNone/>
              <a:defRPr>
                <a:solidFill>
                  <a:srgbClr val="4D4A56"/>
                </a:solidFill>
              </a:defRPr>
            </a:lvl7pPr>
            <a:lvl8pPr lvl="7" algn="ctr">
              <a:buNone/>
              <a:defRPr>
                <a:solidFill>
                  <a:srgbClr val="4D4A56"/>
                </a:solidFill>
              </a:defRPr>
            </a:lvl8pPr>
            <a:lvl9pPr lvl="8" algn="ctr">
              <a:buNone/>
              <a:defRPr>
                <a:solidFill>
                  <a:srgbClr val="4D4A56"/>
                </a:solidFill>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bg>
      <p:bgPr>
        <a:solidFill>
          <a:schemeClr val="dk1"/>
        </a:solidFill>
        <a:effectLst/>
      </p:bgPr>
    </p:bg>
    <p:spTree>
      <p:nvGrpSpPr>
        <p:cNvPr id="1" name="Shape 21"/>
        <p:cNvGrpSpPr/>
        <p:nvPr/>
      </p:nvGrpSpPr>
      <p:grpSpPr>
        <a:xfrm>
          <a:off x="0" y="0"/>
          <a:ext cx="0" cy="0"/>
          <a:chOff x="0" y="0"/>
          <a:chExt cx="0" cy="0"/>
        </a:xfrm>
      </p:grpSpPr>
      <p:pic>
        <p:nvPicPr>
          <p:cNvPr id="22" name="Google Shape;22;p4" descr="organic-04.png"/>
          <p:cNvPicPr preferRelativeResize="0"/>
          <p:nvPr/>
        </p:nvPicPr>
        <p:blipFill>
          <a:blip r:embed="rId2">
            <a:alphaModFix amt="5000"/>
          </a:blip>
          <a:stretch>
            <a:fillRect/>
          </a:stretch>
        </p:blipFill>
        <p:spPr>
          <a:xfrm>
            <a:off x="0" y="0"/>
            <a:ext cx="9144000" cy="5143500"/>
          </a:xfrm>
          <a:prstGeom prst="rect">
            <a:avLst/>
          </a:prstGeom>
          <a:noFill/>
          <a:ln>
            <a:noFill/>
          </a:ln>
        </p:spPr>
      </p:pic>
      <p:sp>
        <p:nvSpPr>
          <p:cNvPr id="23" name="Google Shape;23;p4"/>
          <p:cNvSpPr/>
          <p:nvPr/>
        </p:nvSpPr>
        <p:spPr>
          <a:xfrm>
            <a:off x="880525" y="1098363"/>
            <a:ext cx="7383000" cy="3135900"/>
          </a:xfrm>
          <a:prstGeom prst="rect">
            <a:avLst/>
          </a:prstGeom>
          <a:solidFill>
            <a:schemeClr val="accen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4"/>
          <p:cNvSpPr/>
          <p:nvPr/>
        </p:nvSpPr>
        <p:spPr>
          <a:xfrm>
            <a:off x="4162050" y="833037"/>
            <a:ext cx="819900" cy="819900"/>
          </a:xfrm>
          <a:prstGeom prst="rect">
            <a:avLst/>
          </a:prstGeom>
          <a:solidFill>
            <a:srgbClr val="FFFFFF"/>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5;p4"/>
          <p:cNvSpPr txBox="1">
            <a:spLocks noGrp="1"/>
          </p:cNvSpPr>
          <p:nvPr>
            <p:ph type="body" idx="1"/>
          </p:nvPr>
        </p:nvSpPr>
        <p:spPr>
          <a:xfrm>
            <a:off x="1493850" y="1933200"/>
            <a:ext cx="6156300" cy="819900"/>
          </a:xfrm>
          <a:prstGeom prst="rect">
            <a:avLst/>
          </a:prstGeom>
        </p:spPr>
        <p:txBody>
          <a:bodyPr spcFirstLastPara="1" wrap="square" lIns="91425" tIns="91425" rIns="91425" bIns="91425" anchor="t" anchorCtr="0">
            <a:noAutofit/>
          </a:bodyPr>
          <a:lstStyle>
            <a:lvl1pPr marL="457200" lvl="0" indent="-381000" algn="ctr" rtl="0">
              <a:lnSpc>
                <a:spcPct val="115000"/>
              </a:lnSpc>
              <a:spcBef>
                <a:spcPts val="600"/>
              </a:spcBef>
              <a:spcAft>
                <a:spcPts val="0"/>
              </a:spcAft>
              <a:buClr>
                <a:srgbClr val="4D4A56"/>
              </a:buClr>
              <a:buSzPts val="2400"/>
              <a:buFont typeface="Playfair Display"/>
              <a:buChar char="▹"/>
              <a:defRPr sz="2400" b="1" i="1">
                <a:solidFill>
                  <a:srgbClr val="4D4A56"/>
                </a:solidFill>
                <a:latin typeface="Courant" panose="02000509030000020004" charset="0"/>
                <a:ea typeface="Courant" panose="02000509030000020004" charset="0"/>
                <a:cs typeface="Courant" panose="02000509030000020004" charset="0"/>
                <a:sym typeface="Courant" panose="02000509030000020004" charset="0"/>
              </a:defRPr>
            </a:lvl1pPr>
            <a:lvl2pPr marL="914400" lvl="1" indent="-381000" algn="ctr" rtl="0">
              <a:lnSpc>
                <a:spcPct val="115000"/>
              </a:lnSpc>
              <a:spcBef>
                <a:spcPts val="0"/>
              </a:spcBef>
              <a:spcAft>
                <a:spcPts val="0"/>
              </a:spcAft>
              <a:buClr>
                <a:srgbClr val="4D4A56"/>
              </a:buClr>
              <a:buSzPts val="2400"/>
              <a:buFont typeface="Playfair Display"/>
              <a:buChar char="▸"/>
              <a:defRPr b="1" i="1">
                <a:solidFill>
                  <a:srgbClr val="4D4A56"/>
                </a:solidFill>
                <a:latin typeface="Playfair Display"/>
                <a:ea typeface="Playfair Display"/>
                <a:cs typeface="Playfair Display"/>
                <a:sym typeface="Playfair Display"/>
              </a:defRPr>
            </a:lvl2pPr>
            <a:lvl3pPr marL="1371600" lvl="2" indent="-381000" algn="ctr" rtl="0">
              <a:lnSpc>
                <a:spcPct val="115000"/>
              </a:lnSpc>
              <a:spcBef>
                <a:spcPts val="0"/>
              </a:spcBef>
              <a:spcAft>
                <a:spcPts val="0"/>
              </a:spcAft>
              <a:buClr>
                <a:srgbClr val="4D4A56"/>
              </a:buClr>
              <a:buSzPts val="2400"/>
              <a:buFont typeface="Playfair Display"/>
              <a:buChar char="◦"/>
              <a:defRPr b="1" i="1">
                <a:solidFill>
                  <a:srgbClr val="4D4A56"/>
                </a:solidFill>
                <a:latin typeface="Playfair Display"/>
                <a:ea typeface="Playfair Display"/>
                <a:cs typeface="Playfair Display"/>
                <a:sym typeface="Playfair Display"/>
              </a:defRPr>
            </a:lvl3pPr>
            <a:lvl4pPr marL="1828800" lvl="3" indent="-381000" algn="ctr" rtl="0">
              <a:lnSpc>
                <a:spcPct val="115000"/>
              </a:lnSpc>
              <a:spcBef>
                <a:spcPts val="0"/>
              </a:spcBef>
              <a:spcAft>
                <a:spcPts val="0"/>
              </a:spcAft>
              <a:buClr>
                <a:srgbClr val="4D4A56"/>
              </a:buClr>
              <a:buSzPts val="2400"/>
              <a:buFont typeface="Playfair Display"/>
              <a:buChar char="●"/>
              <a:defRPr sz="2400" b="1" i="1">
                <a:solidFill>
                  <a:srgbClr val="4D4A56"/>
                </a:solidFill>
                <a:latin typeface="Playfair Display"/>
                <a:ea typeface="Playfair Display"/>
                <a:cs typeface="Playfair Display"/>
                <a:sym typeface="Playfair Display"/>
              </a:defRPr>
            </a:lvl4pPr>
            <a:lvl5pPr marL="2286000" lvl="4" indent="-381000" algn="ctr" rtl="0">
              <a:lnSpc>
                <a:spcPct val="115000"/>
              </a:lnSpc>
              <a:spcBef>
                <a:spcPts val="0"/>
              </a:spcBef>
              <a:spcAft>
                <a:spcPts val="0"/>
              </a:spcAft>
              <a:buClr>
                <a:srgbClr val="4D4A56"/>
              </a:buClr>
              <a:buSzPts val="2400"/>
              <a:buFont typeface="Playfair Display"/>
              <a:buChar char="○"/>
              <a:defRPr sz="2400" b="1" i="1">
                <a:solidFill>
                  <a:srgbClr val="4D4A56"/>
                </a:solidFill>
                <a:latin typeface="Playfair Display"/>
                <a:ea typeface="Playfair Display"/>
                <a:cs typeface="Playfair Display"/>
                <a:sym typeface="Playfair Display"/>
              </a:defRPr>
            </a:lvl5pPr>
            <a:lvl6pPr marL="2743200" lvl="5" indent="-381000" algn="ctr" rtl="0">
              <a:lnSpc>
                <a:spcPct val="115000"/>
              </a:lnSpc>
              <a:spcBef>
                <a:spcPts val="0"/>
              </a:spcBef>
              <a:spcAft>
                <a:spcPts val="0"/>
              </a:spcAft>
              <a:buClr>
                <a:srgbClr val="4D4A56"/>
              </a:buClr>
              <a:buSzPts val="2400"/>
              <a:buFont typeface="Playfair Display"/>
              <a:buChar char="■"/>
              <a:defRPr sz="2400" b="1" i="1">
                <a:solidFill>
                  <a:srgbClr val="4D4A56"/>
                </a:solidFill>
                <a:latin typeface="Playfair Display"/>
                <a:ea typeface="Playfair Display"/>
                <a:cs typeface="Playfair Display"/>
                <a:sym typeface="Playfair Display"/>
              </a:defRPr>
            </a:lvl6pPr>
            <a:lvl7pPr marL="3200400" lvl="6" indent="-381000" algn="ctr" rtl="0">
              <a:lnSpc>
                <a:spcPct val="115000"/>
              </a:lnSpc>
              <a:spcBef>
                <a:spcPts val="0"/>
              </a:spcBef>
              <a:spcAft>
                <a:spcPts val="0"/>
              </a:spcAft>
              <a:buClr>
                <a:srgbClr val="4D4A56"/>
              </a:buClr>
              <a:buSzPts val="2400"/>
              <a:buFont typeface="Playfair Display"/>
              <a:buChar char="●"/>
              <a:defRPr sz="2400" b="1" i="1">
                <a:solidFill>
                  <a:srgbClr val="4D4A56"/>
                </a:solidFill>
                <a:latin typeface="Playfair Display"/>
                <a:ea typeface="Playfair Display"/>
                <a:cs typeface="Playfair Display"/>
                <a:sym typeface="Playfair Display"/>
              </a:defRPr>
            </a:lvl7pPr>
            <a:lvl8pPr marL="3657600" lvl="7" indent="-381000" algn="ctr" rtl="0">
              <a:lnSpc>
                <a:spcPct val="115000"/>
              </a:lnSpc>
              <a:spcBef>
                <a:spcPts val="0"/>
              </a:spcBef>
              <a:spcAft>
                <a:spcPts val="0"/>
              </a:spcAft>
              <a:buClr>
                <a:srgbClr val="4D4A56"/>
              </a:buClr>
              <a:buSzPts val="2400"/>
              <a:buFont typeface="Playfair Display"/>
              <a:buChar char="○"/>
              <a:defRPr sz="2400" b="1" i="1">
                <a:solidFill>
                  <a:srgbClr val="4D4A56"/>
                </a:solidFill>
                <a:latin typeface="Playfair Display"/>
                <a:ea typeface="Playfair Display"/>
                <a:cs typeface="Playfair Display"/>
                <a:sym typeface="Playfair Display"/>
              </a:defRPr>
            </a:lvl8pPr>
            <a:lvl9pPr marL="4114800" lvl="8" indent="-381000" algn="ctr">
              <a:lnSpc>
                <a:spcPct val="115000"/>
              </a:lnSpc>
              <a:spcBef>
                <a:spcPts val="0"/>
              </a:spcBef>
              <a:spcAft>
                <a:spcPts val="0"/>
              </a:spcAft>
              <a:buClr>
                <a:srgbClr val="4D4A56"/>
              </a:buClr>
              <a:buSzPts val="2400"/>
              <a:buFont typeface="Playfair Display"/>
              <a:buChar char="■"/>
              <a:defRPr sz="2400" b="1" i="1">
                <a:solidFill>
                  <a:srgbClr val="4D4A56"/>
                </a:solidFill>
                <a:latin typeface="Playfair Display"/>
                <a:ea typeface="Playfair Display"/>
                <a:cs typeface="Playfair Display"/>
                <a:sym typeface="Playfair Display"/>
              </a:defRPr>
            </a:lvl9pPr>
          </a:lstStyle>
          <a:p/>
        </p:txBody>
      </p:sp>
      <p:sp>
        <p:nvSpPr>
          <p:cNvPr id="26" name="Google Shape;26;p4"/>
          <p:cNvSpPr txBox="1"/>
          <p:nvPr/>
        </p:nvSpPr>
        <p:spPr>
          <a:xfrm>
            <a:off x="3593400" y="824919"/>
            <a:ext cx="19572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6000" b="1">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6000" b="1">
              <a:solidFill>
                <a:schemeClr val="dk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27" name="Google Shape;27;p4"/>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lvl1pPr lvl="0" algn="ctr">
              <a:buNone/>
              <a:defRPr>
                <a:latin typeface="Courant" panose="02000509030000020004" charset="0"/>
                <a:ea typeface="Courant" panose="02000509030000020004" charset="0"/>
                <a:cs typeface="Courant" panose="02000509030000020004" charset="0"/>
                <a:sym typeface="Courant" panose="02000509030000020004" charset="0"/>
              </a:defRPr>
            </a:lvl1pPr>
            <a:lvl2pPr lvl="1" algn="ctr">
              <a:buNone/>
              <a:defRPr>
                <a:latin typeface="Playfair Display"/>
                <a:ea typeface="Playfair Display"/>
                <a:cs typeface="Playfair Display"/>
                <a:sym typeface="Playfair Display"/>
              </a:defRPr>
            </a:lvl2pPr>
            <a:lvl3pPr lvl="2" algn="ctr">
              <a:buNone/>
              <a:defRPr>
                <a:latin typeface="Playfair Display"/>
                <a:ea typeface="Playfair Display"/>
                <a:cs typeface="Playfair Display"/>
                <a:sym typeface="Playfair Display"/>
              </a:defRPr>
            </a:lvl3pPr>
            <a:lvl4pPr lvl="3" algn="ctr">
              <a:buNone/>
              <a:defRPr>
                <a:latin typeface="Playfair Display"/>
                <a:ea typeface="Playfair Display"/>
                <a:cs typeface="Playfair Display"/>
                <a:sym typeface="Playfair Display"/>
              </a:defRPr>
            </a:lvl4pPr>
            <a:lvl5pPr lvl="4" algn="ctr">
              <a:buNone/>
              <a:defRPr>
                <a:latin typeface="Playfair Display"/>
                <a:ea typeface="Playfair Display"/>
                <a:cs typeface="Playfair Display"/>
                <a:sym typeface="Playfair Display"/>
              </a:defRPr>
            </a:lvl5pPr>
            <a:lvl6pPr lvl="5" algn="ctr">
              <a:buNone/>
              <a:defRPr>
                <a:latin typeface="Playfair Display"/>
                <a:ea typeface="Playfair Display"/>
                <a:cs typeface="Playfair Display"/>
                <a:sym typeface="Playfair Display"/>
              </a:defRPr>
            </a:lvl6pPr>
            <a:lvl7pPr lvl="6" algn="ctr">
              <a:buNone/>
              <a:defRPr>
                <a:latin typeface="Playfair Display"/>
                <a:ea typeface="Playfair Display"/>
                <a:cs typeface="Playfair Display"/>
                <a:sym typeface="Playfair Display"/>
              </a:defRPr>
            </a:lvl7pPr>
            <a:lvl8pPr lvl="7" algn="ctr">
              <a:buNone/>
              <a:defRPr>
                <a:latin typeface="Playfair Display"/>
                <a:ea typeface="Playfair Display"/>
                <a:cs typeface="Playfair Display"/>
                <a:sym typeface="Playfair Display"/>
              </a:defRPr>
            </a:lvl8pPr>
            <a:lvl9pPr lvl="8" algn="ctr">
              <a:buNone/>
              <a:defRPr>
                <a:latin typeface="Playfair Display"/>
                <a:ea typeface="Playfair Display"/>
                <a:cs typeface="Playfair Display"/>
                <a:sym typeface="Playfair Display"/>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x" matchingName="Title + 1 column">
  <p:cSld name="TITLE_AND_BODY">
    <p:bg>
      <p:bgPr>
        <a:solidFill>
          <a:schemeClr val="dk1"/>
        </a:solidFill>
        <a:effectLst/>
      </p:bgPr>
    </p:bg>
    <p:spTree>
      <p:nvGrpSpPr>
        <p:cNvPr id="1" name="Shape 28"/>
        <p:cNvGrpSpPr/>
        <p:nvPr/>
      </p:nvGrpSpPr>
      <p:grpSpPr>
        <a:xfrm>
          <a:off x="0" y="0"/>
          <a:ext cx="0" cy="0"/>
          <a:chOff x="0" y="0"/>
          <a:chExt cx="0" cy="0"/>
        </a:xfrm>
      </p:grpSpPr>
      <p:pic>
        <p:nvPicPr>
          <p:cNvPr id="29" name="Google Shape;29;p5" descr="organic-01.png"/>
          <p:cNvPicPr preferRelativeResize="0"/>
          <p:nvPr/>
        </p:nvPicPr>
        <p:blipFill>
          <a:blip r:embed="rId2">
            <a:alphaModFix amt="4000"/>
          </a:blip>
          <a:stretch>
            <a:fillRect/>
          </a:stretch>
        </p:blipFill>
        <p:spPr>
          <a:xfrm>
            <a:off x="0" y="0"/>
            <a:ext cx="9144000" cy="5143500"/>
          </a:xfrm>
          <a:prstGeom prst="rect">
            <a:avLst/>
          </a:prstGeom>
          <a:noFill/>
          <a:ln>
            <a:noFill/>
          </a:ln>
        </p:spPr>
      </p:pic>
      <p:sp>
        <p:nvSpPr>
          <p:cNvPr id="30" name="Google Shape;30;p5"/>
          <p:cNvSpPr/>
          <p:nvPr/>
        </p:nvSpPr>
        <p:spPr>
          <a:xfrm>
            <a:off x="2066125" y="715358"/>
            <a:ext cx="6596700" cy="3910800"/>
          </a:xfrm>
          <a:prstGeom prst="rect">
            <a:avLst/>
          </a:prstGeom>
          <a:solidFill>
            <a:srgbClr val="FFFFFF"/>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31;p5"/>
          <p:cNvSpPr/>
          <p:nvPr/>
        </p:nvSpPr>
        <p:spPr>
          <a:xfrm>
            <a:off x="404975" y="441142"/>
            <a:ext cx="1980300" cy="1980300"/>
          </a:xfrm>
          <a:prstGeom prst="rect">
            <a:avLst/>
          </a:prstGeom>
          <a:solidFill>
            <a:schemeClr val="accen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2;p5"/>
          <p:cNvSpPr txBox="1">
            <a:spLocks noGrp="1"/>
          </p:cNvSpPr>
          <p:nvPr>
            <p:ph type="title"/>
          </p:nvPr>
        </p:nvSpPr>
        <p:spPr>
          <a:xfrm>
            <a:off x="539023" y="536390"/>
            <a:ext cx="1613400" cy="8574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lt1"/>
              </a:buClr>
              <a:buSzPts val="1800"/>
              <a:buNone/>
              <a:defRPr>
                <a:solidFill>
                  <a:schemeClr val="lt1"/>
                </a:solidFill>
                <a:latin typeface="Courant" panose="02000509030000020004" charset="0"/>
                <a:ea typeface="Courant" panose="02000509030000020004" charset="0"/>
                <a:cs typeface="Courant" panose="02000509030000020004" charset="0"/>
                <a:sym typeface="Courant" panose="02000509030000020004" charset="0"/>
              </a:defRPr>
            </a:lvl1pPr>
            <a:lvl2pPr lvl="1" algn="r">
              <a:spcBef>
                <a:spcPts val="0"/>
              </a:spcBef>
              <a:spcAft>
                <a:spcPts val="0"/>
              </a:spcAft>
              <a:buClr>
                <a:schemeClr val="lt1"/>
              </a:buClr>
              <a:buSzPts val="1800"/>
              <a:buNone/>
              <a:defRPr>
                <a:solidFill>
                  <a:schemeClr val="lt1"/>
                </a:solidFill>
              </a:defRPr>
            </a:lvl2pPr>
            <a:lvl3pPr lvl="2" algn="r">
              <a:spcBef>
                <a:spcPts val="0"/>
              </a:spcBef>
              <a:spcAft>
                <a:spcPts val="0"/>
              </a:spcAft>
              <a:buClr>
                <a:schemeClr val="lt1"/>
              </a:buClr>
              <a:buSzPts val="1800"/>
              <a:buNone/>
              <a:defRPr>
                <a:solidFill>
                  <a:schemeClr val="lt1"/>
                </a:solidFill>
              </a:defRPr>
            </a:lvl3pPr>
            <a:lvl4pPr lvl="3" algn="r">
              <a:spcBef>
                <a:spcPts val="0"/>
              </a:spcBef>
              <a:spcAft>
                <a:spcPts val="0"/>
              </a:spcAft>
              <a:buClr>
                <a:schemeClr val="lt1"/>
              </a:buClr>
              <a:buSzPts val="1800"/>
              <a:buNone/>
              <a:defRPr>
                <a:solidFill>
                  <a:schemeClr val="lt1"/>
                </a:solidFill>
              </a:defRPr>
            </a:lvl4pPr>
            <a:lvl5pPr lvl="4" algn="r">
              <a:spcBef>
                <a:spcPts val="0"/>
              </a:spcBef>
              <a:spcAft>
                <a:spcPts val="0"/>
              </a:spcAft>
              <a:buClr>
                <a:schemeClr val="lt1"/>
              </a:buClr>
              <a:buSzPts val="1800"/>
              <a:buNone/>
              <a:defRPr>
                <a:solidFill>
                  <a:schemeClr val="lt1"/>
                </a:solidFill>
              </a:defRPr>
            </a:lvl5pPr>
            <a:lvl6pPr lvl="5" algn="r">
              <a:spcBef>
                <a:spcPts val="0"/>
              </a:spcBef>
              <a:spcAft>
                <a:spcPts val="0"/>
              </a:spcAft>
              <a:buClr>
                <a:schemeClr val="lt1"/>
              </a:buClr>
              <a:buSzPts val="1800"/>
              <a:buNone/>
              <a:defRPr>
                <a:solidFill>
                  <a:schemeClr val="lt1"/>
                </a:solidFill>
              </a:defRPr>
            </a:lvl6pPr>
            <a:lvl7pPr lvl="6" algn="r">
              <a:spcBef>
                <a:spcPts val="0"/>
              </a:spcBef>
              <a:spcAft>
                <a:spcPts val="0"/>
              </a:spcAft>
              <a:buClr>
                <a:schemeClr val="lt1"/>
              </a:buClr>
              <a:buSzPts val="1800"/>
              <a:buNone/>
              <a:defRPr>
                <a:solidFill>
                  <a:schemeClr val="lt1"/>
                </a:solidFill>
              </a:defRPr>
            </a:lvl7pPr>
            <a:lvl8pPr lvl="7" algn="r">
              <a:spcBef>
                <a:spcPts val="0"/>
              </a:spcBef>
              <a:spcAft>
                <a:spcPts val="0"/>
              </a:spcAft>
              <a:buClr>
                <a:schemeClr val="lt1"/>
              </a:buClr>
              <a:buSzPts val="1800"/>
              <a:buNone/>
              <a:defRPr>
                <a:solidFill>
                  <a:schemeClr val="lt1"/>
                </a:solidFill>
              </a:defRPr>
            </a:lvl8pPr>
            <a:lvl9pPr lvl="8" algn="r">
              <a:spcBef>
                <a:spcPts val="0"/>
              </a:spcBef>
              <a:spcAft>
                <a:spcPts val="0"/>
              </a:spcAft>
              <a:buClr>
                <a:schemeClr val="lt1"/>
              </a:buClr>
              <a:buSzPts val="1800"/>
              <a:buNone/>
              <a:defRPr>
                <a:solidFill>
                  <a:schemeClr val="lt1"/>
                </a:solidFill>
              </a:defRPr>
            </a:lvl9pPr>
          </a:lstStyle>
          <a:p/>
        </p:txBody>
      </p:sp>
      <p:sp>
        <p:nvSpPr>
          <p:cNvPr id="33" name="Google Shape;33;p5"/>
          <p:cNvSpPr txBox="1">
            <a:spLocks noGrp="1"/>
          </p:cNvSpPr>
          <p:nvPr>
            <p:ph type="body" idx="1"/>
          </p:nvPr>
        </p:nvSpPr>
        <p:spPr>
          <a:xfrm>
            <a:off x="2798250" y="958750"/>
            <a:ext cx="5503800" cy="32406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sz="24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p:txBody>
      </p:sp>
      <p:sp>
        <p:nvSpPr>
          <p:cNvPr id="34" name="Google Shape;34;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picture">
  <p:cSld name="TITLE_AND_BODY_1">
    <p:bg>
      <p:bgPr>
        <a:solidFill>
          <a:schemeClr val="dk1"/>
        </a:solidFill>
        <a:effectLst/>
      </p:bgPr>
    </p:bg>
    <p:spTree>
      <p:nvGrpSpPr>
        <p:cNvPr id="1" name="Shape 35"/>
        <p:cNvGrpSpPr/>
        <p:nvPr/>
      </p:nvGrpSpPr>
      <p:grpSpPr>
        <a:xfrm>
          <a:off x="0" y="0"/>
          <a:ext cx="0" cy="0"/>
          <a:chOff x="0" y="0"/>
          <a:chExt cx="0" cy="0"/>
        </a:xfrm>
      </p:grpSpPr>
      <p:pic>
        <p:nvPicPr>
          <p:cNvPr id="36" name="Google Shape;36;p6" descr="organic-01.png"/>
          <p:cNvPicPr preferRelativeResize="0"/>
          <p:nvPr/>
        </p:nvPicPr>
        <p:blipFill>
          <a:blip r:embed="rId2">
            <a:alphaModFix amt="4000"/>
          </a:blip>
          <a:stretch>
            <a:fillRect/>
          </a:stretch>
        </p:blipFill>
        <p:spPr>
          <a:xfrm>
            <a:off x="0" y="0"/>
            <a:ext cx="9144000" cy="5143500"/>
          </a:xfrm>
          <a:prstGeom prst="rect">
            <a:avLst/>
          </a:prstGeom>
          <a:noFill/>
          <a:ln>
            <a:noFill/>
          </a:ln>
        </p:spPr>
      </p:pic>
      <p:sp>
        <p:nvSpPr>
          <p:cNvPr id="37" name="Google Shape;37;p6"/>
          <p:cNvSpPr/>
          <p:nvPr/>
        </p:nvSpPr>
        <p:spPr>
          <a:xfrm>
            <a:off x="595200" y="588531"/>
            <a:ext cx="7953600" cy="3910800"/>
          </a:xfrm>
          <a:prstGeom prst="rect">
            <a:avLst/>
          </a:prstGeom>
          <a:solidFill>
            <a:srgbClr val="FFFFFF"/>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38;p6"/>
          <p:cNvSpPr txBox="1">
            <a:spLocks noGrp="1"/>
          </p:cNvSpPr>
          <p:nvPr>
            <p:ph type="body" idx="1"/>
          </p:nvPr>
        </p:nvSpPr>
        <p:spPr>
          <a:xfrm>
            <a:off x="1052400" y="1577225"/>
            <a:ext cx="2686200" cy="2622000"/>
          </a:xfrm>
          <a:prstGeom prst="rect">
            <a:avLst/>
          </a:prstGeom>
        </p:spPr>
        <p:txBody>
          <a:bodyPr spcFirstLastPara="1" wrap="square" lIns="91425" tIns="91425" rIns="91425" bIns="91425" anchor="t" anchorCtr="0">
            <a:noAutofit/>
          </a:bodyPr>
          <a:lstStyle>
            <a:lvl1pPr marL="457200" lvl="0" indent="-342900" algn="r" rtl="0">
              <a:spcBef>
                <a:spcPts val="600"/>
              </a:spcBef>
              <a:spcAft>
                <a:spcPts val="0"/>
              </a:spcAft>
              <a:buSzPts val="1800"/>
              <a:buChar char="▹"/>
              <a:defRPr sz="18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42900" algn="r" rtl="0">
              <a:spcBef>
                <a:spcPts val="0"/>
              </a:spcBef>
              <a:spcAft>
                <a:spcPts val="0"/>
              </a:spcAft>
              <a:buSzPts val="1800"/>
              <a:buChar char="▸"/>
              <a:defRPr sz="1800"/>
            </a:lvl2pPr>
            <a:lvl3pPr marL="1371600" lvl="2" indent="-342900" algn="r" rtl="0">
              <a:spcBef>
                <a:spcPts val="0"/>
              </a:spcBef>
              <a:spcAft>
                <a:spcPts val="0"/>
              </a:spcAft>
              <a:buSzPts val="1800"/>
              <a:buChar char="◦"/>
              <a:defRPr sz="1800"/>
            </a:lvl3pPr>
            <a:lvl4pPr marL="1828800" lvl="3" indent="-342900" algn="r" rtl="0">
              <a:spcBef>
                <a:spcPts val="0"/>
              </a:spcBef>
              <a:spcAft>
                <a:spcPts val="0"/>
              </a:spcAft>
              <a:buSzPts val="1800"/>
              <a:buChar char="●"/>
              <a:defRPr/>
            </a:lvl4pPr>
            <a:lvl5pPr marL="2286000" lvl="4" indent="-342900" algn="r" rtl="0">
              <a:spcBef>
                <a:spcPts val="0"/>
              </a:spcBef>
              <a:spcAft>
                <a:spcPts val="0"/>
              </a:spcAft>
              <a:buSzPts val="1800"/>
              <a:buChar char="○"/>
              <a:defRPr/>
            </a:lvl5pPr>
            <a:lvl6pPr marL="2743200" lvl="5" indent="-342900" algn="r" rtl="0">
              <a:spcBef>
                <a:spcPts val="0"/>
              </a:spcBef>
              <a:spcAft>
                <a:spcPts val="0"/>
              </a:spcAft>
              <a:buSzPts val="1800"/>
              <a:buChar char="■"/>
              <a:defRPr/>
            </a:lvl6pPr>
            <a:lvl7pPr marL="3200400" lvl="6" indent="-342900" algn="r" rtl="0">
              <a:spcBef>
                <a:spcPts val="0"/>
              </a:spcBef>
              <a:spcAft>
                <a:spcPts val="0"/>
              </a:spcAft>
              <a:buSzPts val="1800"/>
              <a:buChar char="●"/>
              <a:defRPr/>
            </a:lvl7pPr>
            <a:lvl8pPr marL="3657600" lvl="7" indent="-342900" algn="r" rtl="0">
              <a:spcBef>
                <a:spcPts val="0"/>
              </a:spcBef>
              <a:spcAft>
                <a:spcPts val="0"/>
              </a:spcAft>
              <a:buSzPts val="1800"/>
              <a:buChar char="○"/>
              <a:defRPr/>
            </a:lvl8pPr>
            <a:lvl9pPr marL="4114800" lvl="8" indent="-342900" algn="r" rtl="0">
              <a:spcBef>
                <a:spcPts val="0"/>
              </a:spcBef>
              <a:spcAft>
                <a:spcPts val="0"/>
              </a:spcAft>
              <a:buSzPts val="1800"/>
              <a:buChar char="■"/>
              <a:defRPr/>
            </a:lvl9pPr>
          </a:lstStyle>
          <a:p/>
        </p:txBody>
      </p:sp>
      <p:sp>
        <p:nvSpPr>
          <p:cNvPr id="39" name="Google Shape;39;p6"/>
          <p:cNvSpPr txBox="1">
            <a:spLocks noGrp="1"/>
          </p:cNvSpPr>
          <p:nvPr>
            <p:ph type="title"/>
          </p:nvPr>
        </p:nvSpPr>
        <p:spPr>
          <a:xfrm>
            <a:off x="1052325" y="757150"/>
            <a:ext cx="2686200" cy="8709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4D4A56"/>
              </a:buClr>
              <a:buSzPts val="1800"/>
              <a:buNone/>
              <a:defRPr>
                <a:solidFill>
                  <a:srgbClr val="4D4A56"/>
                </a:solidFill>
                <a:latin typeface="Courant" panose="02000509030000020004" charset="0"/>
                <a:ea typeface="Courant" panose="02000509030000020004" charset="0"/>
                <a:cs typeface="Courant" panose="02000509030000020004" charset="0"/>
                <a:sym typeface="Courant" panose="02000509030000020004" charset="0"/>
              </a:defRPr>
            </a:lvl1pPr>
            <a:lvl2pPr lvl="1" algn="r" rtl="0">
              <a:spcBef>
                <a:spcPts val="0"/>
              </a:spcBef>
              <a:spcAft>
                <a:spcPts val="0"/>
              </a:spcAft>
              <a:buClr>
                <a:srgbClr val="4D4A56"/>
              </a:buClr>
              <a:buSzPts val="1800"/>
              <a:buNone/>
              <a:defRPr>
                <a:solidFill>
                  <a:srgbClr val="4D4A56"/>
                </a:solidFill>
              </a:defRPr>
            </a:lvl2pPr>
            <a:lvl3pPr lvl="2" algn="r" rtl="0">
              <a:spcBef>
                <a:spcPts val="0"/>
              </a:spcBef>
              <a:spcAft>
                <a:spcPts val="0"/>
              </a:spcAft>
              <a:buClr>
                <a:srgbClr val="4D4A56"/>
              </a:buClr>
              <a:buSzPts val="1800"/>
              <a:buNone/>
              <a:defRPr>
                <a:solidFill>
                  <a:srgbClr val="4D4A56"/>
                </a:solidFill>
              </a:defRPr>
            </a:lvl3pPr>
            <a:lvl4pPr lvl="3" algn="r" rtl="0">
              <a:spcBef>
                <a:spcPts val="0"/>
              </a:spcBef>
              <a:spcAft>
                <a:spcPts val="0"/>
              </a:spcAft>
              <a:buClr>
                <a:srgbClr val="4D4A56"/>
              </a:buClr>
              <a:buSzPts val="1800"/>
              <a:buNone/>
              <a:defRPr>
                <a:solidFill>
                  <a:srgbClr val="4D4A56"/>
                </a:solidFill>
              </a:defRPr>
            </a:lvl4pPr>
            <a:lvl5pPr lvl="4" algn="r" rtl="0">
              <a:spcBef>
                <a:spcPts val="0"/>
              </a:spcBef>
              <a:spcAft>
                <a:spcPts val="0"/>
              </a:spcAft>
              <a:buClr>
                <a:srgbClr val="4D4A56"/>
              </a:buClr>
              <a:buSzPts val="1800"/>
              <a:buNone/>
              <a:defRPr>
                <a:solidFill>
                  <a:srgbClr val="4D4A56"/>
                </a:solidFill>
              </a:defRPr>
            </a:lvl5pPr>
            <a:lvl6pPr lvl="5" algn="r" rtl="0">
              <a:spcBef>
                <a:spcPts val="0"/>
              </a:spcBef>
              <a:spcAft>
                <a:spcPts val="0"/>
              </a:spcAft>
              <a:buClr>
                <a:srgbClr val="4D4A56"/>
              </a:buClr>
              <a:buSzPts val="1800"/>
              <a:buNone/>
              <a:defRPr>
                <a:solidFill>
                  <a:srgbClr val="4D4A56"/>
                </a:solidFill>
              </a:defRPr>
            </a:lvl6pPr>
            <a:lvl7pPr lvl="6" algn="r" rtl="0">
              <a:spcBef>
                <a:spcPts val="0"/>
              </a:spcBef>
              <a:spcAft>
                <a:spcPts val="0"/>
              </a:spcAft>
              <a:buClr>
                <a:srgbClr val="4D4A56"/>
              </a:buClr>
              <a:buSzPts val="1800"/>
              <a:buNone/>
              <a:defRPr>
                <a:solidFill>
                  <a:srgbClr val="4D4A56"/>
                </a:solidFill>
              </a:defRPr>
            </a:lvl7pPr>
            <a:lvl8pPr lvl="7" algn="r" rtl="0">
              <a:spcBef>
                <a:spcPts val="0"/>
              </a:spcBef>
              <a:spcAft>
                <a:spcPts val="0"/>
              </a:spcAft>
              <a:buClr>
                <a:srgbClr val="4D4A56"/>
              </a:buClr>
              <a:buSzPts val="1800"/>
              <a:buNone/>
              <a:defRPr>
                <a:solidFill>
                  <a:srgbClr val="4D4A56"/>
                </a:solidFill>
              </a:defRPr>
            </a:lvl8pPr>
            <a:lvl9pPr lvl="8" algn="r" rtl="0">
              <a:spcBef>
                <a:spcPts val="0"/>
              </a:spcBef>
              <a:spcAft>
                <a:spcPts val="0"/>
              </a:spcAft>
              <a:buClr>
                <a:srgbClr val="4D4A56"/>
              </a:buClr>
              <a:buSzPts val="1800"/>
              <a:buNone/>
              <a:defRPr>
                <a:solidFill>
                  <a:srgbClr val="4D4A56"/>
                </a:solidFill>
              </a:defRPr>
            </a:lvl9pPr>
          </a:lstStyle>
          <a:p/>
        </p:txBody>
      </p:sp>
      <p:sp>
        <p:nvSpPr>
          <p:cNvPr id="40" name="Google Shape;40;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ColTx" matchingName="Title + 2 columns">
  <p:cSld name="TITLE_AND_TWO_COLUMNS">
    <p:bg>
      <p:bgPr>
        <a:solidFill>
          <a:schemeClr val="dk1"/>
        </a:solidFill>
        <a:effectLst/>
      </p:bgPr>
    </p:bg>
    <p:spTree>
      <p:nvGrpSpPr>
        <p:cNvPr id="1" name="Shape 41"/>
        <p:cNvGrpSpPr/>
        <p:nvPr/>
      </p:nvGrpSpPr>
      <p:grpSpPr>
        <a:xfrm>
          <a:off x="0" y="0"/>
          <a:ext cx="0" cy="0"/>
          <a:chOff x="0" y="0"/>
          <a:chExt cx="0" cy="0"/>
        </a:xfrm>
      </p:grpSpPr>
      <p:pic>
        <p:nvPicPr>
          <p:cNvPr id="42" name="Google Shape;42;p7" descr="organic-02.png"/>
          <p:cNvPicPr preferRelativeResize="0"/>
          <p:nvPr/>
        </p:nvPicPr>
        <p:blipFill>
          <a:blip r:embed="rId2">
            <a:alphaModFix amt="5000"/>
          </a:blip>
          <a:stretch>
            <a:fillRect/>
          </a:stretch>
        </p:blipFill>
        <p:spPr>
          <a:xfrm>
            <a:off x="0" y="0"/>
            <a:ext cx="9144000" cy="5143500"/>
          </a:xfrm>
          <a:prstGeom prst="rect">
            <a:avLst/>
          </a:prstGeom>
          <a:noFill/>
          <a:ln>
            <a:noFill/>
          </a:ln>
        </p:spPr>
      </p:pic>
      <p:sp>
        <p:nvSpPr>
          <p:cNvPr id="43" name="Google Shape;43;p7"/>
          <p:cNvSpPr/>
          <p:nvPr/>
        </p:nvSpPr>
        <p:spPr>
          <a:xfrm>
            <a:off x="2066125" y="715358"/>
            <a:ext cx="6596700" cy="3910800"/>
          </a:xfrm>
          <a:prstGeom prst="rect">
            <a:avLst/>
          </a:prstGeom>
          <a:solidFill>
            <a:srgbClr val="FFFFFF"/>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7"/>
          <p:cNvSpPr/>
          <p:nvPr/>
        </p:nvSpPr>
        <p:spPr>
          <a:xfrm>
            <a:off x="404975" y="441142"/>
            <a:ext cx="1980300" cy="1980300"/>
          </a:xfrm>
          <a:prstGeom prst="rect">
            <a:avLst/>
          </a:prstGeom>
          <a:solidFill>
            <a:schemeClr val="accen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45;p7"/>
          <p:cNvSpPr txBox="1">
            <a:spLocks noGrp="1"/>
          </p:cNvSpPr>
          <p:nvPr>
            <p:ph type="title"/>
          </p:nvPr>
        </p:nvSpPr>
        <p:spPr>
          <a:xfrm>
            <a:off x="534610" y="541179"/>
            <a:ext cx="1613400" cy="8574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lt1"/>
              </a:buClr>
              <a:buSzPts val="1800"/>
              <a:buNone/>
              <a:defRPr>
                <a:solidFill>
                  <a:schemeClr val="lt1"/>
                </a:solidFill>
                <a:latin typeface="Courant" panose="02000509030000020004" charset="0"/>
                <a:ea typeface="Courant" panose="02000509030000020004" charset="0"/>
                <a:cs typeface="Courant" panose="02000509030000020004" charset="0"/>
                <a:sym typeface="Courant" panose="02000509030000020004" charset="0"/>
              </a:defRPr>
            </a:lvl1pPr>
            <a:lvl2pPr lvl="1" algn="r">
              <a:spcBef>
                <a:spcPts val="0"/>
              </a:spcBef>
              <a:spcAft>
                <a:spcPts val="0"/>
              </a:spcAft>
              <a:buClr>
                <a:schemeClr val="lt1"/>
              </a:buClr>
              <a:buSzPts val="1800"/>
              <a:buNone/>
              <a:defRPr>
                <a:solidFill>
                  <a:schemeClr val="lt1"/>
                </a:solidFill>
              </a:defRPr>
            </a:lvl2pPr>
            <a:lvl3pPr lvl="2" algn="r">
              <a:spcBef>
                <a:spcPts val="0"/>
              </a:spcBef>
              <a:spcAft>
                <a:spcPts val="0"/>
              </a:spcAft>
              <a:buClr>
                <a:schemeClr val="lt1"/>
              </a:buClr>
              <a:buSzPts val="1800"/>
              <a:buNone/>
              <a:defRPr>
                <a:solidFill>
                  <a:schemeClr val="lt1"/>
                </a:solidFill>
              </a:defRPr>
            </a:lvl3pPr>
            <a:lvl4pPr lvl="3" algn="r">
              <a:spcBef>
                <a:spcPts val="0"/>
              </a:spcBef>
              <a:spcAft>
                <a:spcPts val="0"/>
              </a:spcAft>
              <a:buClr>
                <a:schemeClr val="lt1"/>
              </a:buClr>
              <a:buSzPts val="1800"/>
              <a:buNone/>
              <a:defRPr>
                <a:solidFill>
                  <a:schemeClr val="lt1"/>
                </a:solidFill>
              </a:defRPr>
            </a:lvl4pPr>
            <a:lvl5pPr lvl="4" algn="r">
              <a:spcBef>
                <a:spcPts val="0"/>
              </a:spcBef>
              <a:spcAft>
                <a:spcPts val="0"/>
              </a:spcAft>
              <a:buClr>
                <a:schemeClr val="lt1"/>
              </a:buClr>
              <a:buSzPts val="1800"/>
              <a:buNone/>
              <a:defRPr>
                <a:solidFill>
                  <a:schemeClr val="lt1"/>
                </a:solidFill>
              </a:defRPr>
            </a:lvl5pPr>
            <a:lvl6pPr lvl="5" algn="r">
              <a:spcBef>
                <a:spcPts val="0"/>
              </a:spcBef>
              <a:spcAft>
                <a:spcPts val="0"/>
              </a:spcAft>
              <a:buClr>
                <a:schemeClr val="lt1"/>
              </a:buClr>
              <a:buSzPts val="1800"/>
              <a:buNone/>
              <a:defRPr>
                <a:solidFill>
                  <a:schemeClr val="lt1"/>
                </a:solidFill>
              </a:defRPr>
            </a:lvl6pPr>
            <a:lvl7pPr lvl="6" algn="r">
              <a:spcBef>
                <a:spcPts val="0"/>
              </a:spcBef>
              <a:spcAft>
                <a:spcPts val="0"/>
              </a:spcAft>
              <a:buClr>
                <a:schemeClr val="lt1"/>
              </a:buClr>
              <a:buSzPts val="1800"/>
              <a:buNone/>
              <a:defRPr>
                <a:solidFill>
                  <a:schemeClr val="lt1"/>
                </a:solidFill>
              </a:defRPr>
            </a:lvl7pPr>
            <a:lvl8pPr lvl="7" algn="r">
              <a:spcBef>
                <a:spcPts val="0"/>
              </a:spcBef>
              <a:spcAft>
                <a:spcPts val="0"/>
              </a:spcAft>
              <a:buClr>
                <a:schemeClr val="lt1"/>
              </a:buClr>
              <a:buSzPts val="1800"/>
              <a:buNone/>
              <a:defRPr>
                <a:solidFill>
                  <a:schemeClr val="lt1"/>
                </a:solidFill>
              </a:defRPr>
            </a:lvl8pPr>
            <a:lvl9pPr lvl="8" algn="r">
              <a:spcBef>
                <a:spcPts val="0"/>
              </a:spcBef>
              <a:spcAft>
                <a:spcPts val="0"/>
              </a:spcAft>
              <a:buClr>
                <a:schemeClr val="lt1"/>
              </a:buClr>
              <a:buSzPts val="1800"/>
              <a:buNone/>
              <a:defRPr>
                <a:solidFill>
                  <a:schemeClr val="lt1"/>
                </a:solidFill>
              </a:defRPr>
            </a:lvl9pPr>
          </a:lstStyle>
          <a:p/>
        </p:txBody>
      </p:sp>
      <p:sp>
        <p:nvSpPr>
          <p:cNvPr id="46" name="Google Shape;46;p7"/>
          <p:cNvSpPr txBox="1">
            <a:spLocks noGrp="1"/>
          </p:cNvSpPr>
          <p:nvPr>
            <p:ph type="body" idx="1"/>
          </p:nvPr>
        </p:nvSpPr>
        <p:spPr>
          <a:xfrm>
            <a:off x="2757725" y="1123950"/>
            <a:ext cx="2700600" cy="3096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p:txBody>
      </p:sp>
      <p:sp>
        <p:nvSpPr>
          <p:cNvPr id="47" name="Google Shape;47;p7"/>
          <p:cNvSpPr txBox="1">
            <a:spLocks noGrp="1"/>
          </p:cNvSpPr>
          <p:nvPr>
            <p:ph type="body" idx="2"/>
          </p:nvPr>
        </p:nvSpPr>
        <p:spPr>
          <a:xfrm>
            <a:off x="5620903" y="1123950"/>
            <a:ext cx="2700600" cy="3096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p:txBody>
      </p:sp>
      <p:sp>
        <p:nvSpPr>
          <p:cNvPr id="48" name="Google Shape;48;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bg>
      <p:bgPr>
        <a:solidFill>
          <a:schemeClr val="dk1"/>
        </a:solidFill>
        <a:effectLst/>
      </p:bgPr>
    </p:bg>
    <p:spTree>
      <p:nvGrpSpPr>
        <p:cNvPr id="1" name="Shape 49"/>
        <p:cNvGrpSpPr/>
        <p:nvPr/>
      </p:nvGrpSpPr>
      <p:grpSpPr>
        <a:xfrm>
          <a:off x="0" y="0"/>
          <a:ext cx="0" cy="0"/>
          <a:chOff x="0" y="0"/>
          <a:chExt cx="0" cy="0"/>
        </a:xfrm>
      </p:grpSpPr>
      <p:pic>
        <p:nvPicPr>
          <p:cNvPr id="50" name="Google Shape;50;p8" descr="organic-03.png"/>
          <p:cNvPicPr preferRelativeResize="0"/>
          <p:nvPr/>
        </p:nvPicPr>
        <p:blipFill>
          <a:blip r:embed="rId2">
            <a:alphaModFix amt="5000"/>
          </a:blip>
          <a:stretch>
            <a:fillRect/>
          </a:stretch>
        </p:blipFill>
        <p:spPr>
          <a:xfrm>
            <a:off x="0" y="0"/>
            <a:ext cx="9144000" cy="5143500"/>
          </a:xfrm>
          <a:prstGeom prst="rect">
            <a:avLst/>
          </a:prstGeom>
          <a:noFill/>
          <a:ln>
            <a:noFill/>
          </a:ln>
        </p:spPr>
      </p:pic>
      <p:sp>
        <p:nvSpPr>
          <p:cNvPr id="51" name="Google Shape;51;p8"/>
          <p:cNvSpPr/>
          <p:nvPr/>
        </p:nvSpPr>
        <p:spPr>
          <a:xfrm>
            <a:off x="2066125" y="715358"/>
            <a:ext cx="6596700" cy="3910800"/>
          </a:xfrm>
          <a:prstGeom prst="rect">
            <a:avLst/>
          </a:prstGeom>
          <a:solidFill>
            <a:srgbClr val="FFFFFF"/>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52;p8"/>
          <p:cNvSpPr/>
          <p:nvPr/>
        </p:nvSpPr>
        <p:spPr>
          <a:xfrm>
            <a:off x="404975" y="441142"/>
            <a:ext cx="1980300" cy="1980300"/>
          </a:xfrm>
          <a:prstGeom prst="rect">
            <a:avLst/>
          </a:prstGeom>
          <a:solidFill>
            <a:schemeClr val="accen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53;p8"/>
          <p:cNvSpPr txBox="1">
            <a:spLocks noGrp="1"/>
          </p:cNvSpPr>
          <p:nvPr>
            <p:ph type="title"/>
          </p:nvPr>
        </p:nvSpPr>
        <p:spPr>
          <a:xfrm>
            <a:off x="381000" y="530127"/>
            <a:ext cx="1778100" cy="8574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800"/>
              <a:buNone/>
              <a:defRPr>
                <a:solidFill>
                  <a:schemeClr val="lt1"/>
                </a:solidFill>
                <a:latin typeface="Courant" panose="02000509030000020004" charset="0"/>
                <a:ea typeface="Courant" panose="02000509030000020004" charset="0"/>
                <a:cs typeface="Courant" panose="02000509030000020004" charset="0"/>
                <a:sym typeface="Courant" panose="02000509030000020004" charset="0"/>
              </a:defRPr>
            </a:lvl1pPr>
            <a:lvl2pPr lvl="1" algn="r" rtl="0">
              <a:spcBef>
                <a:spcPts val="0"/>
              </a:spcBef>
              <a:spcAft>
                <a:spcPts val="0"/>
              </a:spcAft>
              <a:buClr>
                <a:schemeClr val="lt1"/>
              </a:buClr>
              <a:buSzPts val="1800"/>
              <a:buNone/>
              <a:defRPr>
                <a:solidFill>
                  <a:schemeClr val="lt1"/>
                </a:solidFill>
              </a:defRPr>
            </a:lvl2pPr>
            <a:lvl3pPr lvl="2" algn="r" rtl="0">
              <a:spcBef>
                <a:spcPts val="0"/>
              </a:spcBef>
              <a:spcAft>
                <a:spcPts val="0"/>
              </a:spcAft>
              <a:buClr>
                <a:schemeClr val="lt1"/>
              </a:buClr>
              <a:buSzPts val="1800"/>
              <a:buNone/>
              <a:defRPr>
                <a:solidFill>
                  <a:schemeClr val="lt1"/>
                </a:solidFill>
              </a:defRPr>
            </a:lvl3pPr>
            <a:lvl4pPr lvl="3" algn="r" rtl="0">
              <a:spcBef>
                <a:spcPts val="0"/>
              </a:spcBef>
              <a:spcAft>
                <a:spcPts val="0"/>
              </a:spcAft>
              <a:buClr>
                <a:schemeClr val="lt1"/>
              </a:buClr>
              <a:buSzPts val="1800"/>
              <a:buNone/>
              <a:defRPr>
                <a:solidFill>
                  <a:schemeClr val="lt1"/>
                </a:solidFill>
              </a:defRPr>
            </a:lvl4pPr>
            <a:lvl5pPr lvl="4" algn="r" rtl="0">
              <a:spcBef>
                <a:spcPts val="0"/>
              </a:spcBef>
              <a:spcAft>
                <a:spcPts val="0"/>
              </a:spcAft>
              <a:buClr>
                <a:schemeClr val="lt1"/>
              </a:buClr>
              <a:buSzPts val="1800"/>
              <a:buNone/>
              <a:defRPr>
                <a:solidFill>
                  <a:schemeClr val="lt1"/>
                </a:solidFill>
              </a:defRPr>
            </a:lvl5pPr>
            <a:lvl6pPr lvl="5" algn="r" rtl="0">
              <a:spcBef>
                <a:spcPts val="0"/>
              </a:spcBef>
              <a:spcAft>
                <a:spcPts val="0"/>
              </a:spcAft>
              <a:buClr>
                <a:schemeClr val="lt1"/>
              </a:buClr>
              <a:buSzPts val="1800"/>
              <a:buNone/>
              <a:defRPr>
                <a:solidFill>
                  <a:schemeClr val="lt1"/>
                </a:solidFill>
              </a:defRPr>
            </a:lvl6pPr>
            <a:lvl7pPr lvl="6" algn="r" rtl="0">
              <a:spcBef>
                <a:spcPts val="0"/>
              </a:spcBef>
              <a:spcAft>
                <a:spcPts val="0"/>
              </a:spcAft>
              <a:buClr>
                <a:schemeClr val="lt1"/>
              </a:buClr>
              <a:buSzPts val="1800"/>
              <a:buNone/>
              <a:defRPr>
                <a:solidFill>
                  <a:schemeClr val="lt1"/>
                </a:solidFill>
              </a:defRPr>
            </a:lvl7pPr>
            <a:lvl8pPr lvl="7" algn="r" rtl="0">
              <a:spcBef>
                <a:spcPts val="0"/>
              </a:spcBef>
              <a:spcAft>
                <a:spcPts val="0"/>
              </a:spcAft>
              <a:buClr>
                <a:schemeClr val="lt1"/>
              </a:buClr>
              <a:buSzPts val="1800"/>
              <a:buNone/>
              <a:defRPr>
                <a:solidFill>
                  <a:schemeClr val="lt1"/>
                </a:solidFill>
              </a:defRPr>
            </a:lvl8pPr>
            <a:lvl9pPr lvl="8" algn="r" rtl="0">
              <a:spcBef>
                <a:spcPts val="0"/>
              </a:spcBef>
              <a:spcAft>
                <a:spcPts val="0"/>
              </a:spcAft>
              <a:buClr>
                <a:schemeClr val="lt1"/>
              </a:buClr>
              <a:buSzPts val="1800"/>
              <a:buNone/>
              <a:defRPr>
                <a:solidFill>
                  <a:schemeClr val="lt1"/>
                </a:solidFill>
              </a:defRPr>
            </a:lvl9pPr>
          </a:lstStyle>
          <a:p/>
        </p:txBody>
      </p:sp>
      <p:sp>
        <p:nvSpPr>
          <p:cNvPr id="54" name="Google Shape;54;p8"/>
          <p:cNvSpPr txBox="1">
            <a:spLocks noGrp="1"/>
          </p:cNvSpPr>
          <p:nvPr>
            <p:ph type="body" idx="1"/>
          </p:nvPr>
        </p:nvSpPr>
        <p:spPr>
          <a:xfrm>
            <a:off x="2652481" y="1054700"/>
            <a:ext cx="1855500" cy="32898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sz="14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p:txBody>
      </p:sp>
      <p:sp>
        <p:nvSpPr>
          <p:cNvPr id="55" name="Google Shape;55;p8"/>
          <p:cNvSpPr txBox="1">
            <a:spLocks noGrp="1"/>
          </p:cNvSpPr>
          <p:nvPr>
            <p:ph type="body" idx="2"/>
          </p:nvPr>
        </p:nvSpPr>
        <p:spPr>
          <a:xfrm>
            <a:off x="4603343" y="1054700"/>
            <a:ext cx="1855500" cy="32898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sz="14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p:txBody>
      </p:sp>
      <p:sp>
        <p:nvSpPr>
          <p:cNvPr id="56" name="Google Shape;56;p8"/>
          <p:cNvSpPr txBox="1">
            <a:spLocks noGrp="1"/>
          </p:cNvSpPr>
          <p:nvPr>
            <p:ph type="body" idx="3"/>
          </p:nvPr>
        </p:nvSpPr>
        <p:spPr>
          <a:xfrm>
            <a:off x="6554205" y="1054700"/>
            <a:ext cx="1855500" cy="3289800"/>
          </a:xfrm>
          <a:prstGeom prst="rect">
            <a:avLst/>
          </a:prstGeom>
        </p:spPr>
        <p:txBody>
          <a:bodyPr spcFirstLastPara="1" wrap="square" lIns="91425" tIns="91425" rIns="91425" bIns="91425" anchor="t" anchorCtr="0">
            <a:noAutofit/>
          </a:bodyPr>
          <a:lstStyle>
            <a:lvl1pPr marL="457200" lvl="0" indent="-317500" rtl="0">
              <a:spcBef>
                <a:spcPts val="600"/>
              </a:spcBef>
              <a:spcAft>
                <a:spcPts val="0"/>
              </a:spcAft>
              <a:buSzPts val="1400"/>
              <a:buChar char="▹"/>
              <a:defRPr sz="14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L="914400" lvl="1" indent="-317500" rtl="0">
              <a:spcBef>
                <a:spcPts val="0"/>
              </a:spcBef>
              <a:spcAft>
                <a:spcPts val="0"/>
              </a:spcAft>
              <a:buSzPts val="1400"/>
              <a:buChar char="▸"/>
              <a:defRPr sz="1400"/>
            </a:lvl2pPr>
            <a:lvl3pPr marL="1371600" lvl="2" indent="-317500" rtl="0">
              <a:spcBef>
                <a:spcPts val="0"/>
              </a:spcBef>
              <a:spcAft>
                <a:spcPts val="0"/>
              </a:spcAft>
              <a:buSzPts val="1400"/>
              <a:buChar char="◦"/>
              <a:defRPr sz="1400"/>
            </a:lvl3pPr>
            <a:lvl4pPr marL="1828800" lvl="3" indent="-317500" rtl="0">
              <a:spcBef>
                <a:spcPts val="0"/>
              </a:spcBef>
              <a:spcAft>
                <a:spcPts val="0"/>
              </a:spcAft>
              <a:buSzPts val="1400"/>
              <a:buChar char="●"/>
              <a:defRPr sz="1400"/>
            </a:lvl4pPr>
            <a:lvl5pPr marL="2286000" lvl="4" indent="-317500" rtl="0">
              <a:spcBef>
                <a:spcPts val="0"/>
              </a:spcBef>
              <a:spcAft>
                <a:spcPts val="0"/>
              </a:spcAft>
              <a:buSzPts val="1400"/>
              <a:buChar char="○"/>
              <a:defRPr sz="1400"/>
            </a:lvl5pPr>
            <a:lvl6pPr marL="2743200" lvl="5" indent="-317500" rtl="0">
              <a:spcBef>
                <a:spcPts val="0"/>
              </a:spcBef>
              <a:spcAft>
                <a:spcPts val="0"/>
              </a:spcAft>
              <a:buSzPts val="1400"/>
              <a:buChar char="■"/>
              <a:defRPr sz="1400"/>
            </a:lvl6pPr>
            <a:lvl7pPr marL="3200400" lvl="6" indent="-317500" rtl="0">
              <a:spcBef>
                <a:spcPts val="0"/>
              </a:spcBef>
              <a:spcAft>
                <a:spcPts val="0"/>
              </a:spcAft>
              <a:buSzPts val="1400"/>
              <a:buChar char="●"/>
              <a:defRPr sz="1400"/>
            </a:lvl7pPr>
            <a:lvl8pPr marL="3657600" lvl="7" indent="-317500" rtl="0">
              <a:spcBef>
                <a:spcPts val="0"/>
              </a:spcBef>
              <a:spcAft>
                <a:spcPts val="0"/>
              </a:spcAft>
              <a:buSzPts val="1400"/>
              <a:buChar char="○"/>
              <a:defRPr sz="1400"/>
            </a:lvl8pPr>
            <a:lvl9pPr marL="4114800" lvl="8" indent="-317500" rtl="0">
              <a:spcBef>
                <a:spcPts val="0"/>
              </a:spcBef>
              <a:spcAft>
                <a:spcPts val="0"/>
              </a:spcAft>
              <a:buSzPts val="1400"/>
              <a:buChar char="■"/>
              <a:defRPr sz="1400"/>
            </a:lvl9pPr>
          </a:lstStyle>
          <a:p/>
        </p:txBody>
      </p:sp>
      <p:sp>
        <p:nvSpPr>
          <p:cNvPr id="57" name="Google Shape;57;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bg>
      <p:bgPr>
        <a:solidFill>
          <a:schemeClr val="dk1"/>
        </a:solidFill>
        <a:effectLst/>
      </p:bgPr>
    </p:bg>
    <p:spTree>
      <p:nvGrpSpPr>
        <p:cNvPr id="1" name="Shape 58"/>
        <p:cNvGrpSpPr/>
        <p:nvPr/>
      </p:nvGrpSpPr>
      <p:grpSpPr>
        <a:xfrm>
          <a:off x="0" y="0"/>
          <a:ext cx="0" cy="0"/>
          <a:chOff x="0" y="0"/>
          <a:chExt cx="0" cy="0"/>
        </a:xfrm>
      </p:grpSpPr>
      <p:pic>
        <p:nvPicPr>
          <p:cNvPr id="59" name="Google Shape;59;p9" descr="organic-01.png"/>
          <p:cNvPicPr preferRelativeResize="0"/>
          <p:nvPr/>
        </p:nvPicPr>
        <p:blipFill>
          <a:blip r:embed="rId2">
            <a:alphaModFix amt="4000"/>
          </a:blip>
          <a:stretch>
            <a:fillRect/>
          </a:stretch>
        </p:blipFill>
        <p:spPr>
          <a:xfrm>
            <a:off x="0" y="0"/>
            <a:ext cx="9144000" cy="5143500"/>
          </a:xfrm>
          <a:prstGeom prst="rect">
            <a:avLst/>
          </a:prstGeom>
          <a:noFill/>
          <a:ln>
            <a:noFill/>
          </a:ln>
        </p:spPr>
      </p:pic>
      <p:sp>
        <p:nvSpPr>
          <p:cNvPr id="60" name="Google Shape;60;p9"/>
          <p:cNvSpPr/>
          <p:nvPr/>
        </p:nvSpPr>
        <p:spPr>
          <a:xfrm>
            <a:off x="404975" y="441142"/>
            <a:ext cx="1980300" cy="1980300"/>
          </a:xfrm>
          <a:prstGeom prst="rect">
            <a:avLst/>
          </a:prstGeom>
          <a:solidFill>
            <a:schemeClr val="accen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61;p9"/>
          <p:cNvSpPr txBox="1">
            <a:spLocks noGrp="1"/>
          </p:cNvSpPr>
          <p:nvPr>
            <p:ph type="title"/>
          </p:nvPr>
        </p:nvSpPr>
        <p:spPr>
          <a:xfrm>
            <a:off x="428171" y="543067"/>
            <a:ext cx="1729500" cy="16161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lt1"/>
              </a:buClr>
              <a:buSzPts val="1800"/>
              <a:buNone/>
              <a:defRPr>
                <a:solidFill>
                  <a:schemeClr val="lt1"/>
                </a:solidFill>
                <a:latin typeface="Courant" panose="02000509030000020004" charset="0"/>
                <a:ea typeface="Courant" panose="02000509030000020004" charset="0"/>
                <a:cs typeface="Courant" panose="02000509030000020004" charset="0"/>
                <a:sym typeface="Courant" panose="02000509030000020004" charset="0"/>
              </a:defRPr>
            </a:lvl1pPr>
            <a:lvl2pPr lvl="1" algn="r">
              <a:spcBef>
                <a:spcPts val="0"/>
              </a:spcBef>
              <a:spcAft>
                <a:spcPts val="0"/>
              </a:spcAft>
              <a:buClr>
                <a:schemeClr val="lt1"/>
              </a:buClr>
              <a:buSzPts val="1800"/>
              <a:buNone/>
              <a:defRPr>
                <a:solidFill>
                  <a:schemeClr val="lt1"/>
                </a:solidFill>
              </a:defRPr>
            </a:lvl2pPr>
            <a:lvl3pPr lvl="2" algn="r">
              <a:spcBef>
                <a:spcPts val="0"/>
              </a:spcBef>
              <a:spcAft>
                <a:spcPts val="0"/>
              </a:spcAft>
              <a:buClr>
                <a:schemeClr val="lt1"/>
              </a:buClr>
              <a:buSzPts val="1800"/>
              <a:buNone/>
              <a:defRPr>
                <a:solidFill>
                  <a:schemeClr val="lt1"/>
                </a:solidFill>
              </a:defRPr>
            </a:lvl3pPr>
            <a:lvl4pPr lvl="3" algn="r">
              <a:spcBef>
                <a:spcPts val="0"/>
              </a:spcBef>
              <a:spcAft>
                <a:spcPts val="0"/>
              </a:spcAft>
              <a:buClr>
                <a:schemeClr val="lt1"/>
              </a:buClr>
              <a:buSzPts val="1800"/>
              <a:buNone/>
              <a:defRPr>
                <a:solidFill>
                  <a:schemeClr val="lt1"/>
                </a:solidFill>
              </a:defRPr>
            </a:lvl4pPr>
            <a:lvl5pPr lvl="4" algn="r">
              <a:spcBef>
                <a:spcPts val="0"/>
              </a:spcBef>
              <a:spcAft>
                <a:spcPts val="0"/>
              </a:spcAft>
              <a:buClr>
                <a:schemeClr val="lt1"/>
              </a:buClr>
              <a:buSzPts val="1800"/>
              <a:buNone/>
              <a:defRPr>
                <a:solidFill>
                  <a:schemeClr val="lt1"/>
                </a:solidFill>
              </a:defRPr>
            </a:lvl5pPr>
            <a:lvl6pPr lvl="5" algn="r">
              <a:spcBef>
                <a:spcPts val="0"/>
              </a:spcBef>
              <a:spcAft>
                <a:spcPts val="0"/>
              </a:spcAft>
              <a:buClr>
                <a:schemeClr val="lt1"/>
              </a:buClr>
              <a:buSzPts val="1800"/>
              <a:buNone/>
              <a:defRPr>
                <a:solidFill>
                  <a:schemeClr val="lt1"/>
                </a:solidFill>
              </a:defRPr>
            </a:lvl6pPr>
            <a:lvl7pPr lvl="6" algn="r">
              <a:spcBef>
                <a:spcPts val="0"/>
              </a:spcBef>
              <a:spcAft>
                <a:spcPts val="0"/>
              </a:spcAft>
              <a:buClr>
                <a:schemeClr val="lt1"/>
              </a:buClr>
              <a:buSzPts val="1800"/>
              <a:buNone/>
              <a:defRPr>
                <a:solidFill>
                  <a:schemeClr val="lt1"/>
                </a:solidFill>
              </a:defRPr>
            </a:lvl7pPr>
            <a:lvl8pPr lvl="7" algn="r">
              <a:spcBef>
                <a:spcPts val="0"/>
              </a:spcBef>
              <a:spcAft>
                <a:spcPts val="0"/>
              </a:spcAft>
              <a:buClr>
                <a:schemeClr val="lt1"/>
              </a:buClr>
              <a:buSzPts val="1800"/>
              <a:buNone/>
              <a:defRPr>
                <a:solidFill>
                  <a:schemeClr val="lt1"/>
                </a:solidFill>
              </a:defRPr>
            </a:lvl8pPr>
            <a:lvl9pPr lvl="8" algn="r">
              <a:spcBef>
                <a:spcPts val="0"/>
              </a:spcBef>
              <a:spcAft>
                <a:spcPts val="0"/>
              </a:spcAft>
              <a:buClr>
                <a:schemeClr val="lt1"/>
              </a:buClr>
              <a:buSzPts val="1800"/>
              <a:buNone/>
              <a:defRPr>
                <a:solidFill>
                  <a:schemeClr val="lt1"/>
                </a:solidFill>
              </a:defRPr>
            </a:lvl9pPr>
          </a:lstStyle>
          <a:p/>
        </p:txBody>
      </p:sp>
      <p:sp>
        <p:nvSpPr>
          <p:cNvPr id="62" name="Google Shape;62;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hort Title only">
  <p:cSld name="TITLE_ONLY_1">
    <p:bg>
      <p:bgPr>
        <a:solidFill>
          <a:schemeClr val="dk1"/>
        </a:solidFill>
        <a:effectLst/>
      </p:bgPr>
    </p:bg>
    <p:spTree>
      <p:nvGrpSpPr>
        <p:cNvPr id="1" name="Shape 63"/>
        <p:cNvGrpSpPr/>
        <p:nvPr/>
      </p:nvGrpSpPr>
      <p:grpSpPr>
        <a:xfrm>
          <a:off x="0" y="0"/>
          <a:ext cx="0" cy="0"/>
          <a:chOff x="0" y="0"/>
          <a:chExt cx="0" cy="0"/>
        </a:xfrm>
      </p:grpSpPr>
      <p:pic>
        <p:nvPicPr>
          <p:cNvPr id="64" name="Google Shape;64;p10" descr="organic-01.png"/>
          <p:cNvPicPr preferRelativeResize="0"/>
          <p:nvPr/>
        </p:nvPicPr>
        <p:blipFill>
          <a:blip r:embed="rId2">
            <a:alphaModFix amt="4000"/>
          </a:blip>
          <a:stretch>
            <a:fillRect/>
          </a:stretch>
        </p:blipFill>
        <p:spPr>
          <a:xfrm>
            <a:off x="0" y="0"/>
            <a:ext cx="9144000" cy="5143500"/>
          </a:xfrm>
          <a:prstGeom prst="rect">
            <a:avLst/>
          </a:prstGeom>
          <a:noFill/>
          <a:ln>
            <a:noFill/>
          </a:ln>
        </p:spPr>
      </p:pic>
      <p:sp>
        <p:nvSpPr>
          <p:cNvPr id="65" name="Google Shape;65;p10"/>
          <p:cNvSpPr/>
          <p:nvPr/>
        </p:nvSpPr>
        <p:spPr>
          <a:xfrm>
            <a:off x="404975" y="441145"/>
            <a:ext cx="1980300" cy="671700"/>
          </a:xfrm>
          <a:prstGeom prst="rect">
            <a:avLst/>
          </a:prstGeom>
          <a:solidFill>
            <a:schemeClr val="accen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10"/>
          <p:cNvSpPr txBox="1">
            <a:spLocks noGrp="1"/>
          </p:cNvSpPr>
          <p:nvPr>
            <p:ph type="title"/>
          </p:nvPr>
        </p:nvSpPr>
        <p:spPr>
          <a:xfrm>
            <a:off x="404975" y="441150"/>
            <a:ext cx="1832400" cy="671700"/>
          </a:xfrm>
          <a:prstGeom prst="rect">
            <a:avLst/>
          </a:prstGeom>
        </p:spPr>
        <p:txBody>
          <a:bodyPr spcFirstLastPara="1" wrap="square" lIns="0" tIns="0" rIns="0" bIns="0" anchor="ctr" anchorCtr="0">
            <a:noAutofit/>
          </a:bodyPr>
          <a:lstStyle>
            <a:lvl1pPr lvl="0" algn="r" rtl="0">
              <a:spcBef>
                <a:spcPts val="0"/>
              </a:spcBef>
              <a:spcAft>
                <a:spcPts val="0"/>
              </a:spcAft>
              <a:buClr>
                <a:schemeClr val="lt1"/>
              </a:buClr>
              <a:buSzPts val="1800"/>
              <a:buNone/>
              <a:defRPr>
                <a:solidFill>
                  <a:schemeClr val="lt1"/>
                </a:solidFill>
                <a:latin typeface="Courant" panose="02000509030000020004" charset="0"/>
                <a:ea typeface="Courant" panose="02000509030000020004" charset="0"/>
                <a:cs typeface="Courant" panose="02000509030000020004" charset="0"/>
                <a:sym typeface="Courant" panose="02000509030000020004" charset="0"/>
              </a:defRPr>
            </a:lvl1pPr>
            <a:lvl2pPr lvl="1" algn="r" rtl="0">
              <a:spcBef>
                <a:spcPts val="0"/>
              </a:spcBef>
              <a:spcAft>
                <a:spcPts val="0"/>
              </a:spcAft>
              <a:buClr>
                <a:schemeClr val="lt1"/>
              </a:buClr>
              <a:buSzPts val="1800"/>
              <a:buNone/>
              <a:defRPr>
                <a:solidFill>
                  <a:schemeClr val="lt1"/>
                </a:solidFill>
              </a:defRPr>
            </a:lvl2pPr>
            <a:lvl3pPr lvl="2" algn="r" rtl="0">
              <a:spcBef>
                <a:spcPts val="0"/>
              </a:spcBef>
              <a:spcAft>
                <a:spcPts val="0"/>
              </a:spcAft>
              <a:buClr>
                <a:schemeClr val="lt1"/>
              </a:buClr>
              <a:buSzPts val="1800"/>
              <a:buNone/>
              <a:defRPr>
                <a:solidFill>
                  <a:schemeClr val="lt1"/>
                </a:solidFill>
              </a:defRPr>
            </a:lvl3pPr>
            <a:lvl4pPr lvl="3" algn="r" rtl="0">
              <a:spcBef>
                <a:spcPts val="0"/>
              </a:spcBef>
              <a:spcAft>
                <a:spcPts val="0"/>
              </a:spcAft>
              <a:buClr>
                <a:schemeClr val="lt1"/>
              </a:buClr>
              <a:buSzPts val="1800"/>
              <a:buNone/>
              <a:defRPr>
                <a:solidFill>
                  <a:schemeClr val="lt1"/>
                </a:solidFill>
              </a:defRPr>
            </a:lvl4pPr>
            <a:lvl5pPr lvl="4" algn="r" rtl="0">
              <a:spcBef>
                <a:spcPts val="0"/>
              </a:spcBef>
              <a:spcAft>
                <a:spcPts val="0"/>
              </a:spcAft>
              <a:buClr>
                <a:schemeClr val="lt1"/>
              </a:buClr>
              <a:buSzPts val="1800"/>
              <a:buNone/>
              <a:defRPr>
                <a:solidFill>
                  <a:schemeClr val="lt1"/>
                </a:solidFill>
              </a:defRPr>
            </a:lvl5pPr>
            <a:lvl6pPr lvl="5" algn="r" rtl="0">
              <a:spcBef>
                <a:spcPts val="0"/>
              </a:spcBef>
              <a:spcAft>
                <a:spcPts val="0"/>
              </a:spcAft>
              <a:buClr>
                <a:schemeClr val="lt1"/>
              </a:buClr>
              <a:buSzPts val="1800"/>
              <a:buNone/>
              <a:defRPr>
                <a:solidFill>
                  <a:schemeClr val="lt1"/>
                </a:solidFill>
              </a:defRPr>
            </a:lvl6pPr>
            <a:lvl7pPr lvl="6" algn="r" rtl="0">
              <a:spcBef>
                <a:spcPts val="0"/>
              </a:spcBef>
              <a:spcAft>
                <a:spcPts val="0"/>
              </a:spcAft>
              <a:buClr>
                <a:schemeClr val="lt1"/>
              </a:buClr>
              <a:buSzPts val="1800"/>
              <a:buNone/>
              <a:defRPr>
                <a:solidFill>
                  <a:schemeClr val="lt1"/>
                </a:solidFill>
              </a:defRPr>
            </a:lvl7pPr>
            <a:lvl8pPr lvl="7" algn="r" rtl="0">
              <a:spcBef>
                <a:spcPts val="0"/>
              </a:spcBef>
              <a:spcAft>
                <a:spcPts val="0"/>
              </a:spcAft>
              <a:buClr>
                <a:schemeClr val="lt1"/>
              </a:buClr>
              <a:buSzPts val="1800"/>
              <a:buNone/>
              <a:defRPr>
                <a:solidFill>
                  <a:schemeClr val="lt1"/>
                </a:solidFill>
              </a:defRPr>
            </a:lvl8pPr>
            <a:lvl9pPr lvl="8" algn="r" rtl="0">
              <a:spcBef>
                <a:spcPts val="0"/>
              </a:spcBef>
              <a:spcAft>
                <a:spcPts val="0"/>
              </a:spcAft>
              <a:buClr>
                <a:schemeClr val="lt1"/>
              </a:buClr>
              <a:buSzPts val="1800"/>
              <a:buNone/>
              <a:defRPr>
                <a:solidFill>
                  <a:schemeClr val="lt1"/>
                </a:solidFill>
              </a:defRPr>
            </a:lvl9pPr>
          </a:lstStyle>
          <a:p/>
        </p:txBody>
      </p:sp>
      <p:sp>
        <p:nvSpPr>
          <p:cNvPr id="67" name="Google Shape;67;p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1"/>
        </a:solidFill>
        <a:effectLst/>
      </p:bgPr>
    </p:bg>
    <p:spTree>
      <p:nvGrpSpPr>
        <p:cNvPr id="1" name="Shape 68"/>
        <p:cNvGrpSpPr/>
        <p:nvPr/>
      </p:nvGrpSpPr>
      <p:grpSpPr>
        <a:xfrm>
          <a:off x="0" y="0"/>
          <a:ext cx="0" cy="0"/>
          <a:chOff x="0" y="0"/>
          <a:chExt cx="0" cy="0"/>
        </a:xfrm>
      </p:grpSpPr>
      <p:pic>
        <p:nvPicPr>
          <p:cNvPr id="69" name="Google Shape;69;p11" descr="organic-04.png"/>
          <p:cNvPicPr preferRelativeResize="0"/>
          <p:nvPr/>
        </p:nvPicPr>
        <p:blipFill>
          <a:blip r:embed="rId2">
            <a:alphaModFix amt="5000"/>
          </a:blip>
          <a:stretch>
            <a:fillRect/>
          </a:stretch>
        </p:blipFill>
        <p:spPr>
          <a:xfrm>
            <a:off x="0" y="0"/>
            <a:ext cx="9144000" cy="5143500"/>
          </a:xfrm>
          <a:prstGeom prst="rect">
            <a:avLst/>
          </a:prstGeom>
          <a:noFill/>
          <a:ln>
            <a:noFill/>
          </a:ln>
        </p:spPr>
      </p:pic>
      <p:sp>
        <p:nvSpPr>
          <p:cNvPr id="70" name="Google Shape;70;p11"/>
          <p:cNvSpPr/>
          <p:nvPr/>
        </p:nvSpPr>
        <p:spPr>
          <a:xfrm>
            <a:off x="595200" y="588531"/>
            <a:ext cx="7953600" cy="3910800"/>
          </a:xfrm>
          <a:prstGeom prst="rect">
            <a:avLst/>
          </a:prstGeom>
          <a:solidFill>
            <a:srgbClr val="FFFFFF"/>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11"/>
          <p:cNvSpPr/>
          <p:nvPr/>
        </p:nvSpPr>
        <p:spPr>
          <a:xfrm>
            <a:off x="1794900" y="4199456"/>
            <a:ext cx="5554200" cy="629100"/>
          </a:xfrm>
          <a:prstGeom prst="rect">
            <a:avLst/>
          </a:prstGeom>
          <a:solidFill>
            <a:srgbClr val="ECC1C8"/>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11"/>
          <p:cNvSpPr txBox="1">
            <a:spLocks noGrp="1"/>
          </p:cNvSpPr>
          <p:nvPr>
            <p:ph type="body" idx="1"/>
          </p:nvPr>
        </p:nvSpPr>
        <p:spPr>
          <a:xfrm>
            <a:off x="1794900" y="4192781"/>
            <a:ext cx="5554200" cy="629100"/>
          </a:xfrm>
          <a:prstGeom prst="rect">
            <a:avLst/>
          </a:prstGeom>
          <a:solidFill>
            <a:schemeClr val="accent1"/>
          </a:solidFill>
        </p:spPr>
        <p:txBody>
          <a:bodyPr spcFirstLastPara="1" wrap="square" lIns="91425" tIns="91425" rIns="91425" bIns="91425" anchor="ctr" anchorCtr="0">
            <a:noAutofit/>
          </a:bodyPr>
          <a:lstStyle>
            <a:lvl1pPr marL="457200" lvl="0" indent="-228600" algn="ctr">
              <a:spcBef>
                <a:spcPts val="360"/>
              </a:spcBef>
              <a:spcAft>
                <a:spcPts val="0"/>
              </a:spcAft>
              <a:buSzPts val="1800"/>
              <a:buNone/>
              <a:defRPr sz="1800">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stStyle>
          <a:p/>
        </p:txBody>
      </p:sp>
      <p:sp>
        <p:nvSpPr>
          <p:cNvPr id="73" name="Google Shape;73;p11"/>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lvl1pPr lvl="0" algn="ctr" rtl="0">
              <a:buNone/>
              <a:defRPr>
                <a:latin typeface="Courant" panose="02000509030000020004" charset="0"/>
                <a:ea typeface="Courant" panose="02000509030000020004" charset="0"/>
                <a:cs typeface="Courant" panose="02000509030000020004" charset="0"/>
                <a:sym typeface="Courant" panose="02000509030000020004" charset="0"/>
              </a:defRPr>
            </a:lvl1pPr>
            <a:lvl2pPr lvl="1" algn="ctr" rtl="0">
              <a:buNone/>
              <a:defRPr>
                <a:latin typeface="Playfair Display"/>
                <a:ea typeface="Playfair Display"/>
                <a:cs typeface="Playfair Display"/>
                <a:sym typeface="Playfair Display"/>
              </a:defRPr>
            </a:lvl2pPr>
            <a:lvl3pPr lvl="2" algn="ctr" rtl="0">
              <a:buNone/>
              <a:defRPr>
                <a:latin typeface="Playfair Display"/>
                <a:ea typeface="Playfair Display"/>
                <a:cs typeface="Playfair Display"/>
                <a:sym typeface="Playfair Display"/>
              </a:defRPr>
            </a:lvl3pPr>
            <a:lvl4pPr lvl="3" algn="ctr" rtl="0">
              <a:buNone/>
              <a:defRPr>
                <a:latin typeface="Playfair Display"/>
                <a:ea typeface="Playfair Display"/>
                <a:cs typeface="Playfair Display"/>
                <a:sym typeface="Playfair Display"/>
              </a:defRPr>
            </a:lvl4pPr>
            <a:lvl5pPr lvl="4" algn="ctr" rtl="0">
              <a:buNone/>
              <a:defRPr>
                <a:latin typeface="Playfair Display"/>
                <a:ea typeface="Playfair Display"/>
                <a:cs typeface="Playfair Display"/>
                <a:sym typeface="Playfair Display"/>
              </a:defRPr>
            </a:lvl5pPr>
            <a:lvl6pPr lvl="5" algn="ctr" rtl="0">
              <a:buNone/>
              <a:defRPr>
                <a:latin typeface="Playfair Display"/>
                <a:ea typeface="Playfair Display"/>
                <a:cs typeface="Playfair Display"/>
                <a:sym typeface="Playfair Display"/>
              </a:defRPr>
            </a:lvl6pPr>
            <a:lvl7pPr lvl="6" algn="ctr" rtl="0">
              <a:buNone/>
              <a:defRPr>
                <a:latin typeface="Playfair Display"/>
                <a:ea typeface="Playfair Display"/>
                <a:cs typeface="Playfair Display"/>
                <a:sym typeface="Playfair Display"/>
              </a:defRPr>
            </a:lvl7pPr>
            <a:lvl8pPr lvl="7" algn="ctr" rtl="0">
              <a:buNone/>
              <a:defRPr>
                <a:latin typeface="Playfair Display"/>
                <a:ea typeface="Playfair Display"/>
                <a:cs typeface="Playfair Display"/>
                <a:sym typeface="Playfair Display"/>
              </a:defRPr>
            </a:lvl8pPr>
            <a:lvl9pPr lvl="8" algn="ctr" rtl="0">
              <a:buNone/>
              <a:defRPr>
                <a:latin typeface="Playfair Display"/>
                <a:ea typeface="Playfair Display"/>
                <a:cs typeface="Playfair Display"/>
                <a:sym typeface="Playfair Display"/>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vertical">
  <p:cSld name="BLANK">
    <p:bg>
      <p:bgPr>
        <a:solidFill>
          <a:schemeClr val="dk1"/>
        </a:solidFill>
        <a:effectLst/>
      </p:bgPr>
    </p:bg>
    <p:spTree>
      <p:nvGrpSpPr>
        <p:cNvPr id="1" name="Shape 74"/>
        <p:cNvGrpSpPr/>
        <p:nvPr/>
      </p:nvGrpSpPr>
      <p:grpSpPr>
        <a:xfrm>
          <a:off x="0" y="0"/>
          <a:ext cx="0" cy="0"/>
          <a:chOff x="0" y="0"/>
          <a:chExt cx="0" cy="0"/>
        </a:xfrm>
      </p:grpSpPr>
      <p:pic>
        <p:nvPicPr>
          <p:cNvPr id="75" name="Google Shape;75;p12" descr="organic-01.png"/>
          <p:cNvPicPr preferRelativeResize="0"/>
          <p:nvPr/>
        </p:nvPicPr>
        <p:blipFill>
          <a:blip r:embed="rId2">
            <a:alphaModFix amt="4000"/>
          </a:blip>
          <a:stretch>
            <a:fillRect/>
          </a:stretch>
        </p:blipFill>
        <p:spPr>
          <a:xfrm>
            <a:off x="0" y="0"/>
            <a:ext cx="9144000" cy="5143500"/>
          </a:xfrm>
          <a:prstGeom prst="rect">
            <a:avLst/>
          </a:prstGeom>
          <a:noFill/>
          <a:ln>
            <a:noFill/>
          </a:ln>
        </p:spPr>
      </p:pic>
      <p:sp>
        <p:nvSpPr>
          <p:cNvPr id="76" name="Google Shape;76;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waves">
  <p:cSld name="BLANK_1">
    <p:bg>
      <p:bgPr>
        <a:solidFill>
          <a:schemeClr val="dk1"/>
        </a:solidFill>
        <a:effectLst/>
      </p:bgPr>
    </p:bg>
    <p:spTree>
      <p:nvGrpSpPr>
        <p:cNvPr id="1" name="Shape 77"/>
        <p:cNvGrpSpPr/>
        <p:nvPr/>
      </p:nvGrpSpPr>
      <p:grpSpPr>
        <a:xfrm>
          <a:off x="0" y="0"/>
          <a:ext cx="0" cy="0"/>
          <a:chOff x="0" y="0"/>
          <a:chExt cx="0" cy="0"/>
        </a:xfrm>
      </p:grpSpPr>
      <p:pic>
        <p:nvPicPr>
          <p:cNvPr id="78" name="Google Shape;78;p13" descr="organic-02.png"/>
          <p:cNvPicPr preferRelativeResize="0"/>
          <p:nvPr/>
        </p:nvPicPr>
        <p:blipFill>
          <a:blip r:embed="rId2">
            <a:alphaModFix amt="5000"/>
          </a:blip>
          <a:stretch>
            <a:fillRect/>
          </a:stretch>
        </p:blipFill>
        <p:spPr>
          <a:xfrm>
            <a:off x="0" y="0"/>
            <a:ext cx="9144000" cy="5143500"/>
          </a:xfrm>
          <a:prstGeom prst="rect">
            <a:avLst/>
          </a:prstGeom>
          <a:noFill/>
          <a:ln>
            <a:noFill/>
          </a:ln>
        </p:spPr>
      </p:pic>
      <p:sp>
        <p:nvSpPr>
          <p:cNvPr id="79" name="Google Shape;79;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zigzag">
  <p:cSld name="BLANK_1_1">
    <p:bg>
      <p:bgPr>
        <a:solidFill>
          <a:schemeClr val="dk1"/>
        </a:solidFill>
        <a:effectLst/>
      </p:bgPr>
    </p:bg>
    <p:spTree>
      <p:nvGrpSpPr>
        <p:cNvPr id="1" name="Shape 80"/>
        <p:cNvGrpSpPr/>
        <p:nvPr/>
      </p:nvGrpSpPr>
      <p:grpSpPr>
        <a:xfrm>
          <a:off x="0" y="0"/>
          <a:ext cx="0" cy="0"/>
          <a:chOff x="0" y="0"/>
          <a:chExt cx="0" cy="0"/>
        </a:xfrm>
      </p:grpSpPr>
      <p:pic>
        <p:nvPicPr>
          <p:cNvPr id="81" name="Google Shape;81;p14" descr="organic-03.png"/>
          <p:cNvPicPr preferRelativeResize="0"/>
          <p:nvPr/>
        </p:nvPicPr>
        <p:blipFill>
          <a:blip r:embed="rId2">
            <a:alphaModFix amt="5000"/>
          </a:blip>
          <a:stretch>
            <a:fillRect/>
          </a:stretch>
        </p:blipFill>
        <p:spPr>
          <a:xfrm>
            <a:off x="0" y="0"/>
            <a:ext cx="9144000" cy="5143500"/>
          </a:xfrm>
          <a:prstGeom prst="rect">
            <a:avLst/>
          </a:prstGeom>
          <a:noFill/>
          <a:ln>
            <a:noFill/>
          </a:ln>
        </p:spPr>
      </p:pic>
      <p:sp>
        <p:nvSpPr>
          <p:cNvPr id="82" name="Google Shape;82;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circles">
  <p:cSld name="BLANK_1_1_1">
    <p:bg>
      <p:bgPr>
        <a:solidFill>
          <a:schemeClr val="dk1"/>
        </a:solidFill>
        <a:effectLst/>
      </p:bgPr>
    </p:bg>
    <p:spTree>
      <p:nvGrpSpPr>
        <p:cNvPr id="1" name="Shape 83"/>
        <p:cNvGrpSpPr/>
        <p:nvPr/>
      </p:nvGrpSpPr>
      <p:grpSpPr>
        <a:xfrm>
          <a:off x="0" y="0"/>
          <a:ext cx="0" cy="0"/>
          <a:chOff x="0" y="0"/>
          <a:chExt cx="0" cy="0"/>
        </a:xfrm>
      </p:grpSpPr>
      <p:pic>
        <p:nvPicPr>
          <p:cNvPr id="84" name="Google Shape;84;p15" descr="organic-04.png"/>
          <p:cNvPicPr preferRelativeResize="0"/>
          <p:nvPr/>
        </p:nvPicPr>
        <p:blipFill>
          <a:blip r:embed="rId2">
            <a:alphaModFix amt="5000"/>
          </a:blip>
          <a:stretch>
            <a:fillRect/>
          </a:stretch>
        </p:blipFill>
        <p:spPr>
          <a:xfrm>
            <a:off x="0" y="0"/>
            <a:ext cx="9144000" cy="5143500"/>
          </a:xfrm>
          <a:prstGeom prst="rect">
            <a:avLst/>
          </a:prstGeom>
          <a:noFill/>
          <a:ln>
            <a:noFill/>
          </a:ln>
        </p:spPr>
      </p:pic>
      <p:sp>
        <p:nvSpPr>
          <p:cNvPr id="85" name="Google Shape;85;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05978"/>
            <a:ext cx="8229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1800"/>
              <a:buFont typeface="Playfair Display"/>
              <a:buNone/>
              <a:defRPr sz="1800" b="1" i="1">
                <a:solidFill>
                  <a:schemeClr val="dk1"/>
                </a:solidFill>
                <a:latin typeface="Playfair Display"/>
                <a:ea typeface="Playfair Display"/>
                <a:cs typeface="Playfair Display"/>
                <a:sym typeface="Playfair Display"/>
              </a:defRPr>
            </a:lvl9pPr>
          </a:lstStyle>
          <a:p/>
        </p:txBody>
      </p:sp>
      <p:sp>
        <p:nvSpPr>
          <p:cNvPr id="7" name="Google Shape;7;p1"/>
          <p:cNvSpPr txBox="1">
            <a:spLocks noGrp="1"/>
          </p:cNvSpPr>
          <p:nvPr>
            <p:ph type="body" idx="1"/>
          </p:nvPr>
        </p:nvSpPr>
        <p:spPr>
          <a:xfrm>
            <a:off x="457200" y="1200150"/>
            <a:ext cx="8229600" cy="37257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dk1"/>
              </a:buClr>
              <a:buSzPts val="3000"/>
              <a:buFont typeface="Tinos" panose="02020603050405020304"/>
              <a:buChar char="▹"/>
              <a:defRPr sz="3000">
                <a:solidFill>
                  <a:schemeClr val="dk1"/>
                </a:solidFill>
                <a:latin typeface="Tinos" panose="02020603050405020304"/>
                <a:ea typeface="Tinos" panose="02020603050405020304"/>
                <a:cs typeface="Tinos" panose="02020603050405020304"/>
                <a:sym typeface="Tinos" panose="02020603050405020304"/>
              </a:defRPr>
            </a:lvl1pPr>
            <a:lvl2pPr marL="914400" lvl="1" indent="-381000">
              <a:spcBef>
                <a:spcPts val="0"/>
              </a:spcBef>
              <a:spcAft>
                <a:spcPts val="0"/>
              </a:spcAft>
              <a:buClr>
                <a:schemeClr val="dk1"/>
              </a:buClr>
              <a:buSzPts val="2400"/>
              <a:buFont typeface="Tinos" panose="02020603050405020304"/>
              <a:buChar char="▸"/>
              <a:defRPr sz="2400">
                <a:solidFill>
                  <a:schemeClr val="dk1"/>
                </a:solidFill>
                <a:latin typeface="Tinos" panose="02020603050405020304"/>
                <a:ea typeface="Tinos" panose="02020603050405020304"/>
                <a:cs typeface="Tinos" panose="02020603050405020304"/>
                <a:sym typeface="Tinos" panose="02020603050405020304"/>
              </a:defRPr>
            </a:lvl2pPr>
            <a:lvl3pPr marL="1371600" lvl="2" indent="-381000">
              <a:spcBef>
                <a:spcPts val="0"/>
              </a:spcBef>
              <a:spcAft>
                <a:spcPts val="0"/>
              </a:spcAft>
              <a:buClr>
                <a:schemeClr val="dk1"/>
              </a:buClr>
              <a:buSzPts val="2400"/>
              <a:buFont typeface="Tinos" panose="02020603050405020304"/>
              <a:buChar char="◦"/>
              <a:defRPr sz="2400">
                <a:solidFill>
                  <a:schemeClr val="dk1"/>
                </a:solidFill>
                <a:latin typeface="Tinos" panose="02020603050405020304"/>
                <a:ea typeface="Tinos" panose="02020603050405020304"/>
                <a:cs typeface="Tinos" panose="02020603050405020304"/>
                <a:sym typeface="Tinos" panose="02020603050405020304"/>
              </a:defRPr>
            </a:lvl3pPr>
            <a:lvl4pPr marL="1828800" lvl="3" indent="-342900">
              <a:spcBef>
                <a:spcPts val="0"/>
              </a:spcBef>
              <a:spcAft>
                <a:spcPts val="0"/>
              </a:spcAft>
              <a:buClr>
                <a:schemeClr val="dk1"/>
              </a:buClr>
              <a:buSzPts val="1800"/>
              <a:buFont typeface="Tinos" panose="02020603050405020304"/>
              <a:buChar char="●"/>
              <a:defRPr sz="1800">
                <a:solidFill>
                  <a:schemeClr val="dk1"/>
                </a:solidFill>
                <a:latin typeface="Tinos" panose="02020603050405020304"/>
                <a:ea typeface="Tinos" panose="02020603050405020304"/>
                <a:cs typeface="Tinos" panose="02020603050405020304"/>
                <a:sym typeface="Tinos" panose="02020603050405020304"/>
              </a:defRPr>
            </a:lvl4pPr>
            <a:lvl5pPr marL="2286000" lvl="4" indent="-342900">
              <a:spcBef>
                <a:spcPts val="0"/>
              </a:spcBef>
              <a:spcAft>
                <a:spcPts val="0"/>
              </a:spcAft>
              <a:buClr>
                <a:schemeClr val="dk1"/>
              </a:buClr>
              <a:buSzPts val="1800"/>
              <a:buFont typeface="Tinos" panose="02020603050405020304"/>
              <a:buChar char="○"/>
              <a:defRPr sz="1800">
                <a:solidFill>
                  <a:schemeClr val="dk1"/>
                </a:solidFill>
                <a:latin typeface="Tinos" panose="02020603050405020304"/>
                <a:ea typeface="Tinos" panose="02020603050405020304"/>
                <a:cs typeface="Tinos" panose="02020603050405020304"/>
                <a:sym typeface="Tinos" panose="02020603050405020304"/>
              </a:defRPr>
            </a:lvl5pPr>
            <a:lvl6pPr marL="2743200" lvl="5" indent="-342900">
              <a:spcBef>
                <a:spcPts val="0"/>
              </a:spcBef>
              <a:spcAft>
                <a:spcPts val="0"/>
              </a:spcAft>
              <a:buClr>
                <a:schemeClr val="dk1"/>
              </a:buClr>
              <a:buSzPts val="1800"/>
              <a:buFont typeface="Tinos" panose="02020603050405020304"/>
              <a:buChar char="■"/>
              <a:defRPr sz="1800">
                <a:solidFill>
                  <a:schemeClr val="dk1"/>
                </a:solidFill>
                <a:latin typeface="Tinos" panose="02020603050405020304"/>
                <a:ea typeface="Tinos" panose="02020603050405020304"/>
                <a:cs typeface="Tinos" panose="02020603050405020304"/>
                <a:sym typeface="Tinos" panose="02020603050405020304"/>
              </a:defRPr>
            </a:lvl6pPr>
            <a:lvl7pPr marL="3200400" lvl="6" indent="-342900">
              <a:spcBef>
                <a:spcPts val="0"/>
              </a:spcBef>
              <a:spcAft>
                <a:spcPts val="0"/>
              </a:spcAft>
              <a:buClr>
                <a:schemeClr val="dk1"/>
              </a:buClr>
              <a:buSzPts val="1800"/>
              <a:buFont typeface="Tinos" panose="02020603050405020304"/>
              <a:buChar char="●"/>
              <a:defRPr sz="1800">
                <a:solidFill>
                  <a:schemeClr val="dk1"/>
                </a:solidFill>
                <a:latin typeface="Tinos" panose="02020603050405020304"/>
                <a:ea typeface="Tinos" panose="02020603050405020304"/>
                <a:cs typeface="Tinos" panose="02020603050405020304"/>
                <a:sym typeface="Tinos" panose="02020603050405020304"/>
              </a:defRPr>
            </a:lvl7pPr>
            <a:lvl8pPr marL="3657600" lvl="7" indent="-342900">
              <a:spcBef>
                <a:spcPts val="0"/>
              </a:spcBef>
              <a:spcAft>
                <a:spcPts val="0"/>
              </a:spcAft>
              <a:buClr>
                <a:schemeClr val="dk1"/>
              </a:buClr>
              <a:buSzPts val="1800"/>
              <a:buFont typeface="Tinos" panose="02020603050405020304"/>
              <a:buChar char="○"/>
              <a:defRPr sz="1800">
                <a:solidFill>
                  <a:schemeClr val="dk1"/>
                </a:solidFill>
                <a:latin typeface="Tinos" panose="02020603050405020304"/>
                <a:ea typeface="Tinos" panose="02020603050405020304"/>
                <a:cs typeface="Tinos" panose="02020603050405020304"/>
                <a:sym typeface="Tinos" panose="02020603050405020304"/>
              </a:defRPr>
            </a:lvl8pPr>
            <a:lvl9pPr marL="4114800" lvl="8" indent="-342900">
              <a:spcBef>
                <a:spcPts val="0"/>
              </a:spcBef>
              <a:spcAft>
                <a:spcPts val="0"/>
              </a:spcAft>
              <a:buClr>
                <a:schemeClr val="dk1"/>
              </a:buClr>
              <a:buSzPts val="1800"/>
              <a:buFont typeface="Tinos" panose="02020603050405020304"/>
              <a:buChar char="■"/>
              <a:defRPr sz="1800">
                <a:solidFill>
                  <a:schemeClr val="dk1"/>
                </a:solidFill>
                <a:latin typeface="Tinos" panose="02020603050405020304"/>
                <a:ea typeface="Tinos" panose="02020603050405020304"/>
                <a:cs typeface="Tinos" panose="02020603050405020304"/>
                <a:sym typeface="Tinos" panose="02020603050405020304"/>
              </a:defRPr>
            </a:lvl9pPr>
          </a:lstStyle>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accent1"/>
                </a:solidFill>
                <a:latin typeface="Courant" panose="02000509030000020004" charset="0"/>
                <a:ea typeface="Courant" panose="02000509030000020004" charset="0"/>
                <a:cs typeface="Courant" panose="02000509030000020004" charset="0"/>
                <a:sym typeface="Courant" panose="02000509030000020004" charset="0"/>
              </a:defRPr>
            </a:lvl1pPr>
            <a:lvl2pPr lvl="1" algn="r">
              <a:buNone/>
              <a:defRPr sz="1300">
                <a:solidFill>
                  <a:schemeClr val="accent1"/>
                </a:solidFill>
                <a:latin typeface="Playfair Display"/>
                <a:ea typeface="Playfair Display"/>
                <a:cs typeface="Playfair Display"/>
                <a:sym typeface="Playfair Display"/>
              </a:defRPr>
            </a:lvl2pPr>
            <a:lvl3pPr lvl="2" algn="r">
              <a:buNone/>
              <a:defRPr sz="1300">
                <a:solidFill>
                  <a:schemeClr val="accent1"/>
                </a:solidFill>
                <a:latin typeface="Playfair Display"/>
                <a:ea typeface="Playfair Display"/>
                <a:cs typeface="Playfair Display"/>
                <a:sym typeface="Playfair Display"/>
              </a:defRPr>
            </a:lvl3pPr>
            <a:lvl4pPr lvl="3" algn="r">
              <a:buNone/>
              <a:defRPr sz="1300">
                <a:solidFill>
                  <a:schemeClr val="accent1"/>
                </a:solidFill>
                <a:latin typeface="Playfair Display"/>
                <a:ea typeface="Playfair Display"/>
                <a:cs typeface="Playfair Display"/>
                <a:sym typeface="Playfair Display"/>
              </a:defRPr>
            </a:lvl4pPr>
            <a:lvl5pPr lvl="4" algn="r">
              <a:buNone/>
              <a:defRPr sz="1300">
                <a:solidFill>
                  <a:schemeClr val="accent1"/>
                </a:solidFill>
                <a:latin typeface="Playfair Display"/>
                <a:ea typeface="Playfair Display"/>
                <a:cs typeface="Playfair Display"/>
                <a:sym typeface="Playfair Display"/>
              </a:defRPr>
            </a:lvl5pPr>
            <a:lvl6pPr lvl="5" algn="r">
              <a:buNone/>
              <a:defRPr sz="1300">
                <a:solidFill>
                  <a:schemeClr val="accent1"/>
                </a:solidFill>
                <a:latin typeface="Playfair Display"/>
                <a:ea typeface="Playfair Display"/>
                <a:cs typeface="Playfair Display"/>
                <a:sym typeface="Playfair Display"/>
              </a:defRPr>
            </a:lvl6pPr>
            <a:lvl7pPr lvl="6" algn="r">
              <a:buNone/>
              <a:defRPr sz="1300">
                <a:solidFill>
                  <a:schemeClr val="accent1"/>
                </a:solidFill>
                <a:latin typeface="Playfair Display"/>
                <a:ea typeface="Playfair Display"/>
                <a:cs typeface="Playfair Display"/>
                <a:sym typeface="Playfair Display"/>
              </a:defRPr>
            </a:lvl7pPr>
            <a:lvl8pPr lvl="7" algn="r">
              <a:buNone/>
              <a:defRPr sz="1300">
                <a:solidFill>
                  <a:schemeClr val="accent1"/>
                </a:solidFill>
                <a:latin typeface="Playfair Display"/>
                <a:ea typeface="Playfair Display"/>
                <a:cs typeface="Playfair Display"/>
                <a:sym typeface="Playfair Display"/>
              </a:defRPr>
            </a:lvl8pPr>
            <a:lvl9pPr lvl="8" algn="r">
              <a:buNone/>
              <a:defRPr sz="1300">
                <a:solidFill>
                  <a:schemeClr val="accent1"/>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mc:Choice xmlns:p14="http://schemas.microsoft.com/office/powerpoint/2010/main" Requires="p14">
      <p:transition p14:dur="500">
        <p:wipe/>
      </p:transition>
    </mc:Choice>
    <mc:Fallback>
      <p:transition>
        <p:wip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Courant" panose="02000509030000020004" charset="0"/>
          <a:ea typeface="Courant" panose="02000509030000020004" charset="0"/>
          <a:cs typeface="Courant" panose="02000509030000020004" charset="0"/>
          <a:sym typeface="Courant" panose="0200050903000002000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Times New Roman" panose="02020603050405020304" charset="0"/>
          <a:ea typeface="Times New Roman" panose="02020603050405020304" charset="0"/>
          <a:cs typeface="Times New Roman" panose="02020603050405020304" charset="0"/>
          <a:sym typeface="Times New Roman" panose="02020603050405020304" charset="0"/>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9.xml"/><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11.jpeg"/><Relationship Id="rId1"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9.xml"/><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9.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6.xml"/><Relationship Id="rId4" Type="http://schemas.openxmlformats.org/officeDocument/2006/relationships/image" Target="../media/image25.png"/><Relationship Id="rId3" Type="http://schemas.openxmlformats.org/officeDocument/2006/relationships/hyperlink" Target="http://www.slidescarnival.com/copyright-and-legal-information" TargetMode="External"/><Relationship Id="rId2" Type="http://schemas.openxmlformats.org/officeDocument/2006/relationships/hyperlink" Target="http://www.slidescarnival.com/help-use-presentation-template" TargetMode="External"/><Relationship Id="rId1" Type="http://schemas.openxmlformats.org/officeDocument/2006/relationships/slide" Target="slide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9.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2.png"/><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4.xml"/><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2" Type="http://schemas.openxmlformats.org/officeDocument/2006/relationships/notesSlide" Target="../notesSlides/notesSlide30.xml"/><Relationship Id="rId11" Type="http://schemas.openxmlformats.org/officeDocument/2006/relationships/slideLayout" Target="../slideLayouts/slideLayout4.xml"/><Relationship Id="rId10" Type="http://schemas.microsoft.com/office/2007/relationships/diagramDrawing" Target="../diagrams/drawing2.xml"/><Relationship Id="rId1" Type="http://schemas.openxmlformats.org/officeDocument/2006/relationships/diagramData" Target="../diagrams/data1.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9.xml"/><Relationship Id="rId2" Type="http://schemas.openxmlformats.org/officeDocument/2006/relationships/image" Target="../media/image36.png"/><Relationship Id="rId1"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xml"/><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9.xml"/><Relationship Id="rId2" Type="http://schemas.openxmlformats.org/officeDocument/2006/relationships/image" Target="../media/image39.png"/><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9.xml"/><Relationship Id="rId1" Type="http://schemas.openxmlformats.org/officeDocument/2006/relationships/image" Target="../media/image4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xml"/><Relationship Id="rId1"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4.png"/><Relationship Id="rId1" Type="http://schemas.openxmlformats.org/officeDocument/2006/relationships/image" Target="../media/image4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6.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9" name="Shape 89"/>
        <p:cNvGrpSpPr/>
        <p:nvPr/>
      </p:nvGrpSpPr>
      <p:grpSpPr>
        <a:xfrm>
          <a:off x="0" y="0"/>
          <a:ext cx="0" cy="0"/>
          <a:chOff x="0" y="0"/>
          <a:chExt cx="0" cy="0"/>
        </a:xfrm>
      </p:grpSpPr>
      <p:sp>
        <p:nvSpPr>
          <p:cNvPr id="90" name="Google Shape;90;p16"/>
          <p:cNvSpPr txBox="1"/>
          <p:nvPr>
            <p:ph type="ctrTitle"/>
          </p:nvPr>
        </p:nvSpPr>
        <p:spPr>
          <a:xfrm>
            <a:off x="2510400" y="2092225"/>
            <a:ext cx="41232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THỰC HÀNH TÍNH TOÁN</a:t>
            </a:r>
            <a:endParaRPr lang="en-US" altLang="en-GB">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p:txBody>
      </p:sp>
      <p:grpSp>
        <p:nvGrpSpPr>
          <p:cNvPr id="91" name="Google Shape;91;p16"/>
          <p:cNvGrpSpPr/>
          <p:nvPr/>
        </p:nvGrpSpPr>
        <p:grpSpPr>
          <a:xfrm>
            <a:off x="4388765" y="980127"/>
            <a:ext cx="366458" cy="366437"/>
            <a:chOff x="1923675" y="1633650"/>
            <a:chExt cx="436000" cy="435975"/>
          </a:xfrm>
        </p:grpSpPr>
        <p:sp>
          <p:nvSpPr>
            <p:cNvPr id="92" name="Google Shape;92;p16"/>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16"/>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16"/>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95;p16"/>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 name="Google Shape;96;p16"/>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97;p16"/>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0" name="Shape 110"/>
        <p:cNvGrpSpPr/>
        <p:nvPr/>
      </p:nvGrpSpPr>
      <p:grpSpPr>
        <a:xfrm>
          <a:off x="0" y="0"/>
          <a:ext cx="0" cy="0"/>
          <a:chOff x="0" y="0"/>
          <a:chExt cx="0" cy="0"/>
        </a:xfrm>
      </p:grpSpPr>
      <p:sp>
        <p:nvSpPr>
          <p:cNvPr id="111" name="Google Shape;111;p18"/>
          <p:cNvSpPr txBox="1"/>
          <p:nvPr>
            <p:ph type="ctrTitle" idx="4294967295"/>
          </p:nvPr>
        </p:nvSpPr>
        <p:spPr>
          <a:xfrm>
            <a:off x="683895" y="411676"/>
            <a:ext cx="7772400" cy="96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800">
                <a:ln w="22225">
                  <a:solidFill>
                    <a:schemeClr val="accent2"/>
                  </a:solidFill>
                  <a:prstDash val="solid"/>
                </a:ln>
                <a:solidFill>
                  <a:schemeClr val="accent2">
                    <a:lumMod val="40000"/>
                    <a:lumOff val="60000"/>
                  </a:schemeClr>
                </a:solidFill>
                <a:effectLst/>
                <a:latin typeface="MaplePi" panose="02000500070000020004" charset="0"/>
                <a:cs typeface="MaplePi" panose="02000500070000020004" charset="0"/>
              </a:rPr>
              <a:t>TEAM 12</a:t>
            </a:r>
            <a:endParaRPr lang="en-US" sz="4800">
              <a:ln w="22225">
                <a:solidFill>
                  <a:schemeClr val="accent2"/>
                </a:solidFill>
                <a:prstDash val="solid"/>
              </a:ln>
              <a:solidFill>
                <a:schemeClr val="accent2">
                  <a:lumMod val="40000"/>
                  <a:lumOff val="60000"/>
                </a:schemeClr>
              </a:solidFill>
              <a:effectLst/>
              <a:latin typeface="MaplePi" panose="02000500070000020004" charset="0"/>
              <a:cs typeface="MaplePi" panose="02000500070000020004" charset="0"/>
            </a:endParaRPr>
          </a:p>
        </p:txBody>
      </p:sp>
      <p:sp>
        <p:nvSpPr>
          <p:cNvPr id="112" name="Google Shape;112;p18"/>
          <p:cNvSpPr txBox="1"/>
          <p:nvPr>
            <p:ph type="subTitle" idx="4294967295"/>
          </p:nvPr>
        </p:nvSpPr>
        <p:spPr>
          <a:xfrm>
            <a:off x="685800" y="1851660"/>
            <a:ext cx="7772400" cy="273431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US" sz="3600" b="1">
                <a:solidFill>
                  <a:schemeClr val="accent1"/>
                </a:solidFill>
                <a:latin typeface="Times New Roman" panose="02020603050405020304" charset="0"/>
                <a:cs typeface="Times New Roman" panose="02020603050405020304" charset="0"/>
              </a:rPr>
              <a:t>PHÂN TÍCH DỮ LIỆU ỨNG DỤNG TRONG MARKETING</a:t>
            </a:r>
            <a:endParaRPr sz="3600" b="1">
              <a:solidFill>
                <a:schemeClr val="accent1"/>
              </a:solidFill>
              <a:latin typeface="Times New Roman" panose="02020603050405020304" charset="0"/>
              <a:cs typeface="Times New Roman" panose="02020603050405020304" charset="0"/>
            </a:endParaRPr>
          </a:p>
          <a:p>
            <a:pPr marL="0" lvl="0" indent="0" algn="ctr" rtl="0">
              <a:spcBef>
                <a:spcPts val="600"/>
              </a:spcBef>
              <a:spcAft>
                <a:spcPts val="0"/>
              </a:spcAft>
              <a:buNone/>
            </a:pPr>
            <a:endParaRPr sz="1800">
              <a:solidFill>
                <a:srgbClr val="FFFFFF"/>
              </a:solidFill>
            </a:endParaRPr>
          </a:p>
          <a:p>
            <a:pPr marL="342900" lvl="0" indent="-342900" algn="l" rtl="0">
              <a:spcBef>
                <a:spcPts val="600"/>
              </a:spcBef>
              <a:spcAft>
                <a:spcPts val="0"/>
              </a:spcAft>
              <a:buClr>
                <a:schemeClr val="dk1"/>
              </a:buClr>
              <a:buSzPts val="1100"/>
              <a:buFont typeface="Courant" panose="02000509030000020004" charset="0"/>
              <a:buAutoNum type="arabicPeriod"/>
            </a:pPr>
            <a:r>
              <a:rPr lang="en-US" altLang="en-GB" sz="1800">
                <a:solidFill>
                  <a:srgbClr val="FFFFFF"/>
                </a:solidFill>
              </a:rPr>
              <a:t>			</a:t>
            </a:r>
            <a:r>
              <a:rPr lang="en-US" altLang="en-GB" sz="2000">
                <a:solidFill>
                  <a:srgbClr val="FFFFFF"/>
                </a:solidFill>
                <a:latin typeface="Times New Roman" panose="02020603050405020304" charset="0"/>
                <a:cs typeface="Times New Roman" panose="02020603050405020304" charset="0"/>
              </a:rPr>
              <a:t>GV Hướng dẫn: 	</a:t>
            </a:r>
            <a:r>
              <a:rPr lang="en-US" altLang="en-GB" sz="2000" b="1">
                <a:solidFill>
                  <a:srgbClr val="FFFFFF"/>
                </a:solidFill>
                <a:latin typeface="Times New Roman" panose="02020603050405020304" charset="0"/>
                <a:cs typeface="Times New Roman" panose="02020603050405020304" charset="0"/>
              </a:rPr>
              <a:t>TS. Nguyễn Văn Tăng</a:t>
            </a:r>
            <a:endParaRPr lang="en-US" altLang="en-GB" sz="2000" b="1">
              <a:solidFill>
                <a:srgbClr val="FFFFFF"/>
              </a:solidFill>
              <a:latin typeface="Times New Roman" panose="02020603050405020304" charset="0"/>
              <a:cs typeface="Times New Roman" panose="02020603050405020304" charset="0"/>
            </a:endParaRPr>
          </a:p>
          <a:p>
            <a:pPr marL="0" lvl="0" indent="0" algn="l" rtl="0">
              <a:spcBef>
                <a:spcPts val="600"/>
              </a:spcBef>
              <a:spcAft>
                <a:spcPts val="0"/>
              </a:spcAft>
              <a:buClr>
                <a:schemeClr val="dk1"/>
              </a:buClr>
              <a:buSzPts val="1100"/>
              <a:buFont typeface="Courant" panose="02000509030000020004" charset="0"/>
              <a:buNone/>
            </a:pPr>
            <a:r>
              <a:rPr lang="en-US" sz="2000" b="1">
                <a:solidFill>
                  <a:srgbClr val="FFFFFF"/>
                </a:solidFill>
                <a:latin typeface="Times New Roman" panose="02020603050405020304" charset="0"/>
                <a:cs typeface="Times New Roman" panose="02020603050405020304" charset="0"/>
              </a:rPr>
              <a:t>					GV. Nguyễn Thị Kim Cúc</a:t>
            </a:r>
            <a:endParaRPr lang="en-US" sz="2000" b="1">
              <a:solidFill>
                <a:srgbClr val="FFFFFF"/>
              </a:solidFill>
              <a:latin typeface="Times New Roman" panose="02020603050405020304" charset="0"/>
              <a:cs typeface="Times New Roman" panose="02020603050405020304" charset="0"/>
            </a:endParaRPr>
          </a:p>
        </p:txBody>
      </p:sp>
      <p:sp>
        <p:nvSpPr>
          <p:cNvPr id="114" name="Google Shape;114;p18"/>
          <p:cNvSpPr txBox="1"/>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27" name="Shape 527"/>
        <p:cNvGrpSpPr/>
        <p:nvPr/>
      </p:nvGrpSpPr>
      <p:grpSpPr>
        <a:xfrm>
          <a:off x="0" y="0"/>
          <a:ext cx="0" cy="0"/>
          <a:chOff x="0" y="0"/>
          <a:chExt cx="0" cy="0"/>
        </a:xfrm>
      </p:grpSpPr>
      <p:sp>
        <p:nvSpPr>
          <p:cNvPr id="528" name="Google Shape;528;p48"/>
          <p:cNvSpPr txBox="1"/>
          <p:nvPr>
            <p:ph type="title"/>
          </p:nvPr>
        </p:nvSpPr>
        <p:spPr>
          <a:xfrm>
            <a:off x="457045" y="437975"/>
            <a:ext cx="1832400" cy="67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altLang="en-GB" i="0">
                <a:solidFill>
                  <a:schemeClr val="tx1"/>
                </a:solidFill>
                <a:latin typeface="Times New Roman" panose="02020603050405020304" charset="0"/>
                <a:cs typeface="Times New Roman" panose="02020603050405020304" charset="0"/>
              </a:rPr>
              <a:t>Thành viên </a:t>
            </a:r>
            <a:endParaRPr lang="en-US" altLang="en-GB" i="0">
              <a:solidFill>
                <a:schemeClr val="tx1"/>
              </a:solidFill>
              <a:latin typeface="Times New Roman" panose="02020603050405020304" charset="0"/>
              <a:cs typeface="Times New Roman" panose="02020603050405020304" charset="0"/>
            </a:endParaRPr>
          </a:p>
        </p:txBody>
      </p:sp>
      <p:sp>
        <p:nvSpPr>
          <p:cNvPr id="529" name="Google Shape;529;p48"/>
          <p:cNvSpPr txBox="1"/>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530" name="Google Shape;530;p48" descr="C:\Users\lan\Downloads\ảnh tự chọn (2).pngảnh tự chọn (2)"/>
          <p:cNvPicPr preferRelativeResize="0"/>
          <p:nvPr/>
        </p:nvPicPr>
        <p:blipFill rotWithShape="1">
          <a:blip r:embed="rId1"/>
          <a:srcRect/>
          <a:stretch>
            <a:fillRect/>
          </a:stretch>
        </p:blipFill>
        <p:spPr>
          <a:xfrm>
            <a:off x="525145" y="1624965"/>
            <a:ext cx="1600200" cy="1664208"/>
          </a:xfrm>
          <a:prstGeom prst="ellipse">
            <a:avLst/>
          </a:prstGeom>
          <a:noFill/>
          <a:ln>
            <a:noFill/>
          </a:ln>
        </p:spPr>
      </p:pic>
      <p:sp>
        <p:nvSpPr>
          <p:cNvPr id="531" name="Google Shape;531;p48"/>
          <p:cNvSpPr txBox="1"/>
          <p:nvPr/>
        </p:nvSpPr>
        <p:spPr>
          <a:xfrm>
            <a:off x="434877" y="4095832"/>
            <a:ext cx="1659900" cy="818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alt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Bùi Thị Ánh Hương</a:t>
            </a:r>
            <a:br>
              <a:rPr 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br>
            <a:r>
              <a:rPr lang="en-US"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Leader</a:t>
            </a:r>
            <a:endParaRPr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ctr" rtl="0">
              <a:spcBef>
                <a:spcPts val="400"/>
              </a:spcBef>
              <a:spcAft>
                <a:spcPts val="400"/>
              </a:spcAft>
              <a:buNone/>
            </a:pPr>
            <a:r>
              <a:rPr lang="en-US"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19000263</a:t>
            </a:r>
            <a:endParaRPr lang="en-US"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533" name="Google Shape;533;p48"/>
          <p:cNvSpPr txBox="1"/>
          <p:nvPr/>
        </p:nvSpPr>
        <p:spPr>
          <a:xfrm>
            <a:off x="7133590" y="4095115"/>
            <a:ext cx="1659890" cy="818515"/>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alt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Đặng Quang Anh</a:t>
            </a:r>
            <a:br>
              <a:rPr 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br>
            <a:endParaRPr 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ctr" rtl="0">
              <a:spcBef>
                <a:spcPts val="0"/>
              </a:spcBef>
              <a:spcAft>
                <a:spcPts val="0"/>
              </a:spcAft>
              <a:buNone/>
            </a:pPr>
            <a:r>
              <a:rPr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19000243</a:t>
            </a:r>
            <a:endParaRPr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pic>
        <p:nvPicPr>
          <p:cNvPr id="534" name="Google Shape;534;p48" descr="C:\Users\lan\Pictures\Screenshots\Screenshot (595).pngScreenshot (595)"/>
          <p:cNvPicPr preferRelativeResize="0"/>
          <p:nvPr/>
        </p:nvPicPr>
        <p:blipFill rotWithShape="1">
          <a:blip r:embed="rId2"/>
          <a:srcRect/>
          <a:stretch>
            <a:fillRect/>
          </a:stretch>
        </p:blipFill>
        <p:spPr>
          <a:xfrm>
            <a:off x="4904493" y="1625113"/>
            <a:ext cx="1600200" cy="1659900"/>
          </a:xfrm>
          <a:prstGeom prst="ellipse">
            <a:avLst/>
          </a:prstGeom>
          <a:noFill/>
          <a:ln>
            <a:noFill/>
          </a:ln>
        </p:spPr>
      </p:pic>
      <p:sp>
        <p:nvSpPr>
          <p:cNvPr id="535" name="Google Shape;535;p48"/>
          <p:cNvSpPr txBox="1"/>
          <p:nvPr/>
        </p:nvSpPr>
        <p:spPr>
          <a:xfrm>
            <a:off x="4848176" y="4095832"/>
            <a:ext cx="1659900" cy="818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alt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Lê Ngọc Yến Nhi</a:t>
            </a:r>
            <a:br>
              <a:rPr 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br>
            <a:endParaRPr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ctr" rtl="0">
              <a:spcBef>
                <a:spcPts val="400"/>
              </a:spcBef>
              <a:spcAft>
                <a:spcPts val="0"/>
              </a:spcAft>
              <a:buNone/>
            </a:pPr>
            <a:r>
              <a:rPr lang="en-US"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19000283</a:t>
            </a:r>
            <a:endParaRPr>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ctr" rtl="0">
              <a:spcBef>
                <a:spcPts val="400"/>
              </a:spcBef>
              <a:spcAft>
                <a:spcPts val="400"/>
              </a:spcAft>
              <a:buNone/>
            </a:pPr>
            <a:endParaRPr>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pic>
        <p:nvPicPr>
          <p:cNvPr id="536" name="Google Shape;536;p48" descr="C:\Users\lan\Pictures\z2964688515039_2770fe68f62b6a2f3eb7d5fee90661d4 (3).jpgz2964688515039_2770fe68f62b6a2f3eb7d5fee90661d4 (3)"/>
          <p:cNvPicPr preferRelativeResize="0"/>
          <p:nvPr/>
        </p:nvPicPr>
        <p:blipFill rotWithShape="1">
          <a:blip r:embed="rId3"/>
          <a:srcRect/>
          <a:stretch>
            <a:fillRect/>
          </a:stretch>
        </p:blipFill>
        <p:spPr>
          <a:xfrm>
            <a:off x="2590800" y="1624965"/>
            <a:ext cx="1604010" cy="1664208"/>
          </a:xfrm>
          <a:prstGeom prst="ellipse">
            <a:avLst/>
          </a:prstGeom>
          <a:noFill/>
          <a:ln>
            <a:noFill/>
          </a:ln>
        </p:spPr>
      </p:pic>
      <p:sp>
        <p:nvSpPr>
          <p:cNvPr id="537" name="Google Shape;537;p48"/>
          <p:cNvSpPr txBox="1"/>
          <p:nvPr/>
        </p:nvSpPr>
        <p:spPr>
          <a:xfrm>
            <a:off x="2562835" y="4095832"/>
            <a:ext cx="1659900" cy="818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US" alt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Nguyễn Thanh Mai</a:t>
            </a:r>
            <a:br>
              <a:rPr lang="en-GB"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br>
            <a:endParaRPr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ctr" rtl="0">
              <a:spcBef>
                <a:spcPts val="400"/>
              </a:spcBef>
              <a:spcAft>
                <a:spcPts val="400"/>
              </a:spcAft>
              <a:buNone/>
            </a:pPr>
            <a:r>
              <a:rPr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19000357</a:t>
            </a:r>
            <a:endParaRPr sz="16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pic>
        <p:nvPicPr>
          <p:cNvPr id="5" name="Google Shape;536;p48" descr="C:\Users\lan\Pictures\58377159_598012220714743_5514574279615709184_n.jpg58377159_598012220714743_5514574279615709184_n"/>
          <p:cNvPicPr preferRelativeResize="0"/>
          <p:nvPr/>
        </p:nvPicPr>
        <p:blipFill rotWithShape="1">
          <a:blip r:embed="rId4"/>
          <a:srcRect/>
          <a:stretch>
            <a:fillRect/>
          </a:stretch>
        </p:blipFill>
        <p:spPr>
          <a:xfrm>
            <a:off x="7098665" y="1629410"/>
            <a:ext cx="1600200" cy="1659890"/>
          </a:xfrm>
          <a:prstGeom prst="ellipse">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95" name="Shape 395"/>
        <p:cNvGrpSpPr/>
        <p:nvPr/>
      </p:nvGrpSpPr>
      <p:grpSpPr>
        <a:xfrm>
          <a:off x="0" y="0"/>
          <a:ext cx="0" cy="0"/>
          <a:chOff x="0" y="0"/>
          <a:chExt cx="0" cy="0"/>
        </a:xfrm>
      </p:grpSpPr>
      <p:sp>
        <p:nvSpPr>
          <p:cNvPr id="396" name="Google Shape;396;p43"/>
          <p:cNvSpPr txBox="1"/>
          <p:nvPr>
            <p:ph type="title"/>
          </p:nvPr>
        </p:nvSpPr>
        <p:spPr>
          <a:xfrm>
            <a:off x="427200" y="437975"/>
            <a:ext cx="1832400" cy="671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altLang="en-GB" i="0">
                <a:solidFill>
                  <a:schemeClr val="tx1"/>
                </a:solidFill>
                <a:latin typeface="Times New Roman" panose="02020603050405020304" charset="0"/>
                <a:cs typeface="Times New Roman" panose="02020603050405020304" charset="0"/>
              </a:rPr>
              <a:t>Nội Dung</a:t>
            </a:r>
            <a:endParaRPr lang="en-US" altLang="en-GB" i="0">
              <a:solidFill>
                <a:schemeClr val="tx1"/>
              </a:solidFill>
              <a:latin typeface="Times New Roman" panose="02020603050405020304" charset="0"/>
              <a:cs typeface="Times New Roman" panose="02020603050405020304" charset="0"/>
            </a:endParaRPr>
          </a:p>
        </p:txBody>
      </p:sp>
      <p:sp>
        <p:nvSpPr>
          <p:cNvPr id="397" name="Google Shape;397;p43"/>
          <p:cNvSpPr txBox="1"/>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
        <p:nvSpPr>
          <p:cNvPr id="398" name="Google Shape;398;p43"/>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99" name="Google Shape;399;p43"/>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l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grpSp>
        <p:nvGrpSpPr>
          <p:cNvPr id="400" name="Google Shape;400;p43"/>
          <p:cNvGrpSpPr/>
          <p:nvPr/>
        </p:nvGrpSpPr>
        <p:grpSpPr>
          <a:xfrm>
            <a:off x="1786339" y="1703401"/>
            <a:ext cx="473400" cy="473400"/>
            <a:chOff x="1786339" y="1703401"/>
            <a:chExt cx="473400" cy="473400"/>
          </a:xfrm>
        </p:grpSpPr>
        <p:sp>
          <p:nvSpPr>
            <p:cNvPr id="401" name="Google Shape;401;p43"/>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02" name="Google Shape;402;p43"/>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a:t>
              </a:r>
              <a:endParaRPr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grpSp>
      <p:grpSp>
        <p:nvGrpSpPr>
          <p:cNvPr id="403" name="Google Shape;403;p43"/>
          <p:cNvGrpSpPr/>
          <p:nvPr/>
        </p:nvGrpSpPr>
        <p:grpSpPr>
          <a:xfrm>
            <a:off x="3814414" y="1703401"/>
            <a:ext cx="473400" cy="473400"/>
            <a:chOff x="3814414" y="1703401"/>
            <a:chExt cx="473400" cy="473400"/>
          </a:xfrm>
        </p:grpSpPr>
        <p:sp>
          <p:nvSpPr>
            <p:cNvPr id="404" name="Google Shape;404;p43"/>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05" name="Google Shape;405;p43"/>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rPr>
                <a:t>3</a:t>
              </a:r>
              <a:endParaRPr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grpSp>
      <p:grpSp>
        <p:nvGrpSpPr>
          <p:cNvPr id="406" name="Google Shape;406;p43"/>
          <p:cNvGrpSpPr/>
          <p:nvPr/>
        </p:nvGrpSpPr>
        <p:grpSpPr>
          <a:xfrm>
            <a:off x="5842489" y="1703401"/>
            <a:ext cx="473400" cy="473400"/>
            <a:chOff x="5842489" y="1703401"/>
            <a:chExt cx="473400" cy="473400"/>
          </a:xfrm>
        </p:grpSpPr>
        <p:sp>
          <p:nvSpPr>
            <p:cNvPr id="407" name="Google Shape;407;p43"/>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08" name="Google Shape;408;p43"/>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rPr>
                <a:t>5</a:t>
              </a:r>
              <a:endParaRPr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grpSp>
      <p:grpSp>
        <p:nvGrpSpPr>
          <p:cNvPr id="409" name="Google Shape;409;p43"/>
          <p:cNvGrpSpPr/>
          <p:nvPr/>
        </p:nvGrpSpPr>
        <p:grpSpPr>
          <a:xfrm>
            <a:off x="6880814" y="3576300"/>
            <a:ext cx="473400" cy="473400"/>
            <a:chOff x="6880814" y="3576300"/>
            <a:chExt cx="473400" cy="473400"/>
          </a:xfrm>
        </p:grpSpPr>
        <p:sp>
          <p:nvSpPr>
            <p:cNvPr id="410" name="Google Shape;410;p43"/>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11" name="Google Shape;411;p43"/>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rPr>
                <a:t>6</a:t>
              </a:r>
              <a:endParaRPr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grpSp>
      <p:grpSp>
        <p:nvGrpSpPr>
          <p:cNvPr id="412" name="Google Shape;412;p43"/>
          <p:cNvGrpSpPr/>
          <p:nvPr/>
        </p:nvGrpSpPr>
        <p:grpSpPr>
          <a:xfrm>
            <a:off x="4852739" y="3576300"/>
            <a:ext cx="473400" cy="473400"/>
            <a:chOff x="4852739" y="3576300"/>
            <a:chExt cx="473400" cy="473400"/>
          </a:xfrm>
        </p:grpSpPr>
        <p:sp>
          <p:nvSpPr>
            <p:cNvPr id="413" name="Google Shape;413;p43"/>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14" name="Google Shape;414;p43"/>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rPr>
                <a:t>4</a:t>
              </a:r>
              <a:endParaRPr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grpSp>
      <p:grpSp>
        <p:nvGrpSpPr>
          <p:cNvPr id="415" name="Google Shape;415;p43"/>
          <p:cNvGrpSpPr/>
          <p:nvPr/>
        </p:nvGrpSpPr>
        <p:grpSpPr>
          <a:xfrm>
            <a:off x="2824664" y="3576300"/>
            <a:ext cx="473400" cy="473400"/>
            <a:chOff x="2824664" y="3576300"/>
            <a:chExt cx="473400" cy="473400"/>
          </a:xfrm>
        </p:grpSpPr>
        <p:sp>
          <p:nvSpPr>
            <p:cNvPr id="416" name="Google Shape;416;p43"/>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17" name="Google Shape;417;p43"/>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rPr>
                <a:t>2</a:t>
              </a:r>
              <a:endParaRPr sz="600">
                <a:solidFill>
                  <a:schemeClr val="dk2"/>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grpSp>
      <p:sp>
        <p:nvSpPr>
          <p:cNvPr id="418" name="Google Shape;418;p43"/>
          <p:cNvSpPr txBox="1"/>
          <p:nvPr/>
        </p:nvSpPr>
        <p:spPr>
          <a:xfrm>
            <a:off x="1379850" y="11561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US"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Bài toán Marketing</a:t>
            </a:r>
            <a:endParaRPr lang="en-US"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19" name="Google Shape;419;p43"/>
          <p:cNvSpPr txBox="1"/>
          <p:nvPr/>
        </p:nvSpPr>
        <p:spPr>
          <a:xfrm>
            <a:off x="3421380" y="1156335"/>
            <a:ext cx="1509395"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US"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Trực quan hóa dữ liệu</a:t>
            </a:r>
            <a:endParaRPr lang="en-US"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20" name="Google Shape;420;p43"/>
          <p:cNvSpPr txBox="1"/>
          <p:nvPr/>
        </p:nvSpPr>
        <p:spPr>
          <a:xfrm>
            <a:off x="5436010" y="1156100"/>
            <a:ext cx="1286400" cy="533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None/>
            </a:pPr>
            <a:r>
              <a:rPr lang="en-US" altLang="en-GB"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Kiểm tra tương quan</a:t>
            </a:r>
            <a:endParaRPr lang="en-US" altLang="en-GB"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21" name="Google Shape;421;p43"/>
          <p:cNvSpPr txBox="1"/>
          <p:nvPr/>
        </p:nvSpPr>
        <p:spPr>
          <a:xfrm>
            <a:off x="2418175" y="40636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Xử lý dữ liệu</a:t>
            </a:r>
            <a:endParaRPr lang="en-US"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22" name="Google Shape;422;p43"/>
          <p:cNvSpPr txBox="1"/>
          <p:nvPr/>
        </p:nvSpPr>
        <p:spPr>
          <a:xfrm>
            <a:off x="4347210" y="4063365"/>
            <a:ext cx="1471295"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Kiểm tra phân phối chuẩn</a:t>
            </a:r>
            <a:endParaRPr lang="en-US"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423" name="Google Shape;423;p43"/>
          <p:cNvSpPr txBox="1"/>
          <p:nvPr/>
        </p:nvSpPr>
        <p:spPr>
          <a:xfrm>
            <a:off x="6474335" y="4063600"/>
            <a:ext cx="1286400" cy="533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Tổng kết</a:t>
            </a:r>
            <a:endParaRPr lang="en-US" sz="1600" b="1">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8"/>
                                        </p:tgtEl>
                                        <p:attrNameLst>
                                          <p:attrName>style.visibility</p:attrName>
                                        </p:attrNameLst>
                                      </p:cBhvr>
                                      <p:to>
                                        <p:strVal val="visible"/>
                                      </p:to>
                                    </p:set>
                                    <p:anim calcmode="lin" valueType="num">
                                      <p:cBhvr additive="base">
                                        <p:cTn id="7" dur="500"/>
                                        <p:tgtEl>
                                          <p:spTgt spid="418"/>
                                        </p:tgtEl>
                                        <p:attrNameLst>
                                          <p:attrName>ppt_y</p:attrName>
                                        </p:attrNameLst>
                                      </p:cBhvr>
                                      <p:tavLst>
                                        <p:tav tm="0">
                                          <p:val>
                                            <p:strVal val="#ppt_y+#ppt_h*1.125000"/>
                                          </p:val>
                                        </p:tav>
                                        <p:tav tm="100000">
                                          <p:val>
                                            <p:strVal val="#ppt_y"/>
                                          </p:val>
                                        </p:tav>
                                      </p:tavLst>
                                    </p:anim>
                                    <p:animEffect transition="in" filter="wipe(up)">
                                      <p:cBhvr>
                                        <p:cTn id="8" dur="500"/>
                                        <p:tgtEl>
                                          <p:spTgt spid="418"/>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21"/>
                                        </p:tgtEl>
                                        <p:attrNameLst>
                                          <p:attrName>style.visibility</p:attrName>
                                        </p:attrNameLst>
                                      </p:cBhvr>
                                      <p:to>
                                        <p:strVal val="visible"/>
                                      </p:to>
                                    </p:set>
                                    <p:anim calcmode="lin" valueType="num">
                                      <p:cBhvr additive="base">
                                        <p:cTn id="13" dur="500"/>
                                        <p:tgtEl>
                                          <p:spTgt spid="421"/>
                                        </p:tgtEl>
                                        <p:attrNameLst>
                                          <p:attrName>ppt_y</p:attrName>
                                        </p:attrNameLst>
                                      </p:cBhvr>
                                      <p:tavLst>
                                        <p:tav tm="0">
                                          <p:val>
                                            <p:strVal val="#ppt_y+#ppt_h*1.125000"/>
                                          </p:val>
                                        </p:tav>
                                        <p:tav tm="100000">
                                          <p:val>
                                            <p:strVal val="#ppt_y"/>
                                          </p:val>
                                        </p:tav>
                                      </p:tavLst>
                                    </p:anim>
                                    <p:animEffect transition="in" filter="wipe(up)">
                                      <p:cBhvr>
                                        <p:cTn id="14" dur="500"/>
                                        <p:tgtEl>
                                          <p:spTgt spid="421"/>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9"/>
                                        </p:tgtEl>
                                        <p:attrNameLst>
                                          <p:attrName>style.visibility</p:attrName>
                                        </p:attrNameLst>
                                      </p:cBhvr>
                                      <p:to>
                                        <p:strVal val="visible"/>
                                      </p:to>
                                    </p:set>
                                    <p:anim calcmode="lin" valueType="num">
                                      <p:cBhvr additive="base">
                                        <p:cTn id="19" dur="500"/>
                                        <p:tgtEl>
                                          <p:spTgt spid="419"/>
                                        </p:tgtEl>
                                        <p:attrNameLst>
                                          <p:attrName>ppt_y</p:attrName>
                                        </p:attrNameLst>
                                      </p:cBhvr>
                                      <p:tavLst>
                                        <p:tav tm="0">
                                          <p:val>
                                            <p:strVal val="#ppt_y+#ppt_h*1.125000"/>
                                          </p:val>
                                        </p:tav>
                                        <p:tav tm="100000">
                                          <p:val>
                                            <p:strVal val="#ppt_y"/>
                                          </p:val>
                                        </p:tav>
                                      </p:tavLst>
                                    </p:anim>
                                    <p:animEffect transition="in" filter="wipe(up)">
                                      <p:cBhvr>
                                        <p:cTn id="20" dur="500"/>
                                        <p:tgtEl>
                                          <p:spTgt spid="419"/>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22"/>
                                        </p:tgtEl>
                                        <p:attrNameLst>
                                          <p:attrName>style.visibility</p:attrName>
                                        </p:attrNameLst>
                                      </p:cBhvr>
                                      <p:to>
                                        <p:strVal val="visible"/>
                                      </p:to>
                                    </p:set>
                                    <p:anim calcmode="lin" valueType="num">
                                      <p:cBhvr additive="base">
                                        <p:cTn id="25" dur="500"/>
                                        <p:tgtEl>
                                          <p:spTgt spid="422"/>
                                        </p:tgtEl>
                                        <p:attrNameLst>
                                          <p:attrName>ppt_y</p:attrName>
                                        </p:attrNameLst>
                                      </p:cBhvr>
                                      <p:tavLst>
                                        <p:tav tm="0">
                                          <p:val>
                                            <p:strVal val="#ppt_y+#ppt_h*1.125000"/>
                                          </p:val>
                                        </p:tav>
                                        <p:tav tm="100000">
                                          <p:val>
                                            <p:strVal val="#ppt_y"/>
                                          </p:val>
                                        </p:tav>
                                      </p:tavLst>
                                    </p:anim>
                                    <p:animEffect transition="in" filter="wipe(up)">
                                      <p:cBhvr>
                                        <p:cTn id="26" dur="500"/>
                                        <p:tgtEl>
                                          <p:spTgt spid="422"/>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20"/>
                                        </p:tgtEl>
                                        <p:attrNameLst>
                                          <p:attrName>style.visibility</p:attrName>
                                        </p:attrNameLst>
                                      </p:cBhvr>
                                      <p:to>
                                        <p:strVal val="visible"/>
                                      </p:to>
                                    </p:set>
                                    <p:anim calcmode="lin" valueType="num">
                                      <p:cBhvr additive="base">
                                        <p:cTn id="31" dur="500"/>
                                        <p:tgtEl>
                                          <p:spTgt spid="420"/>
                                        </p:tgtEl>
                                        <p:attrNameLst>
                                          <p:attrName>ppt_y</p:attrName>
                                        </p:attrNameLst>
                                      </p:cBhvr>
                                      <p:tavLst>
                                        <p:tav tm="0">
                                          <p:val>
                                            <p:strVal val="#ppt_y+#ppt_h*1.125000"/>
                                          </p:val>
                                        </p:tav>
                                        <p:tav tm="100000">
                                          <p:val>
                                            <p:strVal val="#ppt_y"/>
                                          </p:val>
                                        </p:tav>
                                      </p:tavLst>
                                    </p:anim>
                                    <p:animEffect transition="in" filter="wipe(up)">
                                      <p:cBhvr>
                                        <p:cTn id="32" dur="500"/>
                                        <p:tgtEl>
                                          <p:spTgt spid="42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23"/>
                                        </p:tgtEl>
                                        <p:attrNameLst>
                                          <p:attrName>style.visibility</p:attrName>
                                        </p:attrNameLst>
                                      </p:cBhvr>
                                      <p:to>
                                        <p:strVal val="visible"/>
                                      </p:to>
                                    </p:set>
                                    <p:anim calcmode="lin" valueType="num">
                                      <p:cBhvr additive="base">
                                        <p:cTn id="37" dur="500"/>
                                        <p:tgtEl>
                                          <p:spTgt spid="423"/>
                                        </p:tgtEl>
                                        <p:attrNameLst>
                                          <p:attrName>ppt_y</p:attrName>
                                        </p:attrNameLst>
                                      </p:cBhvr>
                                      <p:tavLst>
                                        <p:tav tm="0">
                                          <p:val>
                                            <p:strVal val="#ppt_y+#ppt_h*1.125000"/>
                                          </p:val>
                                        </p:tav>
                                        <p:tav tm="100000">
                                          <p:val>
                                            <p:strVal val="#ppt_y"/>
                                          </p:val>
                                        </p:tav>
                                      </p:tavLst>
                                    </p:anim>
                                    <p:animEffect transition="in" filter="wipe(up)">
                                      <p:cBhvr>
                                        <p:cTn id="38" dur="500"/>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 grpId="0"/>
      <p:bldP spid="418" grpId="1"/>
      <p:bldP spid="421" grpId="0"/>
      <p:bldP spid="421" grpId="1"/>
      <p:bldP spid="419" grpId="0"/>
      <p:bldP spid="419" grpId="1"/>
      <p:bldP spid="422" grpId="0"/>
      <p:bldP spid="422" grpId="1"/>
      <p:bldP spid="420" grpId="0"/>
      <p:bldP spid="420" grpId="1"/>
      <p:bldP spid="423" grpId="0"/>
      <p:bldP spid="4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19"/>
          <p:cNvSpPr txBox="1"/>
          <p:nvPr>
            <p:ph type="ctrTitle"/>
          </p:nvPr>
        </p:nvSpPr>
        <p:spPr>
          <a:xfrm>
            <a:off x="2743200" y="1746885"/>
            <a:ext cx="3599180" cy="115951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latin typeface="Times New Roman" panose="02020603050405020304" charset="0"/>
                <a:cs typeface="Times New Roman" panose="02020603050405020304" charset="0"/>
              </a:rPr>
              <a:t>Bài toán Marketing</a:t>
            </a:r>
            <a:endParaRPr lang="en-US" altLang="en-GB">
              <a:latin typeface="Times New Roman" panose="02020603050405020304" charset="0"/>
              <a:cs typeface="Times New Roman" panose="02020603050405020304" charset="0"/>
            </a:endParaRPr>
          </a:p>
        </p:txBody>
      </p:sp>
      <p:sp>
        <p:nvSpPr>
          <p:cNvPr id="121" name="Google Shape;121;p19"/>
          <p:cNvSpPr txBox="1"/>
          <p:nvPr>
            <p:ph type="ctrTitle"/>
          </p:nvPr>
        </p:nvSpPr>
        <p:spPr>
          <a:xfrm>
            <a:off x="2404575" y="893524"/>
            <a:ext cx="4335000" cy="68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en-GB" sz="4800" i="0">
                <a:solidFill>
                  <a:schemeClr val="accent1"/>
                </a:solidFill>
                <a:latin typeface="Times New Roman" panose="02020603050405020304" charset="0"/>
                <a:cs typeface="Times New Roman" panose="02020603050405020304" charset="0"/>
              </a:rPr>
              <a:t>1</a:t>
            </a:r>
            <a:endParaRPr lang="en-US" altLang="en-GB" sz="4800" i="0">
              <a:solidFill>
                <a:schemeClr val="accent1"/>
              </a:solidFill>
              <a:latin typeface="Times New Roman" panose="02020603050405020304" charset="0"/>
              <a:cs typeface="Times New Roman" panose="02020603050405020304" charset="0"/>
            </a:endParaRPr>
          </a:p>
        </p:txBody>
      </p:sp>
      <p:sp>
        <p:nvSpPr>
          <p:cNvPr id="122" name="Google Shape;122;p19"/>
          <p:cNvSpPr txBox="1"/>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347" name="Google Shape;347;p41"/>
          <p:cNvSpPr txBox="1"/>
          <p:nvPr>
            <p:ph type="subTitle" idx="1"/>
          </p:nvPr>
        </p:nvSpPr>
        <p:spPr>
          <a:xfrm>
            <a:off x="2166620" y="3105150"/>
            <a:ext cx="4811395" cy="784860"/>
          </a:xfrm>
          <a:prstGeom prst="rect">
            <a:avLst/>
          </a:prstGeom>
        </p:spPr>
        <p:txBody>
          <a:bodyPr spcFirstLastPara="1" wrap="square" lIns="91425" tIns="91425" rIns="91425" bIns="91425" anchor="ctr" anchorCtr="0">
            <a:noAutofit/>
          </a:bodyPr>
          <a:p>
            <a:pPr marL="0" lvl="0" indent="0" algn="ctr" rtl="0">
              <a:spcBef>
                <a:spcPts val="0"/>
              </a:spcBef>
              <a:spcAft>
                <a:spcPts val="0"/>
              </a:spcAft>
              <a:buNone/>
            </a:pPr>
            <a:r>
              <a:rPr lang="en-US" altLang="en-GB">
                <a:latin typeface="Times New Roman" panose="02020603050405020304" charset="0"/>
                <a:cs typeface="Times New Roman" panose="02020603050405020304" charset="0"/>
              </a:rPr>
              <a:t>Marketing, Lịch sử phát triển của Marketing, Data Driven Marketing</a:t>
            </a:r>
            <a:endParaRPr lang="en-US" altLang="en-GB">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anim calcmode="lin" valueType="num">
                                      <p:cBhvr additive="base">
                                        <p:cTn id="7" dur="500" fill="hold"/>
                                        <p:tgtEl>
                                          <p:spTgt spid="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0" build="p"/>
      <p:bldP spid="347"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p:nvPr>
        </p:nvSpPr>
        <p:spPr>
          <a:xfrm>
            <a:off x="1052325" y="757150"/>
            <a:ext cx="2686200" cy="87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t>Marketing là gì?</a:t>
            </a:r>
            <a:endParaRPr lang="en-US" altLang="en-GB"/>
          </a:p>
        </p:txBody>
      </p:sp>
      <p:sp>
        <p:nvSpPr>
          <p:cNvPr id="170" name="Google Shape;170;p25"/>
          <p:cNvSpPr txBox="1">
            <a:spLocks noGrp="1"/>
          </p:cNvSpPr>
          <p:nvPr>
            <p:ph type="body" idx="1"/>
          </p:nvPr>
        </p:nvSpPr>
        <p:spPr>
          <a:xfrm>
            <a:off x="1052400" y="1577225"/>
            <a:ext cx="2686200" cy="2622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GB"/>
              <a:t>" Marketing là nghệ thuật tạo ra giá trị, truyền thông và phân phối những giá trị đó nhằm thỏa mãn vấn đề của khách hàng mục tiêu để đem lại lợi nhuận tối ưu của doanh nghiệp "</a:t>
            </a:r>
            <a:endParaRPr lang="en-GB"/>
          </a:p>
        </p:txBody>
      </p:sp>
      <p:pic>
        <p:nvPicPr>
          <p:cNvPr id="171" name="Google Shape;171;p25" descr="C:\Users\lan\Pictures\khai-niem-marketing-la-gi.jpgkhai-niem-marketing-la-gi"/>
          <p:cNvPicPr preferRelativeResize="0"/>
          <p:nvPr/>
        </p:nvPicPr>
        <p:blipFill rotWithShape="1">
          <a:blip r:embed="rId1"/>
          <a:srcRect/>
          <a:stretch>
            <a:fillRect/>
          </a:stretch>
        </p:blipFill>
        <p:spPr>
          <a:xfrm>
            <a:off x="3886200" y="999490"/>
            <a:ext cx="4350385" cy="3143885"/>
          </a:xfrm>
          <a:prstGeom prst="rect">
            <a:avLst/>
          </a:prstGeom>
          <a:noFill/>
          <a:ln>
            <a:noFill/>
          </a:ln>
        </p:spPr>
      </p:pic>
      <p:sp>
        <p:nvSpPr>
          <p:cNvPr id="172" name="Google Shape;172;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6"/>
        <p:cNvGrpSpPr/>
        <p:nvPr/>
      </p:nvGrpSpPr>
      <p:grpSpPr>
        <a:xfrm>
          <a:off x="0" y="0"/>
          <a:ext cx="0" cy="0"/>
          <a:chOff x="0" y="0"/>
          <a:chExt cx="0" cy="0"/>
        </a:xfrm>
      </p:grpSpPr>
      <p:sp>
        <p:nvSpPr>
          <p:cNvPr id="177" name="Google Shape;177;p26"/>
          <p:cNvSpPr/>
          <p:nvPr/>
        </p:nvSpPr>
        <p:spPr>
          <a:xfrm>
            <a:off x="351155" y="341630"/>
            <a:ext cx="8399780" cy="4461510"/>
          </a:xfrm>
          <a:prstGeom prst="rect">
            <a:avLst/>
          </a:prstGeom>
          <a:blipFill rotWithShape="1">
            <a:blip r:embed="rId2"/>
            <a:stretch>
              <a:fillRect/>
            </a:stretch>
          </a:blip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ctr" rtl="0">
              <a:spcBef>
                <a:spcPts val="600"/>
              </a:spcBef>
              <a:spcAft>
                <a:spcPts val="0"/>
              </a:spcAft>
              <a:buNone/>
            </a:pPr>
            <a:endParaRPr sz="1800" b="1" i="1">
              <a:solidFill>
                <a:srgbClr val="4D4A56"/>
              </a:solidFill>
              <a:latin typeface="Courant" panose="02000509030000020004" charset="0"/>
              <a:ea typeface="Courant" panose="02000509030000020004" charset="0"/>
              <a:cs typeface="Courant" panose="02000509030000020004" charset="0"/>
              <a:sym typeface="Courant" panose="02000509030000020004" charset="0"/>
            </a:endParaRPr>
          </a:p>
        </p:txBody>
      </p:sp>
      <p:sp>
        <p:nvSpPr>
          <p:cNvPr id="178" name="Google Shape;178;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solidFill>
                  <a:srgbClr val="FFFFFF"/>
                </a:solidFill>
              </a:rPr>
            </a:fld>
            <a:endParaRPr>
              <a:solidFill>
                <a:srgbClr val="FFFFFF"/>
              </a:solidFill>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1"/>
          <p:cNvSpPr txBox="1">
            <a:spLocks noGrp="1"/>
          </p:cNvSpPr>
          <p:nvPr>
            <p:ph type="ctrTitle" idx="4294967295"/>
          </p:nvPr>
        </p:nvSpPr>
        <p:spPr>
          <a:xfrm>
            <a:off x="685800" y="648000"/>
            <a:ext cx="7772400" cy="89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6000">
                <a:solidFill>
                  <a:schemeClr val="accent1"/>
                </a:solidFill>
              </a:rPr>
              <a:t>40%</a:t>
            </a:r>
            <a:endParaRPr lang="en-US" sz="6000">
              <a:solidFill>
                <a:schemeClr val="accent1"/>
              </a:solidFill>
            </a:endParaRPr>
          </a:p>
        </p:txBody>
      </p:sp>
      <p:sp>
        <p:nvSpPr>
          <p:cNvPr id="227" name="Google Shape;227;p31"/>
          <p:cNvSpPr txBox="1">
            <a:spLocks noGrp="1"/>
          </p:cNvSpPr>
          <p:nvPr>
            <p:ph type="subTitle" idx="4294967295"/>
          </p:nvPr>
        </p:nvSpPr>
        <p:spPr>
          <a:xfrm>
            <a:off x="685800" y="1258909"/>
            <a:ext cx="7772400" cy="4632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US" sz="1800">
                <a:solidFill>
                  <a:srgbClr val="FFFFFF"/>
                </a:solidFill>
              </a:rPr>
              <a:t>organizations </a:t>
            </a:r>
            <a:endParaRPr lang="en-US" sz="1800">
              <a:solidFill>
                <a:srgbClr val="FFFFFF"/>
              </a:solidFill>
            </a:endParaRPr>
          </a:p>
        </p:txBody>
      </p:sp>
      <p:sp>
        <p:nvSpPr>
          <p:cNvPr id="228" name="Google Shape;228;p31"/>
          <p:cNvSpPr txBox="1">
            <a:spLocks noGrp="1"/>
          </p:cNvSpPr>
          <p:nvPr>
            <p:ph type="ctrTitle" idx="4294967295"/>
          </p:nvPr>
        </p:nvSpPr>
        <p:spPr>
          <a:xfrm>
            <a:off x="685800" y="3276900"/>
            <a:ext cx="7772400" cy="89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6000">
                <a:solidFill>
                  <a:schemeClr val="accent1"/>
                </a:solidFill>
              </a:rPr>
              <a:t>52,7%</a:t>
            </a:r>
            <a:endParaRPr lang="en-US" sz="6000">
              <a:solidFill>
                <a:schemeClr val="accent1"/>
              </a:solidFill>
            </a:endParaRPr>
          </a:p>
        </p:txBody>
      </p:sp>
      <p:sp>
        <p:nvSpPr>
          <p:cNvPr id="229" name="Google Shape;229;p31"/>
          <p:cNvSpPr txBox="1">
            <a:spLocks noGrp="1"/>
          </p:cNvSpPr>
          <p:nvPr>
            <p:ph type="subTitle" idx="4294967295"/>
          </p:nvPr>
        </p:nvSpPr>
        <p:spPr>
          <a:xfrm>
            <a:off x="685800" y="3887809"/>
            <a:ext cx="7772400" cy="4632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sz="1800">
                <a:solidFill>
                  <a:srgbClr val="FFFFFF"/>
                </a:solidFill>
              </a:rPr>
              <a:t>the use of analytics in marketing</a:t>
            </a:r>
            <a:endParaRPr sz="1800">
              <a:solidFill>
                <a:srgbClr val="FFFFFF"/>
              </a:solidFill>
            </a:endParaRPr>
          </a:p>
        </p:txBody>
      </p:sp>
      <p:sp>
        <p:nvSpPr>
          <p:cNvPr id="230" name="Google Shape;230;p31"/>
          <p:cNvSpPr txBox="1">
            <a:spLocks noGrp="1"/>
          </p:cNvSpPr>
          <p:nvPr>
            <p:ph type="ctrTitle" idx="4294967295"/>
          </p:nvPr>
        </p:nvSpPr>
        <p:spPr>
          <a:xfrm>
            <a:off x="685800" y="1962450"/>
            <a:ext cx="7772400" cy="894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6000">
                <a:solidFill>
                  <a:schemeClr val="accent1"/>
                </a:solidFill>
              </a:rPr>
              <a:t>64% &amp; 76%</a:t>
            </a:r>
            <a:endParaRPr lang="en-US" sz="6000">
              <a:solidFill>
                <a:schemeClr val="accent1"/>
              </a:solidFill>
            </a:endParaRPr>
          </a:p>
        </p:txBody>
      </p:sp>
      <p:sp>
        <p:nvSpPr>
          <p:cNvPr id="231" name="Google Shape;231;p31"/>
          <p:cNvSpPr txBox="1">
            <a:spLocks noGrp="1"/>
          </p:cNvSpPr>
          <p:nvPr>
            <p:ph type="subTitle" idx="4294967295"/>
          </p:nvPr>
        </p:nvSpPr>
        <p:spPr>
          <a:xfrm>
            <a:off x="685800" y="2573359"/>
            <a:ext cx="7772400" cy="4632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US" sz="1800">
                <a:solidFill>
                  <a:srgbClr val="FFFFFF"/>
                </a:solidFill>
              </a:rPr>
              <a:t>Leaders</a:t>
            </a:r>
            <a:endParaRPr lang="en-US" sz="1800">
              <a:solidFill>
                <a:srgbClr val="FFFFFF"/>
              </a:solidFill>
            </a:endParaRPr>
          </a:p>
        </p:txBody>
      </p:sp>
      <p:sp>
        <p:nvSpPr>
          <p:cNvPr id="232" name="Google Shape;232;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blinds(horizontal)">
                                      <p:cBhvr>
                                        <p:cTn id="7" dur="500"/>
                                        <p:tgtEl>
                                          <p:spTgt spid="2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7">
                                            <p:txEl>
                                              <p:pRg st="0" end="0"/>
                                            </p:txEl>
                                          </p:spTgt>
                                        </p:tgtEl>
                                        <p:attrNameLst>
                                          <p:attrName>style.visibility</p:attrName>
                                        </p:attrNameLst>
                                      </p:cBhvr>
                                      <p:to>
                                        <p:strVal val="visible"/>
                                      </p:to>
                                    </p:set>
                                    <p:animEffect transition="in" filter="blinds(horizontal)">
                                      <p:cBhvr>
                                        <p:cTn id="12" dur="500"/>
                                        <p:tgtEl>
                                          <p:spTgt spid="2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0"/>
                                        </p:tgtEl>
                                        <p:attrNameLst>
                                          <p:attrName>style.visibility</p:attrName>
                                        </p:attrNameLst>
                                      </p:cBhvr>
                                      <p:to>
                                        <p:strVal val="visible"/>
                                      </p:to>
                                    </p:set>
                                    <p:animEffect transition="in" filter="blinds(horizontal)">
                                      <p:cBhvr>
                                        <p:cTn id="17" dur="500"/>
                                        <p:tgtEl>
                                          <p:spTgt spid="23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1">
                                            <p:txEl>
                                              <p:pRg st="0" end="0"/>
                                            </p:txEl>
                                          </p:spTgt>
                                        </p:tgtEl>
                                        <p:attrNameLst>
                                          <p:attrName>style.visibility</p:attrName>
                                        </p:attrNameLst>
                                      </p:cBhvr>
                                      <p:to>
                                        <p:strVal val="visible"/>
                                      </p:to>
                                    </p:set>
                                    <p:animEffect transition="in" filter="blinds(horizontal)">
                                      <p:cBhvr>
                                        <p:cTn id="22" dur="500"/>
                                        <p:tgtEl>
                                          <p:spTgt spid="23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8"/>
                                        </p:tgtEl>
                                        <p:attrNameLst>
                                          <p:attrName>style.visibility</p:attrName>
                                        </p:attrNameLst>
                                      </p:cBhvr>
                                      <p:to>
                                        <p:strVal val="visible"/>
                                      </p:to>
                                    </p:set>
                                    <p:animEffect transition="in" filter="blinds(horizontal)">
                                      <p:cBhvr>
                                        <p:cTn id="27" dur="500"/>
                                        <p:tgtEl>
                                          <p:spTgt spid="2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9">
                                            <p:txEl>
                                              <p:pRg st="0" end="0"/>
                                            </p:txEl>
                                          </p:spTgt>
                                        </p:tgtEl>
                                        <p:attrNameLst>
                                          <p:attrName>style.visibility</p:attrName>
                                        </p:attrNameLst>
                                      </p:cBhvr>
                                      <p:to>
                                        <p:strVal val="visible"/>
                                      </p:to>
                                    </p:set>
                                    <p:animEffect transition="in" filter="blinds(horizontal)">
                                      <p:cBhvr>
                                        <p:cTn id="32" dur="500"/>
                                        <p:tgtEl>
                                          <p:spTgt spid="2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p:bldP spid="226" grpId="1"/>
      <p:bldP spid="227" grpId="0" build="p"/>
      <p:bldP spid="227" grpId="1" build="p"/>
      <p:bldP spid="230" grpId="0"/>
      <p:bldP spid="230" grpId="1"/>
      <p:bldP spid="231" grpId="0" build="p"/>
      <p:bldP spid="231" grpId="1" build="p"/>
      <p:bldP spid="228" grpId="0"/>
      <p:bldP spid="228" grpId="1"/>
      <p:bldP spid="229" grpId="0" build="p"/>
      <p:bldP spid="229"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body" idx="1"/>
          </p:nvPr>
        </p:nvSpPr>
        <p:spPr>
          <a:xfrm>
            <a:off x="2438400" y="2419350"/>
            <a:ext cx="1922145" cy="408305"/>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altLang="en-GB" sz="4000">
                <a:solidFill>
                  <a:schemeClr val="tx1"/>
                </a:solidFill>
                <a:effectLst>
                  <a:outerShdw blurRad="38100" dist="19050" dir="2700000" algn="tl" rotWithShape="0">
                    <a:schemeClr val="dk1">
                      <a:alpha val="40000"/>
                    </a:schemeClr>
                  </a:outerShdw>
                </a:effectLst>
              </a:rPr>
              <a:t>DATA </a:t>
            </a:r>
            <a:endParaRPr lang="en-US" altLang="en-GB" sz="4000">
              <a:solidFill>
                <a:schemeClr val="tx1"/>
              </a:solidFill>
              <a:effectLst>
                <a:outerShdw blurRad="38100" dist="19050" dir="2700000" algn="tl" rotWithShape="0">
                  <a:schemeClr val="dk1">
                    <a:alpha val="40000"/>
                  </a:schemeClr>
                </a:outerShdw>
              </a:effectLst>
            </a:endParaRPr>
          </a:p>
        </p:txBody>
      </p:sp>
      <p:sp>
        <p:nvSpPr>
          <p:cNvPr id="128" name="Google Shape;128;p20"/>
          <p:cNvSpPr txBox="1">
            <a:spLocks noGrp="1"/>
          </p:cNvSpPr>
          <p:nvPr>
            <p:ph type="sldNum" idx="12"/>
          </p:nvPr>
        </p:nvSpPr>
        <p:spPr>
          <a:xfrm>
            <a:off x="4297650" y="4749851"/>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GB"/>
            </a:fld>
            <a:endParaRPr lang="en-GB"/>
          </a:p>
        </p:txBody>
      </p:sp>
      <p:sp>
        <p:nvSpPr>
          <p:cNvPr id="2" name="Text Box 1"/>
          <p:cNvSpPr txBox="1"/>
          <p:nvPr/>
        </p:nvSpPr>
        <p:spPr>
          <a:xfrm>
            <a:off x="4191000" y="2270125"/>
            <a:ext cx="2791460" cy="706755"/>
          </a:xfrm>
          <a:prstGeom prst="rect">
            <a:avLst/>
          </a:prstGeom>
          <a:noFill/>
        </p:spPr>
        <p:txBody>
          <a:bodyPr wrap="square" rtlCol="0">
            <a:spAutoFit/>
            <a:scene3d>
              <a:camera prst="orthographicFront"/>
              <a:lightRig rig="threePt" dir="t"/>
            </a:scene3d>
          </a:bodyPr>
          <a:p>
            <a:pPr marL="0" lvl="0" indent="0" algn="ctr" rtl="0">
              <a:spcBef>
                <a:spcPts val="600"/>
              </a:spcBef>
              <a:spcAft>
                <a:spcPts val="0"/>
              </a:spcAft>
              <a:buNone/>
            </a:pPr>
            <a:r>
              <a:rPr lang="en-US" altLang="en-GB" sz="4000" b="1" i="1">
                <a:solidFill>
                  <a:schemeClr val="tx1"/>
                </a:solidFill>
                <a:effectLst>
                  <a:outerShdw blurRad="38100" dist="19050" dir="2700000" algn="tl" rotWithShape="0">
                    <a:schemeClr val="dk1">
                      <a:alpha val="40000"/>
                    </a:schemeClr>
                  </a:outerShdw>
                </a:effectLst>
                <a:latin typeface="Courant" panose="02000509030000020004" charset="0"/>
                <a:cs typeface="Courant" panose="02000509030000020004" charset="0"/>
                <a:sym typeface="+mn-ea"/>
              </a:rPr>
              <a:t>ANALYSIS </a:t>
            </a:r>
            <a:endParaRPr lang="en-US" altLang="en-GB" sz="4000" b="1" i="1">
              <a:solidFill>
                <a:schemeClr val="tx1"/>
              </a:solidFill>
              <a:effectLst>
                <a:outerShdw blurRad="38100" dist="19050" dir="2700000" algn="tl" rotWithShape="0">
                  <a:schemeClr val="dk1">
                    <a:alpha val="40000"/>
                  </a:schemeClr>
                </a:outerShdw>
              </a:effectLst>
              <a:latin typeface="Courant" panose="02000509030000020004" charset="0"/>
              <a:cs typeface="Courant" panose="02000509030000020004"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animEffect transition="in" filter="wipe(down)">
                                      <p:cBhvr>
                                        <p:cTn id="7" dur="580">
                                          <p:stCondLst>
                                            <p:cond delay="0"/>
                                          </p:stCondLst>
                                        </p:cTn>
                                        <p:tgtEl>
                                          <p:spTgt spid="127">
                                            <p:txEl>
                                              <p:pRg st="0" end="0"/>
                                            </p:txEl>
                                          </p:spTgt>
                                        </p:tgtEl>
                                      </p:cBhvr>
                                    </p:animEffect>
                                    <p:anim calcmode="lin" valueType="num">
                                      <p:cBhvr>
                                        <p:cTn id="8" dur="1822" tmFilter="0,0; 0.14,0.36; 0.43,0.73; 0.71,0.91; 1.0,1.0">
                                          <p:stCondLst>
                                            <p:cond delay="0"/>
                                          </p:stCondLst>
                                        </p:cTn>
                                        <p:tgtEl>
                                          <p:spTgt spid="127">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7">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7">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7">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7">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27">
                                            <p:txEl>
                                              <p:pRg st="0" end="0"/>
                                            </p:txEl>
                                          </p:spTgt>
                                        </p:tgtEl>
                                      </p:cBhvr>
                                      <p:to x="100000" y="60000"/>
                                    </p:animScale>
                                    <p:animScale>
                                      <p:cBhvr>
                                        <p:cTn id="14" dur="166" decel="50000">
                                          <p:stCondLst>
                                            <p:cond delay="676"/>
                                          </p:stCondLst>
                                        </p:cTn>
                                        <p:tgtEl>
                                          <p:spTgt spid="127">
                                            <p:txEl>
                                              <p:pRg st="0" end="0"/>
                                            </p:txEl>
                                          </p:spTgt>
                                        </p:tgtEl>
                                      </p:cBhvr>
                                      <p:to x="100000" y="100000"/>
                                    </p:animScale>
                                    <p:animScale>
                                      <p:cBhvr>
                                        <p:cTn id="15" dur="26">
                                          <p:stCondLst>
                                            <p:cond delay="1312"/>
                                          </p:stCondLst>
                                        </p:cTn>
                                        <p:tgtEl>
                                          <p:spTgt spid="127">
                                            <p:txEl>
                                              <p:pRg st="0" end="0"/>
                                            </p:txEl>
                                          </p:spTgt>
                                        </p:tgtEl>
                                      </p:cBhvr>
                                      <p:to x="100000" y="80000"/>
                                    </p:animScale>
                                    <p:animScale>
                                      <p:cBhvr>
                                        <p:cTn id="16" dur="166" decel="50000">
                                          <p:stCondLst>
                                            <p:cond delay="1338"/>
                                          </p:stCondLst>
                                        </p:cTn>
                                        <p:tgtEl>
                                          <p:spTgt spid="127">
                                            <p:txEl>
                                              <p:pRg st="0" end="0"/>
                                            </p:txEl>
                                          </p:spTgt>
                                        </p:tgtEl>
                                      </p:cBhvr>
                                      <p:to x="100000" y="100000"/>
                                    </p:animScale>
                                    <p:animScale>
                                      <p:cBhvr>
                                        <p:cTn id="17" dur="26">
                                          <p:stCondLst>
                                            <p:cond delay="1642"/>
                                          </p:stCondLst>
                                        </p:cTn>
                                        <p:tgtEl>
                                          <p:spTgt spid="127">
                                            <p:txEl>
                                              <p:pRg st="0" end="0"/>
                                            </p:txEl>
                                          </p:spTgt>
                                        </p:tgtEl>
                                      </p:cBhvr>
                                      <p:to x="100000" y="90000"/>
                                    </p:animScale>
                                    <p:animScale>
                                      <p:cBhvr>
                                        <p:cTn id="18" dur="166" decel="50000">
                                          <p:stCondLst>
                                            <p:cond delay="1668"/>
                                          </p:stCondLst>
                                        </p:cTn>
                                        <p:tgtEl>
                                          <p:spTgt spid="127">
                                            <p:txEl>
                                              <p:pRg st="0" end="0"/>
                                            </p:txEl>
                                          </p:spTgt>
                                        </p:tgtEl>
                                      </p:cBhvr>
                                      <p:to x="100000" y="100000"/>
                                    </p:animScale>
                                    <p:animScale>
                                      <p:cBhvr>
                                        <p:cTn id="19" dur="26">
                                          <p:stCondLst>
                                            <p:cond delay="1808"/>
                                          </p:stCondLst>
                                        </p:cTn>
                                        <p:tgtEl>
                                          <p:spTgt spid="127">
                                            <p:txEl>
                                              <p:pRg st="0" end="0"/>
                                            </p:txEl>
                                          </p:spTgt>
                                        </p:tgtEl>
                                      </p:cBhvr>
                                      <p:to x="100000" y="95000"/>
                                    </p:animScale>
                                    <p:animScale>
                                      <p:cBhvr>
                                        <p:cTn id="20" dur="166" decel="50000">
                                          <p:stCondLst>
                                            <p:cond delay="1834"/>
                                          </p:stCondLst>
                                        </p:cTn>
                                        <p:tgtEl>
                                          <p:spTgt spid="127">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build="p"/>
      <p:bldP spid="127" grpId="1" build="p"/>
      <p:bldP spid="2" grpId="0"/>
      <p:bldP spid="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45" name="Shape 345"/>
        <p:cNvGrpSpPr/>
        <p:nvPr/>
      </p:nvGrpSpPr>
      <p:grpSpPr>
        <a:xfrm>
          <a:off x="0" y="0"/>
          <a:ext cx="0" cy="0"/>
          <a:chOff x="0" y="0"/>
          <a:chExt cx="0" cy="0"/>
        </a:xfrm>
      </p:grpSpPr>
      <p:sp>
        <p:nvSpPr>
          <p:cNvPr id="346" name="Google Shape;346;p41"/>
          <p:cNvSpPr txBox="1"/>
          <p:nvPr>
            <p:ph type="ctrTitle"/>
          </p:nvPr>
        </p:nvSpPr>
        <p:spPr>
          <a:xfrm>
            <a:off x="2405380" y="1581150"/>
            <a:ext cx="4335145" cy="9753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latin typeface="Times New Roman" panose="02020603050405020304" charset="0"/>
                <a:cs typeface="Times New Roman" panose="02020603050405020304" charset="0"/>
              </a:rPr>
              <a:t>Xử lý dữ liệu</a:t>
            </a:r>
            <a:endParaRPr lang="en-US" altLang="en-GB">
              <a:latin typeface="Times New Roman" panose="02020603050405020304" charset="0"/>
              <a:cs typeface="Times New Roman" panose="02020603050405020304" charset="0"/>
            </a:endParaRPr>
          </a:p>
        </p:txBody>
      </p:sp>
      <p:sp>
        <p:nvSpPr>
          <p:cNvPr id="347" name="Google Shape;347;p41"/>
          <p:cNvSpPr txBox="1"/>
          <p:nvPr>
            <p:ph type="subTitle" idx="1"/>
          </p:nvPr>
        </p:nvSpPr>
        <p:spPr>
          <a:xfrm>
            <a:off x="1998980" y="2895600"/>
            <a:ext cx="5147310" cy="7848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latin typeface="Times New Roman" panose="02020603050405020304" charset="0"/>
                <a:cs typeface="Times New Roman" panose="02020603050405020304" charset="0"/>
              </a:rPr>
              <a:t>Tải dữ liệu, Xử lý các biến , Xử lý Outliers, Xử lý giá trị NaN, Tổng quan thống kê,  Phân tích cơ bản</a:t>
            </a:r>
            <a:endParaRPr lang="en-US" altLang="en-GB">
              <a:latin typeface="Times New Roman" panose="02020603050405020304" charset="0"/>
              <a:cs typeface="Times New Roman" panose="02020603050405020304" charset="0"/>
            </a:endParaRPr>
          </a:p>
        </p:txBody>
      </p:sp>
      <p:sp>
        <p:nvSpPr>
          <p:cNvPr id="348" name="Google Shape;348;p41"/>
          <p:cNvSpPr txBox="1"/>
          <p:nvPr>
            <p:ph type="ctrTitle"/>
          </p:nvPr>
        </p:nvSpPr>
        <p:spPr>
          <a:xfrm>
            <a:off x="2404575" y="893524"/>
            <a:ext cx="4335000" cy="68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800" i="0">
                <a:solidFill>
                  <a:schemeClr val="accent1"/>
                </a:solidFill>
                <a:latin typeface="Times New Roman" panose="02020603050405020304" charset="0"/>
                <a:cs typeface="Times New Roman" panose="02020603050405020304" charset="0"/>
              </a:rPr>
              <a:t>2</a:t>
            </a:r>
            <a:endParaRPr lang="en-US" sz="4800" i="0">
              <a:solidFill>
                <a:schemeClr val="accent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anim calcmode="lin" valueType="num">
                                      <p:cBhvr additive="base">
                                        <p:cTn id="7" dur="500" fill="hold"/>
                                        <p:tgtEl>
                                          <p:spTgt spid="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0" build="p"/>
      <p:bldP spid="347" grpI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0"/>
          <p:cNvSpPr txBox="1">
            <a:spLocks noGrp="1"/>
          </p:cNvSpPr>
          <p:nvPr>
            <p:ph type="title"/>
          </p:nvPr>
        </p:nvSpPr>
        <p:spPr>
          <a:xfrm>
            <a:off x="457200" y="438150"/>
            <a:ext cx="1887220" cy="671830"/>
          </a:xfrm>
          <a:prstGeom prst="rect">
            <a:avLst/>
          </a:prstGeom>
        </p:spPr>
        <p:txBody>
          <a:bodyPr spcFirstLastPara="1" wrap="square" lIns="0" tIns="0" rIns="0" bIns="0" anchor="ctr" anchorCtr="0">
            <a:noAutofit/>
          </a:bodyPr>
          <a:lstStyle/>
          <a:p>
            <a:pPr algn="ctr"/>
            <a:r>
              <a:rPr lang="en-US" sz="2000" i="0">
                <a:solidFill>
                  <a:schemeClr val="tx1">
                    <a:lumMod val="50000"/>
                  </a:schemeClr>
                </a:solidFill>
                <a:latin typeface="Times New Roman" panose="02020603050405020304" charset="0"/>
                <a:cs typeface="Times New Roman" panose="02020603050405020304" charset="0"/>
              </a:rPr>
              <a:t>Tải dữ liệu</a:t>
            </a:r>
            <a:endParaRPr lang="en-US" sz="2000" i="0">
              <a:solidFill>
                <a:schemeClr val="tx1">
                  <a:lumMod val="50000"/>
                </a:schemeClr>
              </a:solidFill>
              <a:latin typeface="Times New Roman" panose="02020603050405020304" charset="0"/>
              <a:cs typeface="Times New Roman" panose="02020603050405020304" charset="0"/>
            </a:endParaRPr>
          </a:p>
        </p:txBody>
      </p:sp>
      <p:sp>
        <p:nvSpPr>
          <p:cNvPr id="633" name="Google Shape;633;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2" name="Hình ảnh 2" descr="C:\Users\lan\Pictures\Screenshots\Screenshot (598).pngScreenshot (598)"/>
          <p:cNvPicPr>
            <a:picLocks noChangeAspect="1"/>
          </p:cNvPicPr>
          <p:nvPr/>
        </p:nvPicPr>
        <p:blipFill>
          <a:blip r:embed="rId1"/>
          <a:srcRect/>
          <a:stretch>
            <a:fillRect/>
          </a:stretch>
        </p:blipFill>
        <p:spPr>
          <a:xfrm>
            <a:off x="915670" y="1153795"/>
            <a:ext cx="7343140" cy="3712845"/>
          </a:xfrm>
          <a:prstGeom prst="rect">
            <a:avLst/>
          </a:prstGeom>
        </p:spPr>
      </p:pic>
      <p:pic>
        <p:nvPicPr>
          <p:cNvPr id="4" name="Picture 3" descr="Screenshot (601)"/>
          <p:cNvPicPr>
            <a:picLocks noChangeAspect="1"/>
          </p:cNvPicPr>
          <p:nvPr/>
        </p:nvPicPr>
        <p:blipFill>
          <a:blip r:embed="rId2"/>
          <a:stretch>
            <a:fillRect/>
          </a:stretch>
        </p:blipFill>
        <p:spPr>
          <a:xfrm>
            <a:off x="838200" y="1153795"/>
            <a:ext cx="7503795" cy="3808730"/>
          </a:xfrm>
          <a:prstGeom prst="rect">
            <a:avLst/>
          </a:prstGeom>
        </p:spPr>
      </p:pic>
      <p:sp>
        <p:nvSpPr>
          <p:cNvPr id="9" name="Text Box 8"/>
          <p:cNvSpPr txBox="1"/>
          <p:nvPr/>
        </p:nvSpPr>
        <p:spPr>
          <a:xfrm>
            <a:off x="2438400" y="2266950"/>
            <a:ext cx="5271135" cy="460375"/>
          </a:xfrm>
          <a:prstGeom prst="rect">
            <a:avLst/>
          </a:prstGeom>
          <a:noFill/>
        </p:spPr>
        <p:txBody>
          <a:bodyPr wrap="square" rtlCol="0">
            <a:spAutoFit/>
          </a:bodyPr>
          <a:p>
            <a:r>
              <a:rPr lang="en-US" sz="2400" b="1">
                <a:solidFill>
                  <a:srgbClr val="0070C0"/>
                </a:solidFill>
                <a:latin typeface="Times New Roman" panose="02020603050405020304" charset="0"/>
                <a:cs typeface="Times New Roman" panose="02020603050405020304" charset="0"/>
              </a:rPr>
              <a:t>Có 24 giá trị NaN trong cột ‘Income’</a:t>
            </a:r>
            <a:endParaRPr lang="en-US" sz="2400" b="1">
              <a:solidFill>
                <a:srgbClr val="0070C0"/>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xit" presetSubtype="32" fill="hold" nodeType="clickEffect">
                                  <p:stCondLst>
                                    <p:cond delay="0"/>
                                  </p:stCondLst>
                                  <p:childTnLst>
                                    <p:animEffect transition="out" filter="diamond(out)">
                                      <p:cBhvr>
                                        <p:cTn id="6" dur="2000"/>
                                        <p:tgtEl>
                                          <p:spTgt spid="2"/>
                                        </p:tgtEl>
                                      </p:cBhvr>
                                    </p:animEffect>
                                    <p:set>
                                      <p:cBhvr>
                                        <p:cTn id="7" dur="1" fill="hold">
                                          <p:stCondLst>
                                            <p:cond delay="19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533400" y="958850"/>
            <a:ext cx="1696720" cy="8572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i="0">
                <a:solidFill>
                  <a:schemeClr val="tx1"/>
                </a:solidFill>
                <a:latin typeface="Times New Roman" panose="02020603050405020304" charset="0"/>
                <a:cs typeface="Times New Roman" panose="02020603050405020304" charset="0"/>
              </a:rPr>
              <a:t>Xử lý các biến</a:t>
            </a:r>
            <a:endParaRPr lang="en-US" altLang="en-GB" i="0">
              <a:solidFill>
                <a:schemeClr val="tx1"/>
              </a:solidFill>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134" name="Google Shape;134;p21"/>
              <p:cNvSpPr txBox="1">
                <a:spLocks noGrp="1"/>
              </p:cNvSpPr>
              <p:nvPr>
                <p:ph type="body" idx="1"/>
              </p:nvPr>
            </p:nvSpPr>
            <p:spPr>
              <a:xfrm>
                <a:off x="2500630" y="958850"/>
                <a:ext cx="6056630" cy="3240405"/>
              </a:xfrm>
              <a:prstGeom prst="rect">
                <a:avLst/>
              </a:prstGeom>
            </p:spPr>
            <p:txBody>
              <a:bodyPr spcFirstLastPara="1" wrap="square" lIns="91425" tIns="91425" rIns="91425" bIns="91425" anchor="t" anchorCtr="0">
                <a:noAutofit/>
              </a:bodyPr>
              <a:lstStyle/>
              <a:p>
                <a:pPr marL="457200" lvl="0" indent="-381000" algn="l" rtl="0">
                  <a:lnSpc>
                    <a:spcPct val="150000"/>
                  </a:lnSpc>
                  <a:spcBef>
                    <a:spcPts val="600"/>
                  </a:spcBef>
                  <a:spcAft>
                    <a:spcPts val="0"/>
                  </a:spcAft>
                  <a:buSzPts val="2400"/>
                  <a:buChar char="▹"/>
                </a:pPr>
                <a:r>
                  <a:rPr lang="en-US" altLang="en-GB" sz="1800"/>
                  <a:t>Year_Birth </a:t>
                </a:r>
                <a14:m>
                  <m:oMath xmlns:m="http://schemas.openxmlformats.org/officeDocument/2006/math">
                    <m:r>
                      <a:rPr lang="en-US" altLang="en-GB" sz="1800" i="1">
                        <a:latin typeface="Cambria Math" panose="02040503050406030204" charset="0"/>
                        <a:cs typeface="Cambria Math" panose="02040503050406030204" charset="0"/>
                      </a:rPr>
                      <m:t>→</m:t>
                    </m:r>
                  </m:oMath>
                </a14:m>
                <a:r>
                  <a:rPr lang="en-US" altLang="en-GB" sz="1800"/>
                  <a:t> </a:t>
                </a:r>
                <a:r>
                  <a:rPr lang="en-US" altLang="en-GB" sz="1800" b="1"/>
                  <a:t>Age</a:t>
                </a:r>
                <a:endParaRPr lang="en-GB" sz="1800" b="1"/>
              </a:p>
              <a:p>
                <a:pPr marL="457200" lvl="0" indent="-381000" algn="l" rtl="0">
                  <a:lnSpc>
                    <a:spcPct val="150000"/>
                  </a:lnSpc>
                  <a:spcBef>
                    <a:spcPts val="0"/>
                  </a:spcBef>
                  <a:spcAft>
                    <a:spcPts val="0"/>
                  </a:spcAft>
                  <a:buSzPts val="2400"/>
                  <a:buChar char="▹"/>
                </a:pPr>
                <a:r>
                  <a:rPr lang="en-US" altLang="en-GB" sz="1800" b="1"/>
                  <a:t>Spending</a:t>
                </a:r>
                <a:r>
                  <a:rPr lang="en-US" altLang="en-GB" sz="1800"/>
                  <a:t> = MntWines + MntSweets + MntGolds + MntFishs + MntMeats + MntFruits</a:t>
                </a:r>
                <a:endParaRPr lang="en-US" altLang="en-GB" sz="1800"/>
              </a:p>
              <a:p>
                <a:pPr marL="457200" lvl="0" indent="-381000" algn="l" rtl="0">
                  <a:lnSpc>
                    <a:spcPct val="150000"/>
                  </a:lnSpc>
                  <a:spcBef>
                    <a:spcPts val="0"/>
                  </a:spcBef>
                  <a:spcAft>
                    <a:spcPts val="0"/>
                  </a:spcAft>
                  <a:buSzPts val="2400"/>
                  <a:buChar char="▹"/>
                </a:pPr>
                <a:r>
                  <a:rPr lang="en-US" altLang="en-GB" sz="1800"/>
                  <a:t>Education </a:t>
                </a:r>
                <a14:m>
                  <m:oMath xmlns:m="http://schemas.openxmlformats.org/officeDocument/2006/math">
                    <m:r>
                      <a:rPr lang="en-US" altLang="en-GB" sz="1800" i="1">
                        <a:latin typeface="Cambria Math" panose="02040503050406030204" charset="0"/>
                        <a:cs typeface="Cambria Math" panose="02040503050406030204" charset="0"/>
                      </a:rPr>
                      <m:t>→</m:t>
                    </m:r>
                  </m:oMath>
                </a14:m>
                <a:r>
                  <a:rPr lang="en-US" altLang="en-GB" sz="1800">
                    <a:sym typeface="+mn-ea"/>
                  </a:rPr>
                  <a:t> </a:t>
                </a:r>
                <a:r>
                  <a:rPr lang="en-US" altLang="en-GB" sz="1800" b="1">
                    <a:sym typeface="+mn-ea"/>
                  </a:rPr>
                  <a:t>Education_years</a:t>
                </a:r>
                <a:r>
                  <a:rPr lang="en-US" altLang="en-GB" sz="1800">
                    <a:sym typeface="+mn-ea"/>
                  </a:rPr>
                  <a:t>(Basic_5, 2n_Cycle_8, Graduation_12, Master_18, PhD_21) </a:t>
                </a:r>
                <a:endParaRPr lang="en-US" altLang="en-GB" sz="1800">
                  <a:sym typeface="+mn-ea"/>
                </a:endParaRPr>
              </a:p>
              <a:p>
                <a:pPr marL="457200" lvl="0" indent="-381000" algn="l" rtl="0">
                  <a:lnSpc>
                    <a:spcPct val="150000"/>
                  </a:lnSpc>
                  <a:spcBef>
                    <a:spcPts val="0"/>
                  </a:spcBef>
                  <a:spcAft>
                    <a:spcPts val="0"/>
                  </a:spcAft>
                  <a:buSzPts val="2400"/>
                  <a:buChar char="▹"/>
                </a:pPr>
                <a:r>
                  <a:rPr lang="en-US" altLang="en-GB" sz="1800">
                    <a:sym typeface="+mn-ea"/>
                  </a:rPr>
                  <a:t>Marital_Status</a:t>
                </a:r>
                <a:r>
                  <a:rPr lang="en-GB" sz="1800"/>
                  <a:t> </a:t>
                </a:r>
                <a14:m>
                  <m:oMath xmlns:m="http://schemas.openxmlformats.org/officeDocument/2006/math">
                    <m:r>
                      <a:rPr lang="en-US" altLang="en-GB" sz="1800" i="1">
                        <a:latin typeface="Cambria Math" panose="02040503050406030204" charset="0"/>
                        <a:cs typeface="Cambria Math" panose="02040503050406030204" charset="0"/>
                      </a:rPr>
                      <m:t>→</m:t>
                    </m:r>
                  </m:oMath>
                </a14:m>
                <a:r>
                  <a:rPr lang="en-US" altLang="en-GB" sz="1800"/>
                  <a:t> </a:t>
                </a:r>
                <a:r>
                  <a:rPr lang="en-US" altLang="en-GB" sz="1800" b="1"/>
                  <a:t>Marital_Situation</a:t>
                </a:r>
                <a:r>
                  <a:rPr lang="en-US" altLang="en-GB" sz="1800"/>
                  <a:t>(Alone, In Couple)</a:t>
                </a:r>
                <a:endParaRPr lang="en-US" altLang="en-GB" sz="1800"/>
              </a:p>
              <a:p>
                <a:pPr marL="457200" lvl="0" indent="-381000" algn="l" rtl="0">
                  <a:lnSpc>
                    <a:spcPct val="150000"/>
                  </a:lnSpc>
                  <a:spcBef>
                    <a:spcPts val="0"/>
                  </a:spcBef>
                  <a:spcAft>
                    <a:spcPts val="0"/>
                  </a:spcAft>
                  <a:buSzPts val="2400"/>
                  <a:buChar char="▹"/>
                </a:pPr>
                <a:r>
                  <a:rPr lang="en-US" altLang="en-GB" sz="1800" b="1"/>
                  <a:t>hasChild</a:t>
                </a:r>
                <a:r>
                  <a:rPr lang="en-US" altLang="en-GB" sz="1800"/>
                  <a:t>( if KidHome + TeenHome &gt; 0)</a:t>
                </a:r>
                <a:endParaRPr lang="en-US" altLang="en-GB" sz="1800"/>
              </a:p>
            </p:txBody>
          </p:sp>
        </mc:Choice>
        <mc:Fallback>
          <p:sp>
            <p:nvSpPr>
              <p:cNvPr id="134" name="Google Shape;134;p21"/>
              <p:cNvSpPr txBox="1">
                <a:spLocks noRot="1" noChangeAspect="1" noMove="1" noResize="1" noEditPoints="1" noAdjustHandles="1" noChangeArrowheads="1" noChangeShapeType="1" noTextEdit="1"/>
              </p:cNvSpPr>
              <p:nvPr>
                <p:ph type="body" idx="1"/>
              </p:nvPr>
            </p:nvSpPr>
            <p:spPr>
              <a:xfrm>
                <a:off x="2500630" y="958850"/>
                <a:ext cx="6056630" cy="3240405"/>
              </a:xfrm>
              <a:prstGeom prst="rect">
                <a:avLst/>
              </a:prstGeom>
              <a:blipFill rotWithShape="1">
                <a:blip r:embed="rId1"/>
                <a:stretch>
                  <a:fillRect/>
                </a:stretch>
              </a:blipFill>
            </p:spPr>
            <p:txBody>
              <a:bodyPr/>
              <a:lstStyle/>
              <a:p>
                <a:r>
                  <a:rPr lang="en-US" altLang="en-US">
                    <a:noFill/>
                  </a:rPr>
                  <a:t> </a:t>
                </a:r>
              </a:p>
            </p:txBody>
          </p:sp>
        </mc:Fallback>
      </mc:AlternateContent>
      <p:sp>
        <p:nvSpPr>
          <p:cNvPr id="135" name="Google Shape;135;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4">
                                            <p:txEl>
                                              <p:pRg st="0" end="0"/>
                                            </p:txEl>
                                          </p:spTgt>
                                        </p:tgtEl>
                                        <p:attrNameLst>
                                          <p:attrName>style.visibility</p:attrName>
                                        </p:attrNameLst>
                                      </p:cBhvr>
                                      <p:to>
                                        <p:strVal val="visible"/>
                                      </p:to>
                                    </p:set>
                                    <p:animEffect transition="in" filter="blinds(horizontal)">
                                      <p:cBhvr>
                                        <p:cTn id="7" dur="500"/>
                                        <p:tgtEl>
                                          <p:spTgt spid="1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4">
                                            <p:txEl>
                                              <p:pRg st="1" end="1"/>
                                            </p:txEl>
                                          </p:spTgt>
                                        </p:tgtEl>
                                        <p:attrNameLst>
                                          <p:attrName>style.visibility</p:attrName>
                                        </p:attrNameLst>
                                      </p:cBhvr>
                                      <p:to>
                                        <p:strVal val="visible"/>
                                      </p:to>
                                    </p:set>
                                    <p:animEffect transition="in" filter="blinds(horizontal)">
                                      <p:cBhvr>
                                        <p:cTn id="12" dur="500"/>
                                        <p:tgtEl>
                                          <p:spTgt spid="1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4">
                                            <p:txEl>
                                              <p:pRg st="2" end="2"/>
                                            </p:txEl>
                                          </p:spTgt>
                                        </p:tgtEl>
                                        <p:attrNameLst>
                                          <p:attrName>style.visibility</p:attrName>
                                        </p:attrNameLst>
                                      </p:cBhvr>
                                      <p:to>
                                        <p:strVal val="visible"/>
                                      </p:to>
                                    </p:set>
                                    <p:animEffect transition="in" filter="blinds(horizontal)">
                                      <p:cBhvr>
                                        <p:cTn id="17" dur="500"/>
                                        <p:tgtEl>
                                          <p:spTgt spid="1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4">
                                            <p:txEl>
                                              <p:pRg st="3" end="3"/>
                                            </p:txEl>
                                          </p:spTgt>
                                        </p:tgtEl>
                                        <p:attrNameLst>
                                          <p:attrName>style.visibility</p:attrName>
                                        </p:attrNameLst>
                                      </p:cBhvr>
                                      <p:to>
                                        <p:strVal val="visible"/>
                                      </p:to>
                                    </p:set>
                                    <p:animEffect transition="in" filter="blinds(horizontal)">
                                      <p:cBhvr>
                                        <p:cTn id="22" dur="500"/>
                                        <p:tgtEl>
                                          <p:spTgt spid="1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4">
                                            <p:txEl>
                                              <p:pRg st="4" end="4"/>
                                            </p:txEl>
                                          </p:spTgt>
                                        </p:tgtEl>
                                        <p:attrNameLst>
                                          <p:attrName>style.visibility</p:attrName>
                                        </p:attrNameLst>
                                      </p:cBhvr>
                                      <p:to>
                                        <p:strVal val="visible"/>
                                      </p:to>
                                    </p:set>
                                    <p:animEffect transition="in" filter="blinds(horizontal)">
                                      <p:cBhvr>
                                        <p:cTn id="27" dur="500"/>
                                        <p:tgtEl>
                                          <p:spTgt spid="1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build="p"/>
      <p:bldP spid="134"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0"/>
          <p:cNvSpPr txBox="1">
            <a:spLocks noGrp="1"/>
          </p:cNvSpPr>
          <p:nvPr>
            <p:ph type="title"/>
          </p:nvPr>
        </p:nvSpPr>
        <p:spPr>
          <a:xfrm>
            <a:off x="457200" y="438150"/>
            <a:ext cx="1887220" cy="671830"/>
          </a:xfrm>
          <a:prstGeom prst="rect">
            <a:avLst/>
          </a:prstGeom>
        </p:spPr>
        <p:txBody>
          <a:bodyPr spcFirstLastPara="1" wrap="square" lIns="0" tIns="0" rIns="0" bIns="0" anchor="ctr" anchorCtr="0">
            <a:noAutofit/>
          </a:bodyPr>
          <a:lstStyle/>
          <a:p>
            <a:pPr algn="ctr"/>
            <a:r>
              <a:rPr lang="en-US" i="0">
                <a:solidFill>
                  <a:schemeClr val="tx1">
                    <a:lumMod val="50000"/>
                  </a:schemeClr>
                </a:solidFill>
                <a:latin typeface="Times New Roman" panose="02020603050405020304" charset="0"/>
                <a:cs typeface="Times New Roman" panose="02020603050405020304" charset="0"/>
              </a:rPr>
              <a:t>Bảng dữ liệu mới</a:t>
            </a:r>
            <a:endParaRPr lang="en-US" i="0">
              <a:solidFill>
                <a:schemeClr val="tx1">
                  <a:lumMod val="50000"/>
                </a:schemeClr>
              </a:solidFill>
              <a:latin typeface="Times New Roman" panose="02020603050405020304" charset="0"/>
              <a:cs typeface="Times New Roman" panose="02020603050405020304" charset="0"/>
            </a:endParaRPr>
          </a:p>
        </p:txBody>
      </p:sp>
      <p:sp>
        <p:nvSpPr>
          <p:cNvPr id="633" name="Google Shape;633;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2" name="Hình ảnh 2" descr="C:\Users\lan\Pictures\Screenshots\Screenshot (603).pngScreenshot (603)"/>
          <p:cNvPicPr>
            <a:picLocks noChangeAspect="1"/>
          </p:cNvPicPr>
          <p:nvPr/>
        </p:nvPicPr>
        <p:blipFill>
          <a:blip r:embed="rId1"/>
          <a:srcRect/>
          <a:stretch>
            <a:fillRect/>
          </a:stretch>
        </p:blipFill>
        <p:spPr>
          <a:xfrm>
            <a:off x="1169670" y="1181100"/>
            <a:ext cx="6903085" cy="36976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0"/>
          <p:cNvSpPr txBox="1">
            <a:spLocks noGrp="1"/>
          </p:cNvSpPr>
          <p:nvPr>
            <p:ph type="title"/>
          </p:nvPr>
        </p:nvSpPr>
        <p:spPr>
          <a:xfrm>
            <a:off x="533308" y="895165"/>
            <a:ext cx="16134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i="0">
                <a:solidFill>
                  <a:schemeClr val="tx1">
                    <a:lumMod val="50000"/>
                  </a:schemeClr>
                </a:solidFill>
                <a:latin typeface="Times New Roman" panose="02020603050405020304" charset="0"/>
                <a:cs typeface="Times New Roman" panose="02020603050405020304" charset="0"/>
              </a:rPr>
              <a:t>Xử lý Outliers</a:t>
            </a:r>
            <a:endParaRPr lang="en-US" altLang="en-GB" i="0">
              <a:solidFill>
                <a:schemeClr val="tx1">
                  <a:lumMod val="50000"/>
                </a:schemeClr>
              </a:solidFill>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339" name="Google Shape;339;p40"/>
              <p:cNvSpPr txBox="1">
                <a:spLocks noGrp="1"/>
              </p:cNvSpPr>
              <p:nvPr>
                <p:ph type="body" idx="1"/>
              </p:nvPr>
            </p:nvSpPr>
            <p:spPr>
              <a:xfrm>
                <a:off x="2438400" y="1200150"/>
                <a:ext cx="6177915" cy="2664460"/>
              </a:xfrm>
              <a:prstGeom prst="rect">
                <a:avLst/>
              </a:prstGeom>
            </p:spPr>
            <p:txBody>
              <a:bodyPr spcFirstLastPara="1" wrap="square" lIns="91425" tIns="91425" rIns="91425" bIns="91425" anchor="ctr" anchorCtr="0">
                <a:noAutofit/>
              </a:bodyPr>
              <a:lstStyle/>
              <a:p>
                <a:pPr marL="285750" lvl="0" indent="-285750" algn="l" rtl="0" fontAlgn="ctr">
                  <a:lnSpc>
                    <a:spcPct val="90000"/>
                  </a:lnSpc>
                  <a:spcBef>
                    <a:spcPts val="600"/>
                  </a:spcBef>
                  <a:spcAft>
                    <a:spcPts val="0"/>
                  </a:spcAft>
                  <a:buFont typeface="Arial" panose="020B0604020202020204" pitchFamily="34" charset="0"/>
                  <a:buChar char="•"/>
                </a:pPr>
                <a:r>
                  <a:rPr lang="en-US" sz="1600">
                    <a:solidFill>
                      <a:srgbClr val="4D4A56"/>
                    </a:solidFill>
                  </a:rPr>
                  <a:t>Sử dụng Box - Plot</a:t>
                </a:r>
                <a:endParaRPr lang="en-US" sz="1600">
                  <a:solidFill>
                    <a:srgbClr val="4D4A56"/>
                  </a:solidFill>
                </a:endParaRPr>
              </a:p>
              <a:p>
                <a:pPr marL="285750" lvl="0" indent="-285750" algn="l" rtl="0" fontAlgn="ctr">
                  <a:lnSpc>
                    <a:spcPct val="90000"/>
                  </a:lnSpc>
                  <a:spcBef>
                    <a:spcPts val="600"/>
                  </a:spcBef>
                  <a:spcAft>
                    <a:spcPts val="0"/>
                  </a:spcAft>
                  <a:buFont typeface="Arial" panose="020B0604020202020204" pitchFamily="34" charset="0"/>
                  <a:buChar char="•"/>
                </a:pPr>
                <a:r>
                  <a:rPr lang="en-US" sz="1600">
                    <a:solidFill>
                      <a:srgbClr val="4D4A56"/>
                    </a:solidFill>
                  </a:rPr>
                  <a:t>Phạm vi giữa các phần tử (IQR) được xác định như sau</a:t>
                </a:r>
                <a:endParaRPr lang="en-US" sz="1600">
                  <a:solidFill>
                    <a:srgbClr val="4D4A56"/>
                  </a:solidFill>
                </a:endParaRPr>
              </a:p>
              <a:p>
                <a:pPr marL="0" lvl="0" indent="0" algn="l" rtl="0" fontAlgn="ctr">
                  <a:lnSpc>
                    <a:spcPct val="90000"/>
                  </a:lnSpc>
                  <a:spcBef>
                    <a:spcPts val="600"/>
                  </a:spcBef>
                  <a:spcAft>
                    <a:spcPts val="0"/>
                  </a:spcAft>
                  <a:buFont typeface="Arial" panose="020B0604020202020204" pitchFamily="34" charset="0"/>
                  <a:buNone/>
                </a:pPr>
                <a:r>
                  <a:rPr lang="en-US" sz="1600">
                    <a:solidFill>
                      <a:srgbClr val="4D4A56"/>
                    </a:solidFill>
                  </a:rPr>
                  <a:t>		</a:t>
                </a:r>
                <a14:m>
                  <m:oMath xmlns:m="http://schemas.openxmlformats.org/officeDocument/2006/math">
                    <m:r>
                      <a:rPr lang="en-US" sz="1600" b="1" i="1">
                        <a:solidFill>
                          <a:srgbClr val="4D4A56"/>
                        </a:solidFill>
                        <a:latin typeface="Cambria Math" panose="02040503050406030204" charset="0"/>
                        <a:cs typeface="Cambria Math" panose="02040503050406030204" charset="0"/>
                      </a:rPr>
                      <m:t>𝑰𝑸𝑹</m:t>
                    </m:r>
                    <m:r>
                      <a:rPr lang="en-US" sz="1600" b="1" i="1">
                        <a:solidFill>
                          <a:srgbClr val="4D4A56"/>
                        </a:solidFill>
                        <a:latin typeface="Cambria Math" panose="02040503050406030204" charset="0"/>
                        <a:cs typeface="Cambria Math" panose="02040503050406030204" charset="0"/>
                      </a:rPr>
                      <m:t> = </m:t>
                    </m:r>
                    <m:sSub>
                      <m:sSubPr>
                        <m:ctrlPr>
                          <a:rPr lang="en-US" sz="1600" b="1" i="1">
                            <a:solidFill>
                              <a:srgbClr val="4D4A56"/>
                            </a:solidFill>
                            <a:latin typeface="Cambria Math" panose="02040503050406030204" charset="0"/>
                            <a:cs typeface="Cambria Math" panose="02040503050406030204" charset="0"/>
                          </a:rPr>
                        </m:ctrlPr>
                      </m:sSubPr>
                      <m:e>
                        <m:r>
                          <a:rPr lang="en-US" sz="1600" b="1" i="1">
                            <a:solidFill>
                              <a:srgbClr val="4D4A56"/>
                            </a:solidFill>
                            <a:latin typeface="Cambria Math" panose="02040503050406030204" charset="0"/>
                            <a:cs typeface="Cambria Math" panose="02040503050406030204" charset="0"/>
                          </a:rPr>
                          <m:t>𝑸</m:t>
                        </m:r>
                      </m:e>
                      <m:sub>
                        <m:r>
                          <a:rPr lang="en-US" sz="1600" b="1" i="1">
                            <a:solidFill>
                              <a:srgbClr val="4D4A56"/>
                            </a:solidFill>
                            <a:latin typeface="Cambria Math" panose="02040503050406030204" charset="0"/>
                            <a:cs typeface="Cambria Math" panose="02040503050406030204" charset="0"/>
                          </a:rPr>
                          <m:t>𝟑</m:t>
                        </m:r>
                      </m:sub>
                    </m:sSub>
                    <m:r>
                      <a:rPr lang="en-US" sz="1600" b="1" i="1">
                        <a:solidFill>
                          <a:srgbClr val="4D4A56"/>
                        </a:solidFill>
                        <a:latin typeface="Cambria Math" panose="02040503050406030204" charset="0"/>
                        <a:cs typeface="Cambria Math" panose="02040503050406030204" charset="0"/>
                      </a:rPr>
                      <m:t> </m:t>
                    </m:r>
                    <m:r>
                      <a:rPr lang="en-US" sz="1600" b="1" i="1">
                        <a:solidFill>
                          <a:srgbClr val="4D4A56"/>
                        </a:solidFill>
                        <a:latin typeface="Cambria Math" panose="02040503050406030204" charset="0"/>
                        <a:cs typeface="Cambria Math" panose="02040503050406030204" charset="0"/>
                      </a:rPr>
                      <m:t>−</m:t>
                    </m:r>
                    <m:r>
                      <a:rPr lang="en-US" sz="1600" b="1" i="1">
                        <a:solidFill>
                          <a:srgbClr val="4D4A56"/>
                        </a:solidFill>
                        <a:latin typeface="Cambria Math" panose="02040503050406030204" charset="0"/>
                        <a:cs typeface="Cambria Math" panose="02040503050406030204" charset="0"/>
                      </a:rPr>
                      <m:t> </m:t>
                    </m:r>
                    <m:sSub>
                      <m:sSubPr>
                        <m:ctrlPr>
                          <a:rPr lang="en-US" sz="1600" b="1" i="1">
                            <a:solidFill>
                              <a:srgbClr val="4D4A56"/>
                            </a:solidFill>
                            <a:latin typeface="Cambria Math" panose="02040503050406030204" charset="0"/>
                            <a:cs typeface="Cambria Math" panose="02040503050406030204" charset="0"/>
                          </a:rPr>
                        </m:ctrlPr>
                      </m:sSubPr>
                      <m:e>
                        <m:r>
                          <a:rPr lang="en-US" sz="1600" b="1" i="1">
                            <a:solidFill>
                              <a:srgbClr val="4D4A56"/>
                            </a:solidFill>
                            <a:latin typeface="Cambria Math" panose="02040503050406030204" charset="0"/>
                            <a:cs typeface="Cambria Math" panose="02040503050406030204" charset="0"/>
                          </a:rPr>
                          <m:t>𝑸</m:t>
                        </m:r>
                      </m:e>
                      <m:sub>
                        <m:r>
                          <a:rPr lang="en-US" sz="1600" b="1" i="1">
                            <a:solidFill>
                              <a:srgbClr val="4D4A56"/>
                            </a:solidFill>
                            <a:latin typeface="Cambria Math" panose="02040503050406030204" charset="0"/>
                            <a:cs typeface="Cambria Math" panose="02040503050406030204" charset="0"/>
                          </a:rPr>
                          <m:t>𝟏</m:t>
                        </m:r>
                      </m:sub>
                    </m:sSub>
                  </m:oMath>
                </a14:m>
                <a:endParaRPr lang="en-US" sz="1600" b="1">
                  <a:solidFill>
                    <a:srgbClr val="4D4A56"/>
                  </a:solidFill>
                </a:endParaRPr>
              </a:p>
              <a:p>
                <a:pPr marL="0" lvl="0" indent="0" algn="l" rtl="0" fontAlgn="ctr">
                  <a:lnSpc>
                    <a:spcPct val="90000"/>
                  </a:lnSpc>
                  <a:spcBef>
                    <a:spcPts val="600"/>
                  </a:spcBef>
                  <a:spcAft>
                    <a:spcPts val="0"/>
                  </a:spcAft>
                  <a:buFont typeface="Arial" panose="020B0604020202020204" pitchFamily="34" charset="0"/>
                  <a:buNone/>
                </a:pPr>
                <a:r>
                  <a:rPr lang="en-US" sz="1600">
                    <a:solidFill>
                      <a:srgbClr val="4D4A56"/>
                    </a:solidFill>
                  </a:rPr>
                  <a:t>với : -  </a:t>
                </a:r>
                <a14:m>
                  <m:oMath xmlns:m="http://schemas.openxmlformats.org/officeDocument/2006/math">
                    <m:sSub>
                      <m:sSubPr>
                        <m:ctrlPr>
                          <a:rPr lang="en-US" sz="1600" b="1" i="1">
                            <a:solidFill>
                              <a:srgbClr val="4D4A56"/>
                            </a:solidFill>
                            <a:latin typeface="Cambria Math" panose="02040503050406030204" charset="0"/>
                            <a:cs typeface="Cambria Math" panose="02040503050406030204" charset="0"/>
                          </a:rPr>
                        </m:ctrlPr>
                      </m:sSubPr>
                      <m:e>
                        <m:r>
                          <a:rPr lang="en-US" sz="1600" b="1" i="1">
                            <a:solidFill>
                              <a:srgbClr val="4D4A56"/>
                            </a:solidFill>
                            <a:latin typeface="Cambria Math" panose="02040503050406030204" charset="0"/>
                            <a:cs typeface="Cambria Math" panose="02040503050406030204" charset="0"/>
                          </a:rPr>
                          <m:t>𝑸</m:t>
                        </m:r>
                      </m:e>
                      <m:sub>
                        <m:r>
                          <a:rPr lang="en-US" sz="1600" b="1" i="1">
                            <a:solidFill>
                              <a:srgbClr val="4D4A56"/>
                            </a:solidFill>
                            <a:latin typeface="Cambria Math" panose="02040503050406030204" charset="0"/>
                            <a:cs typeface="Cambria Math" panose="02040503050406030204" charset="0"/>
                          </a:rPr>
                          <m:t>𝟏</m:t>
                        </m:r>
                      </m:sub>
                    </m:sSub>
                  </m:oMath>
                </a14:m>
                <a:r>
                  <a:rPr lang="en-US" sz="1600">
                    <a:solidFill>
                      <a:srgbClr val="4D4A56"/>
                    </a:solidFill>
                  </a:rPr>
                  <a:t>là phần tư đầu tiên </a:t>
                </a:r>
                <a:endParaRPr lang="en-US" sz="1600">
                  <a:solidFill>
                    <a:srgbClr val="4D4A56"/>
                  </a:solidFill>
                </a:endParaRPr>
              </a:p>
              <a:p>
                <a:pPr marL="0" lvl="0" indent="0" algn="l" rtl="0" fontAlgn="ctr">
                  <a:lnSpc>
                    <a:spcPct val="90000"/>
                  </a:lnSpc>
                  <a:spcBef>
                    <a:spcPts val="600"/>
                  </a:spcBef>
                  <a:spcAft>
                    <a:spcPts val="0"/>
                  </a:spcAft>
                  <a:buFont typeface="Arial" panose="020B0604020202020204" pitchFamily="34" charset="0"/>
                  <a:buNone/>
                </a:pPr>
                <a:r>
                  <a:rPr lang="en-US" sz="1600">
                    <a:solidFill>
                      <a:srgbClr val="4D4A56"/>
                    </a:solidFill>
                  </a:rPr>
                  <a:t>        -  </a:t>
                </a:r>
                <a14:m>
                  <m:oMath xmlns:m="http://schemas.openxmlformats.org/officeDocument/2006/math">
                    <m:sSub>
                      <m:sSubPr>
                        <m:ctrlPr>
                          <a:rPr lang="en-US" sz="1600" b="1" i="1">
                            <a:solidFill>
                              <a:srgbClr val="4D4A56"/>
                            </a:solidFill>
                            <a:latin typeface="Cambria Math" panose="02040503050406030204" charset="0"/>
                            <a:cs typeface="Cambria Math" panose="02040503050406030204" charset="0"/>
                          </a:rPr>
                        </m:ctrlPr>
                      </m:sSubPr>
                      <m:e>
                        <m:r>
                          <a:rPr lang="en-US" sz="1600" b="1" i="1">
                            <a:solidFill>
                              <a:srgbClr val="4D4A56"/>
                            </a:solidFill>
                            <a:latin typeface="Cambria Math" panose="02040503050406030204" charset="0"/>
                            <a:cs typeface="Cambria Math" panose="02040503050406030204" charset="0"/>
                          </a:rPr>
                          <m:t>𝑸</m:t>
                        </m:r>
                      </m:e>
                      <m:sub>
                        <m:r>
                          <a:rPr lang="en-US" sz="1600" b="1" i="1">
                            <a:solidFill>
                              <a:srgbClr val="4D4A56"/>
                            </a:solidFill>
                            <a:latin typeface="Cambria Math" panose="02040503050406030204" charset="0"/>
                            <a:cs typeface="Cambria Math" panose="02040503050406030204" charset="0"/>
                          </a:rPr>
                          <m:t>𝟑</m:t>
                        </m:r>
                      </m:sub>
                    </m:sSub>
                  </m:oMath>
                </a14:m>
                <a:r>
                  <a:rPr lang="en-US" sz="1600">
                    <a:solidFill>
                      <a:srgbClr val="4D4A56"/>
                    </a:solidFill>
                  </a:rPr>
                  <a:t>là phần tư thứ ba </a:t>
                </a:r>
                <a:endParaRPr lang="en-US" sz="1600">
                  <a:solidFill>
                    <a:srgbClr val="4D4A56"/>
                  </a:solidFill>
                </a:endParaRPr>
              </a:p>
              <a:p>
                <a:pPr marL="285750" lvl="0" indent="-285750" algn="l" rtl="0" fontAlgn="ctr">
                  <a:lnSpc>
                    <a:spcPct val="90000"/>
                  </a:lnSpc>
                  <a:spcBef>
                    <a:spcPts val="600"/>
                  </a:spcBef>
                  <a:spcAft>
                    <a:spcPts val="0"/>
                  </a:spcAft>
                  <a:buFont typeface="Arial" panose="020B0604020202020204" pitchFamily="34" charset="0"/>
                  <a:buChar char="•"/>
                </a:pPr>
                <a:r>
                  <a:rPr lang="en-US" sz="1600">
                    <a:solidFill>
                      <a:srgbClr val="4D4A56"/>
                    </a:solidFill>
                  </a:rPr>
                  <a:t>Bất kỳ giá trị nào lớn hơn (thấp hơn) 1,5 lần IQR ở trên (bên dưới) phần tư thứ ba (phần tư đầu tiên) được xác định là </a:t>
                </a:r>
                <a:r>
                  <a:rPr lang="en-US" sz="1600" b="1">
                    <a:solidFill>
                      <a:srgbClr val="4D4A56"/>
                    </a:solidFill>
                  </a:rPr>
                  <a:t> outlier</a:t>
                </a:r>
                <a:endParaRPr lang="en-US" sz="1600" b="1">
                  <a:solidFill>
                    <a:srgbClr val="4D4A56"/>
                  </a:solidFill>
                </a:endParaRPr>
              </a:p>
              <a:p>
                <a:pPr marL="285750" lvl="0" indent="-285750" algn="l" rtl="0" fontAlgn="ctr">
                  <a:lnSpc>
                    <a:spcPct val="90000"/>
                  </a:lnSpc>
                  <a:spcBef>
                    <a:spcPts val="600"/>
                  </a:spcBef>
                  <a:spcAft>
                    <a:spcPts val="0"/>
                  </a:spcAft>
                  <a:buFont typeface="Arial" panose="020B0604020202020204" pitchFamily="34" charset="0"/>
                  <a:buChar char="•"/>
                </a:pPr>
                <a:r>
                  <a:rPr lang="en-US" sz="1600">
                    <a:solidFill>
                      <a:srgbClr val="4D4A56"/>
                    </a:solidFill>
                  </a:rPr>
                  <a:t>Bất kỳ giá trị nào lớn hơn (thấp hơn) 3 lần IQR ở trên (bên dưới) phần tư thứ ba (phần tư đầu tiên) được xác định là </a:t>
                </a:r>
                <a:r>
                  <a:rPr lang="en-US" sz="1600" b="1">
                    <a:solidFill>
                      <a:srgbClr val="4D4A56"/>
                    </a:solidFill>
                  </a:rPr>
                  <a:t> outlier</a:t>
                </a:r>
                <a:endParaRPr lang="en-US" sz="1600" b="1">
                  <a:solidFill>
                    <a:srgbClr val="4D4A56"/>
                  </a:solidFill>
                </a:endParaRPr>
              </a:p>
            </p:txBody>
          </p:sp>
        </mc:Choice>
        <mc:Fallback>
          <p:sp>
            <p:nvSpPr>
              <p:cNvPr id="339" name="Google Shape;339;p40"/>
              <p:cNvSpPr txBox="1">
                <a:spLocks noRot="1" noChangeAspect="1" noMove="1" noResize="1" noEditPoints="1" noAdjustHandles="1" noChangeArrowheads="1" noChangeShapeType="1" noTextEdit="1"/>
              </p:cNvSpPr>
              <p:nvPr>
                <p:ph type="body" idx="1"/>
              </p:nvPr>
            </p:nvSpPr>
            <p:spPr>
              <a:xfrm>
                <a:off x="2438400" y="1200150"/>
                <a:ext cx="6177915" cy="2664460"/>
              </a:xfrm>
              <a:prstGeom prst="rect">
                <a:avLst/>
              </a:prstGeom>
              <a:blipFill rotWithShape="1">
                <a:blip r:embed="rId1"/>
                <a:stretch>
                  <a:fillRect/>
                </a:stretch>
              </a:blipFill>
            </p:spPr>
            <p:txBody>
              <a:bodyPr/>
              <a:lstStyle/>
              <a:p>
                <a:r>
                  <a:rPr lang="en-US" altLang="en-US">
                    <a:noFill/>
                  </a:rPr>
                  <a:t> </a:t>
                </a:r>
              </a:p>
            </p:txBody>
          </p:sp>
        </mc:Fallback>
      </mc:AlternateContent>
      <p:sp>
        <p:nvSpPr>
          <p:cNvPr id="341" name="Google Shape;341;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a:xfrm>
            <a:off x="533400" y="895350"/>
            <a:ext cx="1703705" cy="857250"/>
          </a:xfrm>
        </p:spPr>
        <p:txBody>
          <a:bodyPr anchor="ctr" anchorCtr="0"/>
          <a:lstStyle/>
          <a:p>
            <a:pPr algn="ctr"/>
            <a:r>
              <a:rPr lang="en-US" altLang="vi-VN" i="0">
                <a:solidFill>
                  <a:schemeClr val="tx1">
                    <a:lumMod val="50000"/>
                  </a:schemeClr>
                </a:solidFill>
                <a:latin typeface="Times New Roman" panose="02020603050405020304" charset="0"/>
                <a:cs typeface="Times New Roman" panose="02020603050405020304" charset="0"/>
              </a:rPr>
              <a:t>Boxplot</a:t>
            </a:r>
            <a:endParaRPr lang="en-US" altLang="vi-VN" i="0">
              <a:solidFill>
                <a:schemeClr val="tx1">
                  <a:lumMod val="50000"/>
                </a:schemeClr>
              </a:solidFill>
              <a:latin typeface="Times New Roman" panose="02020603050405020304" charset="0"/>
              <a:cs typeface="Times New Roman" panose="02020603050405020304" charset="0"/>
            </a:endParaRPr>
          </a:p>
        </p:txBody>
      </p:sp>
      <p:sp>
        <p:nvSpPr>
          <p:cNvPr id="4" name="Chỗ dành sẵn cho Số hiệu Bản chiếu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fld>
            <a:endParaRPr lang="en-GB"/>
          </a:p>
        </p:txBody>
      </p:sp>
      <p:pic>
        <p:nvPicPr>
          <p:cNvPr id="7" name="Hình ảnh 7" descr="D:\Octave\ProjectTeam12\untitled.pnguntitled"/>
          <p:cNvPicPr>
            <a:picLocks noChangeAspect="1"/>
          </p:cNvPicPr>
          <p:nvPr/>
        </p:nvPicPr>
        <p:blipFill>
          <a:blip r:embed="rId1"/>
          <a:srcRect/>
          <a:stretch>
            <a:fillRect/>
          </a:stretch>
        </p:blipFill>
        <p:spPr>
          <a:xfrm>
            <a:off x="3016250" y="716915"/>
            <a:ext cx="4805045" cy="38912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3" name="Chỗ dành sẵn cho Văn bản 2"/>
          <p:cNvSpPr>
            <a:spLocks noGrp="1"/>
          </p:cNvSpPr>
          <p:nvPr>
            <p:ph type="body" idx="1"/>
          </p:nvPr>
        </p:nvSpPr>
        <p:spPr/>
        <p:txBody>
          <a:bodyPr/>
          <a:lstStyle/>
          <a:p>
            <a:r>
              <a:rPr lang="en-US" altLang="vi-VN" b="1">
                <a:solidFill>
                  <a:schemeClr val="tx1">
                    <a:lumMod val="50000"/>
                  </a:schemeClr>
                </a:solidFill>
                <a:latin typeface="Times New Roman" panose="02020603050405020304" charset="0"/>
                <a:cs typeface="Times New Roman" panose="02020603050405020304" charset="0"/>
              </a:rPr>
              <a:t>Dữ liệu sau khi xóa Outliers</a:t>
            </a:r>
            <a:endParaRPr lang="en-US" altLang="vi-VN" b="1">
              <a:solidFill>
                <a:schemeClr val="tx1">
                  <a:lumMod val="50000"/>
                </a:schemeClr>
              </a:solidFill>
              <a:latin typeface="Times New Roman" panose="02020603050405020304" charset="0"/>
              <a:cs typeface="Times New Roman" panose="02020603050405020304" charset="0"/>
            </a:endParaRPr>
          </a:p>
        </p:txBody>
      </p:sp>
      <p:pic>
        <p:nvPicPr>
          <p:cNvPr id="4" name="Hình ảnh 4" descr="C:\Users\lan\Pictures\Screenshots\Screenshot (609).pngScreenshot (609)"/>
          <p:cNvPicPr>
            <a:picLocks noChangeAspect="1"/>
          </p:cNvPicPr>
          <p:nvPr/>
        </p:nvPicPr>
        <p:blipFill>
          <a:blip r:embed="rId1"/>
          <a:srcRect/>
          <a:stretch>
            <a:fillRect/>
          </a:stretch>
        </p:blipFill>
        <p:spPr>
          <a:xfrm>
            <a:off x="1600200" y="590550"/>
            <a:ext cx="5850255" cy="357314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0"/>
          <p:cNvSpPr txBox="1">
            <a:spLocks noGrp="1"/>
          </p:cNvSpPr>
          <p:nvPr>
            <p:ph type="title"/>
          </p:nvPr>
        </p:nvSpPr>
        <p:spPr>
          <a:xfrm>
            <a:off x="533308" y="895165"/>
            <a:ext cx="16134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i="0">
                <a:solidFill>
                  <a:schemeClr val="tx1">
                    <a:lumMod val="50000"/>
                  </a:schemeClr>
                </a:solidFill>
                <a:latin typeface="Times New Roman" panose="02020603050405020304" charset="0"/>
                <a:cs typeface="Times New Roman" panose="02020603050405020304" charset="0"/>
              </a:rPr>
              <a:t>Xử lý giá trị NaN</a:t>
            </a:r>
            <a:endParaRPr lang="en-US" altLang="en-GB" i="0">
              <a:solidFill>
                <a:schemeClr val="tx1">
                  <a:lumMod val="50000"/>
                </a:schemeClr>
              </a:solidFill>
              <a:latin typeface="Times New Roman" panose="02020603050405020304" charset="0"/>
              <a:cs typeface="Times New Roman" panose="02020603050405020304" charset="0"/>
            </a:endParaRPr>
          </a:p>
        </p:txBody>
      </p:sp>
      <p:sp>
        <p:nvSpPr>
          <p:cNvPr id="339" name="Google Shape;339;p40"/>
          <p:cNvSpPr txBox="1">
            <a:spLocks noGrp="1"/>
          </p:cNvSpPr>
          <p:nvPr>
            <p:ph type="body" idx="1"/>
          </p:nvPr>
        </p:nvSpPr>
        <p:spPr>
          <a:xfrm>
            <a:off x="2438400" y="1200150"/>
            <a:ext cx="6177915" cy="2664460"/>
          </a:xfrm>
          <a:prstGeom prst="rect">
            <a:avLst/>
          </a:prstGeom>
        </p:spPr>
        <p:txBody>
          <a:bodyPr spcFirstLastPara="1" vert="horz" wrap="square" lIns="91425" tIns="91425" rIns="91425" bIns="91425" anchor="ctr" anchorCtr="0">
            <a:noAutofit/>
          </a:bodyPr>
          <a:lstStyle/>
          <a:p>
            <a:pPr marL="0" lvl="0" indent="0" algn="l" rtl="0" fontAlgn="ctr">
              <a:lnSpc>
                <a:spcPct val="90000"/>
              </a:lnSpc>
              <a:spcBef>
                <a:spcPts val="600"/>
              </a:spcBef>
              <a:spcAft>
                <a:spcPts val="0"/>
              </a:spcAft>
              <a:buFont typeface="Wingdings" panose="05000000000000000000" charset="0"/>
              <a:buNone/>
            </a:pPr>
            <a:r>
              <a:rPr lang="en-US" sz="1600">
                <a:solidFill>
                  <a:srgbClr val="4D4A56"/>
                </a:solidFill>
              </a:rPr>
              <a:t>Một số cách thường dùng để xử lý giá trị NaN như sau: </a:t>
            </a:r>
            <a:endParaRPr lang="en-US" sz="1600">
              <a:solidFill>
                <a:srgbClr val="4D4A56"/>
              </a:solidFill>
            </a:endParaRPr>
          </a:p>
          <a:p>
            <a:pPr marL="285750" lvl="0" indent="-285750" algn="l" rtl="0" fontAlgn="ctr">
              <a:lnSpc>
                <a:spcPct val="90000"/>
              </a:lnSpc>
              <a:spcBef>
                <a:spcPts val="600"/>
              </a:spcBef>
              <a:spcAft>
                <a:spcPts val="0"/>
              </a:spcAft>
              <a:buFont typeface="Wingdings" panose="05000000000000000000" charset="0"/>
              <a:buChar char="§"/>
            </a:pPr>
            <a:r>
              <a:rPr lang="en-US" sz="1600">
                <a:solidFill>
                  <a:srgbClr val="4D4A56"/>
                </a:solidFill>
              </a:rPr>
              <a:t>Xóa toàn bộ cột chứa giá trị NaN</a:t>
            </a:r>
            <a:endParaRPr lang="en-US" sz="1600">
              <a:solidFill>
                <a:srgbClr val="4D4A56"/>
              </a:solidFill>
            </a:endParaRPr>
          </a:p>
          <a:p>
            <a:pPr marL="285750" lvl="0" indent="-285750" algn="l" rtl="0" fontAlgn="ctr">
              <a:lnSpc>
                <a:spcPct val="90000"/>
              </a:lnSpc>
              <a:spcBef>
                <a:spcPts val="600"/>
              </a:spcBef>
              <a:spcAft>
                <a:spcPts val="0"/>
              </a:spcAft>
              <a:buFont typeface="Wingdings" panose="05000000000000000000" charset="0"/>
              <a:buChar char="§"/>
            </a:pPr>
            <a:r>
              <a:rPr lang="en-US" sz="1600">
                <a:solidFill>
                  <a:srgbClr val="4D4A56"/>
                </a:solidFill>
              </a:rPr>
              <a:t>Xóa các hàng chứa giá trị NaN</a:t>
            </a:r>
            <a:endParaRPr lang="en-US" sz="1600">
              <a:solidFill>
                <a:srgbClr val="4D4A56"/>
              </a:solidFill>
            </a:endParaRPr>
          </a:p>
          <a:p>
            <a:pPr marL="285750" lvl="0" indent="-285750" algn="l" rtl="0" fontAlgn="ctr">
              <a:lnSpc>
                <a:spcPct val="90000"/>
              </a:lnSpc>
              <a:spcBef>
                <a:spcPts val="600"/>
              </a:spcBef>
              <a:spcAft>
                <a:spcPts val="0"/>
              </a:spcAft>
              <a:buFont typeface="Wingdings" panose="05000000000000000000" charset="0"/>
              <a:buChar char="§"/>
            </a:pPr>
            <a:r>
              <a:rPr lang="en-US" sz="1600">
                <a:solidFill>
                  <a:srgbClr val="4D4A56"/>
                </a:solidFill>
              </a:rPr>
              <a:t>Áp dụng giá trị trung bình </a:t>
            </a:r>
            <a:endParaRPr lang="en-US" sz="1600">
              <a:solidFill>
                <a:srgbClr val="4D4A56"/>
              </a:solidFill>
            </a:endParaRPr>
          </a:p>
          <a:p>
            <a:pPr marL="285750" lvl="0" indent="-285750" algn="l" rtl="0" fontAlgn="ctr">
              <a:lnSpc>
                <a:spcPct val="90000"/>
              </a:lnSpc>
              <a:spcBef>
                <a:spcPts val="600"/>
              </a:spcBef>
              <a:spcAft>
                <a:spcPts val="0"/>
              </a:spcAft>
              <a:buFont typeface="Wingdings" panose="05000000000000000000" charset="0"/>
              <a:buChar char="§"/>
            </a:pPr>
            <a:r>
              <a:rPr lang="en-US" sz="1600">
                <a:solidFill>
                  <a:srgbClr val="4D4A56"/>
                </a:solidFill>
              </a:rPr>
              <a:t>Thay bằng giá trị trung bình của một tập hợp cụ thể</a:t>
            </a:r>
            <a:endParaRPr lang="en-US" sz="1600">
              <a:solidFill>
                <a:srgbClr val="4D4A56"/>
              </a:solidFill>
            </a:endParaRPr>
          </a:p>
          <a:p>
            <a:pPr marL="285750" lvl="0" indent="-285750" algn="l" rtl="0" fontAlgn="ctr">
              <a:lnSpc>
                <a:spcPct val="90000"/>
              </a:lnSpc>
              <a:spcBef>
                <a:spcPts val="600"/>
              </a:spcBef>
              <a:spcAft>
                <a:spcPts val="0"/>
              </a:spcAft>
              <a:buFont typeface="Wingdings" panose="05000000000000000000" charset="0"/>
              <a:buChar char="§"/>
            </a:pPr>
            <a:r>
              <a:rPr lang="en-US" sz="1600">
                <a:solidFill>
                  <a:srgbClr val="4D4A56"/>
                </a:solidFill>
              </a:rPr>
              <a:t>Sử dụng một mô hình để dự đoán các giá trị bị thiếu K-Nearest Neighbor Imputation</a:t>
            </a:r>
            <a:endParaRPr lang="en-US" sz="1600">
              <a:solidFill>
                <a:srgbClr val="4D4A56"/>
              </a:solidFill>
            </a:endParaRPr>
          </a:p>
          <a:p>
            <a:pPr marL="0" lvl="0" indent="0" algn="l" rtl="0" fontAlgn="ctr">
              <a:lnSpc>
                <a:spcPct val="90000"/>
              </a:lnSpc>
              <a:spcBef>
                <a:spcPts val="600"/>
              </a:spcBef>
              <a:spcAft>
                <a:spcPts val="0"/>
              </a:spcAft>
              <a:buFont typeface="Wingdings" panose="05000000000000000000" charset="0"/>
              <a:buNone/>
            </a:pPr>
            <a:r>
              <a:rPr lang="en-US" sz="1600">
                <a:solidFill>
                  <a:srgbClr val="4D4A56"/>
                </a:solidFill>
              </a:rPr>
              <a:t>Trong bài này, nhóm em sử dụng cách xóa toàn bộ các hàng có chứa giá trị NaN.</a:t>
            </a:r>
            <a:endParaRPr lang="en-US" sz="1600">
              <a:solidFill>
                <a:srgbClr val="4D4A56"/>
              </a:solidFill>
            </a:endParaRPr>
          </a:p>
        </p:txBody>
      </p:sp>
      <p:sp>
        <p:nvSpPr>
          <p:cNvPr id="341" name="Google Shape;341;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3" name="Chỗ dành sẵn cho Văn bản 2"/>
          <p:cNvSpPr>
            <a:spLocks noGrp="1"/>
          </p:cNvSpPr>
          <p:nvPr>
            <p:ph type="body" idx="1"/>
          </p:nvPr>
        </p:nvSpPr>
        <p:spPr/>
        <p:txBody>
          <a:bodyPr/>
          <a:lstStyle/>
          <a:p>
            <a:r>
              <a:rPr lang="en-US" altLang="vi-VN" b="1">
                <a:solidFill>
                  <a:schemeClr val="tx1">
                    <a:lumMod val="50000"/>
                  </a:schemeClr>
                </a:solidFill>
                <a:latin typeface="Times New Roman" panose="02020603050405020304" charset="0"/>
                <a:cs typeface="Times New Roman" panose="02020603050405020304" charset="0"/>
              </a:rPr>
              <a:t>Dữ liệu sau khi xóa NaN</a:t>
            </a:r>
            <a:endParaRPr lang="en-US" altLang="vi-VN" b="1">
              <a:solidFill>
                <a:schemeClr val="tx1">
                  <a:lumMod val="50000"/>
                </a:schemeClr>
              </a:solidFill>
              <a:latin typeface="Times New Roman" panose="02020603050405020304" charset="0"/>
              <a:cs typeface="Times New Roman" panose="02020603050405020304" charset="0"/>
            </a:endParaRPr>
          </a:p>
        </p:txBody>
      </p:sp>
      <p:pic>
        <p:nvPicPr>
          <p:cNvPr id="4" name="Hình ảnh 4" descr="C:\Users\lan\Pictures\Screenshots\Screenshot (607).pngScreenshot (607)"/>
          <p:cNvPicPr>
            <a:picLocks noChangeAspect="1"/>
          </p:cNvPicPr>
          <p:nvPr/>
        </p:nvPicPr>
        <p:blipFill>
          <a:blip r:embed="rId1"/>
          <a:srcRect/>
          <a:stretch>
            <a:fillRect/>
          </a:stretch>
        </p:blipFill>
        <p:spPr>
          <a:xfrm>
            <a:off x="1459865" y="574040"/>
            <a:ext cx="6098540" cy="36334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3"/>
          <p:cNvSpPr txBox="1">
            <a:spLocks noGrp="1"/>
          </p:cNvSpPr>
          <p:nvPr>
            <p:ph type="title"/>
          </p:nvPr>
        </p:nvSpPr>
        <p:spPr>
          <a:xfrm>
            <a:off x="685800" y="971550"/>
            <a:ext cx="1443355" cy="8572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i="0">
                <a:solidFill>
                  <a:schemeClr val="tx1">
                    <a:lumMod val="50000"/>
                  </a:schemeClr>
                </a:solidFill>
                <a:latin typeface="Times New Roman" panose="02020603050405020304" charset="0"/>
                <a:cs typeface="Times New Roman" panose="02020603050405020304" charset="0"/>
              </a:rPr>
              <a:t>Tổng quan thống kê</a:t>
            </a:r>
            <a:endParaRPr lang="en-US" altLang="en-GB" i="0">
              <a:solidFill>
                <a:schemeClr val="tx1">
                  <a:lumMod val="50000"/>
                </a:schemeClr>
              </a:solidFill>
              <a:latin typeface="Times New Roman" panose="02020603050405020304" charset="0"/>
              <a:cs typeface="Times New Roman" panose="02020603050405020304" charset="0"/>
            </a:endParaRPr>
          </a:p>
        </p:txBody>
      </p:sp>
      <p:sp>
        <p:nvSpPr>
          <p:cNvPr id="249" name="Google Shape;249;p33"/>
          <p:cNvSpPr txBox="1">
            <a:spLocks noGrp="1"/>
          </p:cNvSpPr>
          <p:nvPr>
            <p:ph type="body" idx="1"/>
          </p:nvPr>
        </p:nvSpPr>
        <p:spPr>
          <a:xfrm>
            <a:off x="2764075" y="1085850"/>
            <a:ext cx="1841100" cy="1305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altLang="en-GB" sz="1800" b="1"/>
              <a:t>Mean</a:t>
            </a:r>
            <a:endParaRPr lang="en-GB" sz="1800" b="1"/>
          </a:p>
          <a:p>
            <a:pPr marL="0" lvl="0" indent="0" algn="l" rtl="0">
              <a:spcBef>
                <a:spcPts val="600"/>
              </a:spcBef>
              <a:spcAft>
                <a:spcPts val="0"/>
              </a:spcAft>
              <a:buNone/>
            </a:pPr>
            <a:r>
              <a:rPr lang="en-US"/>
              <a:t>Gía trị trung bình</a:t>
            </a:r>
            <a:endParaRPr lang="en-US"/>
          </a:p>
        </p:txBody>
      </p:sp>
      <p:sp>
        <p:nvSpPr>
          <p:cNvPr id="250" name="Google Shape;250;p33"/>
          <p:cNvSpPr txBox="1">
            <a:spLocks noGrp="1"/>
          </p:cNvSpPr>
          <p:nvPr>
            <p:ph type="body" idx="2"/>
          </p:nvPr>
        </p:nvSpPr>
        <p:spPr>
          <a:xfrm>
            <a:off x="4699429" y="1085850"/>
            <a:ext cx="1841100" cy="1305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1800" b="1"/>
              <a:t>Median</a:t>
            </a:r>
            <a:endParaRPr sz="1800" b="1"/>
          </a:p>
          <a:p>
            <a:pPr marL="0" lvl="0" indent="0" algn="l" rtl="0">
              <a:spcBef>
                <a:spcPts val="600"/>
              </a:spcBef>
              <a:spcAft>
                <a:spcPts val="0"/>
              </a:spcAft>
              <a:buNone/>
            </a:pPr>
            <a:r>
              <a:rPr lang="en-US"/>
              <a:t>Gía trị trung vị ( số ở giữa nhất trong các số)</a:t>
            </a:r>
            <a:endParaRPr lang="en-US"/>
          </a:p>
        </p:txBody>
      </p:sp>
      <mc:AlternateContent xmlns:mc="http://schemas.openxmlformats.org/markup-compatibility/2006">
        <mc:Choice xmlns:a14="http://schemas.microsoft.com/office/drawing/2010/main" Requires="a14">
          <p:sp>
            <p:nvSpPr>
              <p:cNvPr id="251" name="Google Shape;251;p33"/>
              <p:cNvSpPr txBox="1">
                <a:spLocks noGrp="1"/>
              </p:cNvSpPr>
              <p:nvPr>
                <p:ph type="body" idx="3"/>
              </p:nvPr>
            </p:nvSpPr>
            <p:spPr>
              <a:xfrm>
                <a:off x="6634783" y="1085850"/>
                <a:ext cx="1841100" cy="1305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1800" b="1"/>
                  <a:t>Std</a:t>
                </a:r>
                <a:endParaRPr sz="1800" b="1"/>
              </a:p>
              <a:p>
                <a:pPr marL="0" lvl="0" indent="0" algn="l" rtl="0">
                  <a:spcBef>
                    <a:spcPts val="600"/>
                  </a:spcBef>
                  <a:spcAft>
                    <a:spcPts val="0"/>
                  </a:spcAft>
                  <a:buNone/>
                </a:pPr>
                <a:r>
                  <a:rPr lang="en-US"/>
                  <a:t>Độ lệch chuẩn</a:t>
                </a:r>
                <a:endParaRPr lang="en-US"/>
              </a:p>
              <a:p>
                <a:pPr marL="0" lvl="0" indent="0" algn="l" rtl="0">
                  <a:spcBef>
                    <a:spcPts val="600"/>
                  </a:spcBef>
                  <a:spcAft>
                    <a:spcPts val="0"/>
                  </a:spcAft>
                  <a:buNone/>
                </a:pPr>
                <a14:m>
                  <m:oMathPara xmlns:m="http://schemas.openxmlformats.org/officeDocument/2006/math">
                    <m:oMathParaPr>
                      <m:jc m:val="centerGroup"/>
                    </m:oMathParaPr>
                    <m:oMath xmlns:m="http://schemas.openxmlformats.org/officeDocument/2006/math">
                      <m:r>
                        <a:rPr lang="en-US" i="1">
                          <a:latin typeface="Cambria Math" panose="02040503050406030204" charset="0"/>
                          <a:cs typeface="Cambria Math" panose="02040503050406030204" charset="0"/>
                        </a:rPr>
                        <m:t>𝜎</m:t>
                      </m:r>
                      <m:r>
                        <a:rPr lang="en-US" i="1">
                          <a:latin typeface="Cambria Math" panose="02040503050406030204" charset="0"/>
                          <a:cs typeface="Cambria Math" panose="02040503050406030204" charset="0"/>
                        </a:rPr>
                        <m:t>=</m:t>
                      </m:r>
                      <m:rad>
                        <m:radPr>
                          <m:degHide m:val="on"/>
                          <m:ctrlPr>
                            <a:rPr lang="en-US" i="1">
                              <a:latin typeface="Cambria Math" panose="02040503050406030204" charset="0"/>
                              <a:cs typeface="Cambria Math" panose="02040503050406030204" charset="0"/>
                            </a:rPr>
                          </m:ctrlPr>
                        </m:radPr>
                        <m:deg/>
                        <m:e>
                          <m:f>
                            <m:fPr>
                              <m:ctrlPr>
                                <a:rPr lang="en-US" i="1">
                                  <a:latin typeface="Cambria Math" panose="02040503050406030204" charset="0"/>
                                  <a:cs typeface="Cambria Math" panose="02040503050406030204" charset="0"/>
                                </a:rPr>
                              </m:ctrlPr>
                            </m:fPr>
                            <m:num>
                              <m:nary>
                                <m:naryPr>
                                  <m:chr m:val="∑"/>
                                  <m:limLoc m:val="undOvr"/>
                                  <m:ctrlPr>
                                    <a:rPr lang="en-US" i="1">
                                      <a:latin typeface="Cambria Math" panose="02040503050406030204" charset="0"/>
                                      <a:cs typeface="Cambria Math" panose="02040503050406030204" charset="0"/>
                                    </a:rPr>
                                  </m:ctrlPr>
                                </m:naryPr>
                                <m:sub>
                                  <m:r>
                                    <a:rPr lang="en-US" i="1">
                                      <a:latin typeface="Cambria Math" panose="02040503050406030204" charset="0"/>
                                      <a:cs typeface="Cambria Math" panose="02040503050406030204" charset="0"/>
                                    </a:rPr>
                                    <m:t>𝑖</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1</m:t>
                                  </m:r>
                                </m:sub>
                                <m:sup>
                                  <m:r>
                                    <a:rPr lang="en-US" i="1">
                                      <a:latin typeface="Cambria Math" panose="02040503050406030204" charset="0"/>
                                      <a:cs typeface="Cambria Math" panose="02040503050406030204" charset="0"/>
                                    </a:rPr>
                                    <m:t>𝑛</m:t>
                                  </m:r>
                                </m:sup>
                                <m:e>
                                  <m:sSup>
                                    <m:sSupPr>
                                      <m:ctrlPr>
                                        <a:rPr lang="en-US" i="1">
                                          <a:latin typeface="Cambria Math" panose="02040503050406030204" charset="0"/>
                                          <a:cs typeface="Cambria Math" panose="02040503050406030204" charset="0"/>
                                        </a:rPr>
                                      </m:ctrlPr>
                                    </m:sSupPr>
                                    <m:e>
                                      <m:d>
                                        <m:dPr>
                                          <m:ctrlPr>
                                            <a:rPr lang="en-US" i="1">
                                              <a:latin typeface="Cambria Math" panose="02040503050406030204" charset="0"/>
                                              <a:cs typeface="Cambria Math" panose="02040503050406030204" charset="0"/>
                                            </a:rPr>
                                          </m:ctrlPr>
                                        </m:dPr>
                                        <m:e>
                                          <m:sSub>
                                            <m:sSubPr>
                                              <m:ctrlPr>
                                                <a:rPr lang="en-US" i="1">
                                                  <a:latin typeface="Cambria Math" panose="02040503050406030204" charset="0"/>
                                                  <a:cs typeface="Cambria Math" panose="02040503050406030204" charset="0"/>
                                                </a:rPr>
                                              </m:ctrlPr>
                                            </m:sSubPr>
                                            <m:e>
                                              <m:r>
                                                <a:rPr lang="en-US" i="1">
                                                  <a:latin typeface="Cambria Math" panose="02040503050406030204" charset="0"/>
                                                  <a:cs typeface="Cambria Math" panose="02040503050406030204" charset="0"/>
                                                </a:rPr>
                                                <m:t>𝑥</m:t>
                                              </m:r>
                                            </m:e>
                                            <m:sub>
                                              <m:r>
                                                <a:rPr lang="en-US" i="1">
                                                  <a:latin typeface="Cambria Math" panose="02040503050406030204" charset="0"/>
                                                  <a:cs typeface="Cambria Math" panose="02040503050406030204" charset="0"/>
                                                </a:rPr>
                                                <m:t>𝑖</m:t>
                                              </m:r>
                                            </m:sub>
                                          </m:sSub>
                                          <m:r>
                                            <a:rPr lang="en-US" i="1">
                                              <a:latin typeface="Cambria Math" panose="02040503050406030204" charset="0"/>
                                              <a:cs typeface="Cambria Math" panose="02040503050406030204" charset="0"/>
                                            </a:rPr>
                                            <m:t>−</m:t>
                                          </m:r>
                                          <m:acc>
                                            <m:accPr>
                                              <m:chr m:val="̅"/>
                                              <m:ctrlPr>
                                                <a:rPr lang="en-US" i="1">
                                                  <a:latin typeface="Cambria Math" panose="02040503050406030204" charset="0"/>
                                                  <a:cs typeface="Cambria Math" panose="02040503050406030204" charset="0"/>
                                                </a:rPr>
                                              </m:ctrlPr>
                                            </m:accPr>
                                            <m:e>
                                              <m:r>
                                                <a:rPr lang="en-US" i="1">
                                                  <a:latin typeface="Cambria Math" panose="02040503050406030204" charset="0"/>
                                                  <a:cs typeface="Cambria Math" panose="02040503050406030204" charset="0"/>
                                                </a:rPr>
                                                <m:t>𝑥</m:t>
                                              </m:r>
                                            </m:e>
                                          </m:acc>
                                        </m:e>
                                      </m:d>
                                    </m:e>
                                    <m:sup>
                                      <m:r>
                                        <a:rPr lang="en-US" i="1">
                                          <a:latin typeface="Cambria Math" panose="02040503050406030204" charset="0"/>
                                          <a:cs typeface="Cambria Math" panose="02040503050406030204" charset="0"/>
                                        </a:rPr>
                                        <m:t>2</m:t>
                                      </m:r>
                                    </m:sup>
                                  </m:sSup>
                                </m:e>
                              </m:nary>
                            </m:num>
                            <m:den>
                              <m:r>
                                <a:rPr lang="en-US" i="1">
                                  <a:latin typeface="Cambria Math" panose="02040503050406030204" charset="0"/>
                                  <a:cs typeface="Cambria Math" panose="02040503050406030204" charset="0"/>
                                </a:rPr>
                                <m:t>𝑛</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1</m:t>
                              </m:r>
                            </m:den>
                          </m:f>
                        </m:e>
                      </m:rad>
                    </m:oMath>
                  </m:oMathPara>
                </a14:m>
              </a:p>
            </p:txBody>
          </p:sp>
        </mc:Choice>
        <mc:Fallback>
          <p:sp>
            <p:nvSpPr>
              <p:cNvPr id="251" name="Google Shape;251;p33"/>
              <p:cNvSpPr txBox="1">
                <a:spLocks noRot="1" noChangeAspect="1" noMove="1" noResize="1" noEditPoints="1" noAdjustHandles="1" noChangeArrowheads="1" noChangeShapeType="1" noTextEdit="1"/>
              </p:cNvSpPr>
              <p:nvPr>
                <p:ph type="body" idx="3"/>
              </p:nvPr>
            </p:nvSpPr>
            <p:spPr>
              <a:xfrm>
                <a:off x="6634783" y="1085850"/>
                <a:ext cx="1841100" cy="1305000"/>
              </a:xfrm>
              <a:prstGeom prst="rect">
                <a:avLst/>
              </a:prstGeom>
              <a:blipFill rotWithShape="1">
                <a:blip r:embed="rId1"/>
                <a:stretch>
                  <a:fillRect l="-16" r="29" b="6"/>
                </a:stretch>
              </a:blipFill>
            </p:spPr>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52" name="Google Shape;252;p33"/>
              <p:cNvSpPr txBox="1">
                <a:spLocks noGrp="1"/>
              </p:cNvSpPr>
              <p:nvPr>
                <p:ph type="body" idx="1"/>
              </p:nvPr>
            </p:nvSpPr>
            <p:spPr>
              <a:xfrm>
                <a:off x="2764075" y="2743200"/>
                <a:ext cx="1841100" cy="1305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1800" b="1"/>
                  <a:t>Var</a:t>
                </a:r>
                <a:endParaRPr sz="1800" b="1"/>
              </a:p>
              <a:p>
                <a:pPr marL="0" lvl="0" indent="0" algn="l" rtl="0">
                  <a:spcBef>
                    <a:spcPts val="600"/>
                  </a:spcBef>
                  <a:spcAft>
                    <a:spcPts val="0"/>
                  </a:spcAft>
                  <a:buNone/>
                </a:pPr>
                <a:r>
                  <a:rPr lang="en-US"/>
                  <a:t>Phương sai</a:t>
                </a:r>
                <a:endParaRPr lang="en-US"/>
              </a:p>
              <a:p>
                <a:pPr marL="0" lvl="0" indent="0" algn="l" rtl="0">
                  <a:spcBef>
                    <a:spcPts val="600"/>
                  </a:spcBef>
                  <a:spcAft>
                    <a:spcPts val="0"/>
                  </a:spcAft>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charset="0"/>
                              <a:cs typeface="Cambria Math" panose="02040503050406030204" charset="0"/>
                            </a:rPr>
                          </m:ctrlPr>
                        </m:sSupPr>
                        <m:e>
                          <m:r>
                            <a:rPr lang="en-US" i="1">
                              <a:latin typeface="Cambria Math" panose="02040503050406030204" charset="0"/>
                              <a:cs typeface="Cambria Math" panose="02040503050406030204" charset="0"/>
                            </a:rPr>
                            <m:t>𝜎</m:t>
                          </m:r>
                        </m:e>
                        <m:sup>
                          <m:r>
                            <a:rPr lang="en-US" i="1">
                              <a:latin typeface="Cambria Math" panose="02040503050406030204" charset="0"/>
                              <a:cs typeface="Cambria Math" panose="02040503050406030204" charset="0"/>
                            </a:rPr>
                            <m:t>2</m:t>
                          </m:r>
                        </m:sup>
                      </m:sSup>
                      <m:r>
                        <a:rPr lang="en-US" i="1">
                          <a:latin typeface="Cambria Math" panose="02040503050406030204" charset="0"/>
                          <a:cs typeface="Cambria Math" panose="02040503050406030204" charset="0"/>
                        </a:rPr>
                        <m:t>= </m:t>
                      </m:r>
                      <m:f>
                        <m:fPr>
                          <m:ctrlPr>
                            <a:rPr lang="en-US" i="1">
                              <a:latin typeface="Cambria Math" panose="02040503050406030204" charset="0"/>
                              <a:cs typeface="Cambria Math" panose="02040503050406030204" charset="0"/>
                            </a:rPr>
                          </m:ctrlPr>
                        </m:fPr>
                        <m:num>
                          <m:nary>
                            <m:naryPr>
                              <m:chr m:val="∑"/>
                              <m:limLoc m:val="undOvr"/>
                              <m:ctrlPr>
                                <a:rPr lang="en-US" i="1">
                                  <a:latin typeface="Cambria Math" panose="02040503050406030204" charset="0"/>
                                  <a:cs typeface="Cambria Math" panose="02040503050406030204" charset="0"/>
                                </a:rPr>
                              </m:ctrlPr>
                            </m:naryPr>
                            <m:sub>
                              <m:r>
                                <a:rPr lang="en-US" i="1">
                                  <a:latin typeface="Cambria Math" panose="02040503050406030204" charset="0"/>
                                  <a:cs typeface="Cambria Math" panose="02040503050406030204" charset="0"/>
                                </a:rPr>
                                <m:t>𝑖</m:t>
                              </m:r>
                              <m:r>
                                <a:rPr lang="en-US" i="1">
                                  <a:latin typeface="Cambria Math" panose="02040503050406030204" charset="0"/>
                                  <a:cs typeface="Cambria Math" panose="02040503050406030204" charset="0"/>
                                </a:rPr>
                                <m:t>=</m:t>
                              </m:r>
                              <m:r>
                                <a:rPr lang="en-US" i="1">
                                  <a:latin typeface="Cambria Math" panose="02040503050406030204" charset="0"/>
                                  <a:cs typeface="Cambria Math" panose="02040503050406030204" charset="0"/>
                                </a:rPr>
                                <m:t>1</m:t>
                              </m:r>
                            </m:sub>
                            <m:sup>
                              <m:r>
                                <a:rPr lang="en-US" i="1">
                                  <a:latin typeface="Cambria Math" panose="02040503050406030204" charset="0"/>
                                  <a:cs typeface="Cambria Math" panose="02040503050406030204" charset="0"/>
                                </a:rPr>
                                <m:t>𝑛</m:t>
                              </m:r>
                            </m:sup>
                            <m:e>
                              <m:sSup>
                                <m:sSupPr>
                                  <m:ctrlPr>
                                    <a:rPr lang="en-US" i="1">
                                      <a:latin typeface="Cambria Math" panose="02040503050406030204" charset="0"/>
                                      <a:cs typeface="Cambria Math" panose="02040503050406030204" charset="0"/>
                                    </a:rPr>
                                  </m:ctrlPr>
                                </m:sSupPr>
                                <m:e>
                                  <m:d>
                                    <m:dPr>
                                      <m:ctrlPr>
                                        <a:rPr lang="en-US" i="1">
                                          <a:latin typeface="Cambria Math" panose="02040503050406030204" charset="0"/>
                                          <a:cs typeface="Cambria Math" panose="02040503050406030204" charset="0"/>
                                        </a:rPr>
                                      </m:ctrlPr>
                                    </m:dPr>
                                    <m:e>
                                      <m:sSub>
                                        <m:sSubPr>
                                          <m:ctrlPr>
                                            <a:rPr lang="en-US" i="1">
                                              <a:latin typeface="Cambria Math" panose="02040503050406030204" charset="0"/>
                                              <a:cs typeface="Cambria Math" panose="02040503050406030204" charset="0"/>
                                            </a:rPr>
                                          </m:ctrlPr>
                                        </m:sSubPr>
                                        <m:e>
                                          <m:r>
                                            <a:rPr lang="en-US" i="1">
                                              <a:latin typeface="Cambria Math" panose="02040503050406030204" charset="0"/>
                                              <a:cs typeface="Cambria Math" panose="02040503050406030204" charset="0"/>
                                            </a:rPr>
                                            <m:t>𝑥</m:t>
                                          </m:r>
                                        </m:e>
                                        <m:sub>
                                          <m:r>
                                            <a:rPr lang="en-US" i="1">
                                              <a:latin typeface="Cambria Math" panose="02040503050406030204" charset="0"/>
                                              <a:cs typeface="Cambria Math" panose="02040503050406030204" charset="0"/>
                                            </a:rPr>
                                            <m:t>𝑖</m:t>
                                          </m:r>
                                        </m:sub>
                                      </m:sSub>
                                      <m:r>
                                        <a:rPr lang="en-US" i="1">
                                          <a:latin typeface="Cambria Math" panose="02040503050406030204" charset="0"/>
                                          <a:cs typeface="Cambria Math" panose="02040503050406030204" charset="0"/>
                                        </a:rPr>
                                        <m:t>−</m:t>
                                      </m:r>
                                      <m:acc>
                                        <m:accPr>
                                          <m:chr m:val="̅"/>
                                          <m:ctrlPr>
                                            <a:rPr lang="en-US" i="1">
                                              <a:latin typeface="Cambria Math" panose="02040503050406030204" charset="0"/>
                                              <a:cs typeface="Cambria Math" panose="02040503050406030204" charset="0"/>
                                            </a:rPr>
                                          </m:ctrlPr>
                                        </m:accPr>
                                        <m:e>
                                          <m:r>
                                            <a:rPr lang="en-US" i="1">
                                              <a:latin typeface="Cambria Math" panose="02040503050406030204" charset="0"/>
                                              <a:cs typeface="Cambria Math" panose="02040503050406030204" charset="0"/>
                                            </a:rPr>
                                            <m:t>𝑥</m:t>
                                          </m:r>
                                        </m:e>
                                      </m:acc>
                                    </m:e>
                                  </m:d>
                                </m:e>
                                <m:sup>
                                  <m:r>
                                    <a:rPr lang="en-US" i="1">
                                      <a:latin typeface="Cambria Math" panose="02040503050406030204" charset="0"/>
                                      <a:cs typeface="Cambria Math" panose="02040503050406030204" charset="0"/>
                                    </a:rPr>
                                    <m:t>2</m:t>
                                  </m:r>
                                </m:sup>
                              </m:sSup>
                            </m:e>
                          </m:nary>
                        </m:num>
                        <m:den>
                          <m:r>
                            <a:rPr lang="en-US" i="1">
                              <a:latin typeface="Cambria Math" panose="02040503050406030204" charset="0"/>
                              <a:cs typeface="Cambria Math" panose="02040503050406030204" charset="0"/>
                            </a:rPr>
                            <m:t>𝑛−</m:t>
                          </m:r>
                          <m:r>
                            <a:rPr lang="en-US" i="1">
                              <a:latin typeface="Cambria Math" panose="02040503050406030204" charset="0"/>
                              <a:cs typeface="Cambria Math" panose="02040503050406030204" charset="0"/>
                            </a:rPr>
                            <m:t>1</m:t>
                          </m:r>
                        </m:den>
                      </m:f>
                    </m:oMath>
                  </m:oMathPara>
                </a14:m>
                <a:endParaRPr lang="en-US"/>
              </a:p>
            </p:txBody>
          </p:sp>
        </mc:Choice>
        <mc:Fallback>
          <p:sp>
            <p:nvSpPr>
              <p:cNvPr id="252" name="Google Shape;252;p33"/>
              <p:cNvSpPr txBox="1">
                <a:spLocks noRot="1" noChangeAspect="1" noMove="1" noResize="1" noEditPoints="1" noAdjustHandles="1" noChangeArrowheads="1" noChangeShapeType="1" noTextEdit="1"/>
              </p:cNvSpPr>
              <p:nvPr>
                <p:ph type="body" idx="1"/>
              </p:nvPr>
            </p:nvSpPr>
            <p:spPr>
              <a:xfrm>
                <a:off x="2764075" y="2743200"/>
                <a:ext cx="1841100" cy="1305000"/>
              </a:xfrm>
              <a:prstGeom prst="rect">
                <a:avLst/>
              </a:prstGeom>
              <a:blipFill rotWithShape="1">
                <a:blip r:embed="rId2"/>
                <a:stretch>
                  <a:fillRect l="-30" r="8" b="6"/>
                </a:stretch>
              </a:blipFill>
            </p:spPr>
            <p:txBody>
              <a:bodyPr/>
              <a:lstStyle/>
              <a:p>
                <a:r>
                  <a:rPr lang="en-US" altLang="en-US">
                    <a:noFill/>
                  </a:rPr>
                  <a:t> </a:t>
                </a:r>
              </a:p>
            </p:txBody>
          </p:sp>
        </mc:Fallback>
      </mc:AlternateContent>
      <p:sp>
        <p:nvSpPr>
          <p:cNvPr id="253" name="Google Shape;253;p33"/>
          <p:cNvSpPr txBox="1">
            <a:spLocks noGrp="1"/>
          </p:cNvSpPr>
          <p:nvPr>
            <p:ph type="body" idx="2"/>
          </p:nvPr>
        </p:nvSpPr>
        <p:spPr>
          <a:xfrm>
            <a:off x="4699429" y="2743200"/>
            <a:ext cx="1841100" cy="1305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1800" b="1"/>
              <a:t>Min</a:t>
            </a:r>
            <a:endParaRPr sz="1800" b="1"/>
          </a:p>
          <a:p>
            <a:pPr marL="0" lvl="0" indent="0" algn="l" rtl="0">
              <a:spcBef>
                <a:spcPts val="600"/>
              </a:spcBef>
              <a:spcAft>
                <a:spcPts val="0"/>
              </a:spcAft>
              <a:buNone/>
            </a:pPr>
            <a:r>
              <a:rPr lang="en-US">
                <a:sym typeface="+mn-ea"/>
              </a:rPr>
              <a:t>giá trị nhỏ nhất</a:t>
            </a:r>
            <a:endParaRPr lang="en-US"/>
          </a:p>
          <a:p>
            <a:pPr marL="0" lvl="0" indent="0" algn="l" rtl="0">
              <a:spcBef>
                <a:spcPts val="600"/>
              </a:spcBef>
              <a:spcAft>
                <a:spcPts val="0"/>
              </a:spcAft>
              <a:buNone/>
            </a:pPr>
            <a:endParaRPr lang="en-US"/>
          </a:p>
        </p:txBody>
      </p:sp>
      <p:sp>
        <p:nvSpPr>
          <p:cNvPr id="254" name="Google Shape;254;p33"/>
          <p:cNvSpPr txBox="1">
            <a:spLocks noGrp="1"/>
          </p:cNvSpPr>
          <p:nvPr>
            <p:ph type="body" idx="3"/>
          </p:nvPr>
        </p:nvSpPr>
        <p:spPr>
          <a:xfrm>
            <a:off x="6634783" y="2743200"/>
            <a:ext cx="1841100" cy="1305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1800" b="1"/>
              <a:t>Max</a:t>
            </a:r>
            <a:endParaRPr sz="1800" b="1"/>
          </a:p>
          <a:p>
            <a:pPr marL="0" lvl="0" indent="0" algn="l" rtl="0">
              <a:spcBef>
                <a:spcPts val="600"/>
              </a:spcBef>
              <a:spcAft>
                <a:spcPts val="0"/>
              </a:spcAft>
              <a:buNone/>
            </a:pPr>
            <a:r>
              <a:rPr lang="en-US"/>
              <a:t>giá trị lớn nhất</a:t>
            </a:r>
            <a:endParaRPr lang="en-US"/>
          </a:p>
        </p:txBody>
      </p:sp>
      <p:sp>
        <p:nvSpPr>
          <p:cNvPr id="255" name="Google Shape;255;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9">
                                            <p:txEl>
                                              <p:pRg st="0" end="0"/>
                                            </p:txEl>
                                          </p:spTgt>
                                        </p:tgtEl>
                                        <p:attrNameLst>
                                          <p:attrName>style.visibility</p:attrName>
                                        </p:attrNameLst>
                                      </p:cBhvr>
                                      <p:to>
                                        <p:strVal val="visible"/>
                                      </p:to>
                                    </p:set>
                                    <p:animEffect transition="in" filter="blinds(horizontal)">
                                      <p:cBhvr>
                                        <p:cTn id="7" dur="500"/>
                                        <p:tgtEl>
                                          <p:spTgt spid="24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49">
                                            <p:txEl>
                                              <p:pRg st="1" end="1"/>
                                            </p:txEl>
                                          </p:spTgt>
                                        </p:tgtEl>
                                        <p:attrNameLst>
                                          <p:attrName>style.visibility</p:attrName>
                                        </p:attrNameLst>
                                      </p:cBhvr>
                                      <p:to>
                                        <p:strVal val="visible"/>
                                      </p:to>
                                    </p:set>
                                    <p:animEffect transition="in" filter="blinds(horizontal)">
                                      <p:cBhvr>
                                        <p:cTn id="10" dur="500"/>
                                        <p:tgtEl>
                                          <p:spTgt spid="24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50">
                                            <p:txEl>
                                              <p:pRg st="0" end="0"/>
                                            </p:txEl>
                                          </p:spTgt>
                                        </p:tgtEl>
                                        <p:attrNameLst>
                                          <p:attrName>style.visibility</p:attrName>
                                        </p:attrNameLst>
                                      </p:cBhvr>
                                      <p:to>
                                        <p:strVal val="visible"/>
                                      </p:to>
                                    </p:set>
                                    <p:animEffect transition="in" filter="blinds(horizontal)">
                                      <p:cBhvr>
                                        <p:cTn id="15" dur="500"/>
                                        <p:tgtEl>
                                          <p:spTgt spid="250">
                                            <p:txEl>
                                              <p:pRg st="0" end="0"/>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50">
                                            <p:txEl>
                                              <p:pRg st="1" end="1"/>
                                            </p:txEl>
                                          </p:spTgt>
                                        </p:tgtEl>
                                        <p:attrNameLst>
                                          <p:attrName>style.visibility</p:attrName>
                                        </p:attrNameLst>
                                      </p:cBhvr>
                                      <p:to>
                                        <p:strVal val="visible"/>
                                      </p:to>
                                    </p:set>
                                    <p:animEffect transition="in" filter="blinds(horizontal)">
                                      <p:cBhvr>
                                        <p:cTn id="18" dur="500"/>
                                        <p:tgtEl>
                                          <p:spTgt spid="250">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51">
                                            <p:txEl>
                                              <p:pRg st="0" end="0"/>
                                            </p:txEl>
                                          </p:spTgt>
                                        </p:tgtEl>
                                        <p:attrNameLst>
                                          <p:attrName>style.visibility</p:attrName>
                                        </p:attrNameLst>
                                      </p:cBhvr>
                                      <p:to>
                                        <p:strVal val="visible"/>
                                      </p:to>
                                    </p:set>
                                    <p:animEffect transition="in" filter="blinds(horizontal)">
                                      <p:cBhvr>
                                        <p:cTn id="23" dur="500"/>
                                        <p:tgtEl>
                                          <p:spTgt spid="251">
                                            <p:txEl>
                                              <p:pRg st="0" end="0"/>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51">
                                            <p:txEl>
                                              <p:pRg st="1" end="1"/>
                                            </p:txEl>
                                          </p:spTgt>
                                        </p:tgtEl>
                                        <p:attrNameLst>
                                          <p:attrName>style.visibility</p:attrName>
                                        </p:attrNameLst>
                                      </p:cBhvr>
                                      <p:to>
                                        <p:strVal val="visible"/>
                                      </p:to>
                                    </p:set>
                                    <p:animEffect transition="in" filter="blinds(horizontal)">
                                      <p:cBhvr>
                                        <p:cTn id="26" dur="500"/>
                                        <p:tgtEl>
                                          <p:spTgt spid="251">
                                            <p:txEl>
                                              <p:pRg st="1" end="1"/>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251">
                                            <p:txEl>
                                              <p:pRg st="2" end="2"/>
                                            </p:txEl>
                                          </p:spTgt>
                                        </p:tgtEl>
                                        <p:attrNameLst>
                                          <p:attrName>style.visibility</p:attrName>
                                        </p:attrNameLst>
                                      </p:cBhvr>
                                      <p:to>
                                        <p:strVal val="visible"/>
                                      </p:to>
                                    </p:set>
                                    <p:animEffect transition="in" filter="blinds(horizontal)">
                                      <p:cBhvr>
                                        <p:cTn id="29" dur="500"/>
                                        <p:tgtEl>
                                          <p:spTgt spid="251">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252">
                                            <p:txEl>
                                              <p:pRg st="0" end="0"/>
                                            </p:txEl>
                                          </p:spTgt>
                                        </p:tgtEl>
                                        <p:attrNameLst>
                                          <p:attrName>style.visibility</p:attrName>
                                        </p:attrNameLst>
                                      </p:cBhvr>
                                      <p:to>
                                        <p:strVal val="visible"/>
                                      </p:to>
                                    </p:set>
                                    <p:animEffect transition="in" filter="blinds(horizontal)">
                                      <p:cBhvr>
                                        <p:cTn id="34" dur="500"/>
                                        <p:tgtEl>
                                          <p:spTgt spid="252">
                                            <p:txEl>
                                              <p:pRg st="0" end="0"/>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252">
                                            <p:txEl>
                                              <p:pRg st="1" end="1"/>
                                            </p:txEl>
                                          </p:spTgt>
                                        </p:tgtEl>
                                        <p:attrNameLst>
                                          <p:attrName>style.visibility</p:attrName>
                                        </p:attrNameLst>
                                      </p:cBhvr>
                                      <p:to>
                                        <p:strVal val="visible"/>
                                      </p:to>
                                    </p:set>
                                    <p:animEffect transition="in" filter="blinds(horizontal)">
                                      <p:cBhvr>
                                        <p:cTn id="37" dur="500"/>
                                        <p:tgtEl>
                                          <p:spTgt spid="252">
                                            <p:txEl>
                                              <p:pRg st="1" end="1"/>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252">
                                            <p:txEl>
                                              <p:pRg st="2" end="2"/>
                                            </p:txEl>
                                          </p:spTgt>
                                        </p:tgtEl>
                                        <p:attrNameLst>
                                          <p:attrName>style.visibility</p:attrName>
                                        </p:attrNameLst>
                                      </p:cBhvr>
                                      <p:to>
                                        <p:strVal val="visible"/>
                                      </p:to>
                                    </p:set>
                                    <p:animEffect transition="in" filter="blinds(horizontal)">
                                      <p:cBhvr>
                                        <p:cTn id="40" dur="500"/>
                                        <p:tgtEl>
                                          <p:spTgt spid="252">
                                            <p:txEl>
                                              <p:pRg st="2" end="2"/>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253">
                                            <p:txEl>
                                              <p:pRg st="0" end="0"/>
                                            </p:txEl>
                                          </p:spTgt>
                                        </p:tgtEl>
                                        <p:attrNameLst>
                                          <p:attrName>style.visibility</p:attrName>
                                        </p:attrNameLst>
                                      </p:cBhvr>
                                      <p:to>
                                        <p:strVal val="visible"/>
                                      </p:to>
                                    </p:set>
                                    <p:animEffect transition="in" filter="blinds(horizontal)">
                                      <p:cBhvr>
                                        <p:cTn id="43" dur="500"/>
                                        <p:tgtEl>
                                          <p:spTgt spid="253">
                                            <p:txEl>
                                              <p:pRg st="0" end="0"/>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253">
                                            <p:txEl>
                                              <p:pRg st="1" end="1"/>
                                            </p:txEl>
                                          </p:spTgt>
                                        </p:tgtEl>
                                        <p:attrNameLst>
                                          <p:attrName>style.visibility</p:attrName>
                                        </p:attrNameLst>
                                      </p:cBhvr>
                                      <p:to>
                                        <p:strVal val="visible"/>
                                      </p:to>
                                    </p:set>
                                    <p:animEffect transition="in" filter="blinds(horizontal)">
                                      <p:cBhvr>
                                        <p:cTn id="46" dur="500"/>
                                        <p:tgtEl>
                                          <p:spTgt spid="253">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254">
                                            <p:txEl>
                                              <p:pRg st="0" end="0"/>
                                            </p:txEl>
                                          </p:spTgt>
                                        </p:tgtEl>
                                        <p:attrNameLst>
                                          <p:attrName>style.visibility</p:attrName>
                                        </p:attrNameLst>
                                      </p:cBhvr>
                                      <p:to>
                                        <p:strVal val="visible"/>
                                      </p:to>
                                    </p:set>
                                    <p:animEffect transition="in" filter="blinds(horizontal)">
                                      <p:cBhvr>
                                        <p:cTn id="51" dur="500"/>
                                        <p:tgtEl>
                                          <p:spTgt spid="254">
                                            <p:txEl>
                                              <p:pRg st="0" end="0"/>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254">
                                            <p:txEl>
                                              <p:pRg st="1" end="1"/>
                                            </p:txEl>
                                          </p:spTgt>
                                        </p:tgtEl>
                                        <p:attrNameLst>
                                          <p:attrName>style.visibility</p:attrName>
                                        </p:attrNameLst>
                                      </p:cBhvr>
                                      <p:to>
                                        <p:strVal val="visible"/>
                                      </p:to>
                                    </p:set>
                                    <p:animEffect transition="in" filter="blinds(horizontal)">
                                      <p:cBhvr>
                                        <p:cTn id="54" dur="500"/>
                                        <p:tgtEl>
                                          <p:spTgt spid="2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 grpI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a:spLocks noGrp="1"/>
          </p:cNvSpPr>
          <p:nvPr>
            <p:ph type="title"/>
          </p:nvPr>
        </p:nvSpPr>
        <p:spPr>
          <a:xfrm>
            <a:off x="579729" y="819409"/>
            <a:ext cx="1706732" cy="1084319"/>
          </a:xfrm>
          <a:prstGeom prst="rect">
            <a:avLst/>
          </a:prstGeom>
        </p:spPr>
        <p:txBody>
          <a:bodyPr spcFirstLastPara="1" wrap="square" lIns="91425" tIns="91425" rIns="91425" bIns="91425" anchor="ctr" anchorCtr="0">
            <a:noAutofit/>
          </a:bodyPr>
          <a:lstStyle/>
          <a:p>
            <a:pPr marL="0" lvl="0" indent="0" algn="ctr">
              <a:spcBef>
                <a:spcPts val="0"/>
              </a:spcBef>
              <a:spcAft>
                <a:spcPts val="0"/>
              </a:spcAft>
              <a:buNone/>
            </a:pPr>
            <a:r>
              <a:rPr lang="en-US" altLang="en-GB" i="0">
                <a:solidFill>
                  <a:schemeClr val="tx1"/>
                </a:solidFill>
                <a:latin typeface="Times New Roman" panose="02020603050405020304" charset="0"/>
                <a:cs typeface="Times New Roman" panose="02020603050405020304" charset="0"/>
              </a:rPr>
              <a:t>Bảng tổng quan thống kê</a:t>
            </a:r>
            <a:endParaRPr lang="en-US" altLang="en-GB" i="0">
              <a:solidFill>
                <a:schemeClr val="tx1"/>
              </a:solidFill>
              <a:latin typeface="Times New Roman" panose="02020603050405020304" charset="0"/>
              <a:cs typeface="Times New Roman" panose="02020603050405020304" charset="0"/>
            </a:endParaRPr>
          </a:p>
        </p:txBody>
      </p:sp>
      <p:sp>
        <p:nvSpPr>
          <p:cNvPr id="106" name="Google Shape;106;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2" name="Hình ảnh 2" descr="C:\Users\lan\Pictures\thtt1.PNGthtt1"/>
          <p:cNvPicPr>
            <a:picLocks noChangeAspect="1"/>
          </p:cNvPicPr>
          <p:nvPr/>
        </p:nvPicPr>
        <p:blipFill>
          <a:blip r:embed="rId1"/>
          <a:srcRect/>
          <a:stretch>
            <a:fillRect/>
          </a:stretch>
        </p:blipFill>
        <p:spPr>
          <a:xfrm>
            <a:off x="2409825" y="1269365"/>
            <a:ext cx="6146800" cy="28460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3" name="Chỗ dành sẵn cho Văn bản 2"/>
          <p:cNvSpPr>
            <a:spLocks noGrp="1"/>
          </p:cNvSpPr>
          <p:nvPr>
            <p:ph type="body" idx="1"/>
          </p:nvPr>
        </p:nvSpPr>
        <p:spPr/>
        <p:txBody>
          <a:bodyPr/>
          <a:lstStyle/>
          <a:p>
            <a:r>
              <a:rPr lang="en-US" altLang="vi-VN" b="1">
                <a:solidFill>
                  <a:schemeClr val="tx1">
                    <a:lumMod val="50000"/>
                  </a:schemeClr>
                </a:solidFill>
                <a:latin typeface="Times New Roman" panose="02020603050405020304" charset="0"/>
                <a:cs typeface="Times New Roman" panose="02020603050405020304" charset="0"/>
              </a:rPr>
              <a:t>Phân tích cơ bản</a:t>
            </a:r>
            <a:endParaRPr lang="en-US" altLang="vi-VN" b="1">
              <a:solidFill>
                <a:schemeClr val="tx1">
                  <a:lumMod val="50000"/>
                </a:schemeClr>
              </a:solidFill>
              <a:latin typeface="Times New Roman" panose="02020603050405020304" charset="0"/>
              <a:cs typeface="Times New Roman" panose="02020603050405020304" charset="0"/>
            </a:endParaRPr>
          </a:p>
        </p:txBody>
      </p:sp>
      <p:pic>
        <p:nvPicPr>
          <p:cNvPr id="4" name="Hình ảnh 4" descr="C:\Users\lan\Pictures\m5.PNGm5"/>
          <p:cNvPicPr>
            <a:picLocks noChangeAspect="1"/>
          </p:cNvPicPr>
          <p:nvPr/>
        </p:nvPicPr>
        <p:blipFill>
          <a:blip r:embed="rId1"/>
          <a:srcRect/>
          <a:stretch>
            <a:fillRect/>
          </a:stretch>
        </p:blipFill>
        <p:spPr>
          <a:xfrm>
            <a:off x="1492885" y="652145"/>
            <a:ext cx="6157595" cy="35407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45" name="Shape 345"/>
        <p:cNvGrpSpPr/>
        <p:nvPr/>
      </p:nvGrpSpPr>
      <p:grpSpPr>
        <a:xfrm>
          <a:off x="0" y="0"/>
          <a:ext cx="0" cy="0"/>
          <a:chOff x="0" y="0"/>
          <a:chExt cx="0" cy="0"/>
        </a:xfrm>
      </p:grpSpPr>
      <p:sp>
        <p:nvSpPr>
          <p:cNvPr id="346" name="Google Shape;346;p41"/>
          <p:cNvSpPr txBox="1"/>
          <p:nvPr>
            <p:ph type="ctrTitle"/>
          </p:nvPr>
        </p:nvSpPr>
        <p:spPr>
          <a:xfrm>
            <a:off x="2801620" y="1779905"/>
            <a:ext cx="3616960" cy="115951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latin typeface="Times New Roman" panose="02020603050405020304" charset="0"/>
                <a:cs typeface="Times New Roman" panose="02020603050405020304" charset="0"/>
              </a:rPr>
              <a:t>Trực quan hóa dữ liệu</a:t>
            </a:r>
            <a:endParaRPr lang="en-US" altLang="en-GB">
              <a:latin typeface="Times New Roman" panose="02020603050405020304" charset="0"/>
              <a:cs typeface="Times New Roman" panose="02020603050405020304" charset="0"/>
            </a:endParaRPr>
          </a:p>
        </p:txBody>
      </p:sp>
      <p:sp>
        <p:nvSpPr>
          <p:cNvPr id="347" name="Google Shape;347;p41"/>
          <p:cNvSpPr txBox="1"/>
          <p:nvPr>
            <p:ph type="subTitle" idx="1"/>
          </p:nvPr>
        </p:nvSpPr>
        <p:spPr>
          <a:xfrm>
            <a:off x="2411730" y="3075940"/>
            <a:ext cx="4335780" cy="7848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latin typeface="Times New Roman" panose="02020603050405020304" charset="0"/>
                <a:cs typeface="Times New Roman" panose="02020603050405020304" charset="0"/>
              </a:rPr>
              <a:t>Income , Purchases , Products , Campaign</a:t>
            </a:r>
            <a:endParaRPr lang="en-US" altLang="en-GB">
              <a:latin typeface="Times New Roman" panose="02020603050405020304" charset="0"/>
              <a:cs typeface="Times New Roman" panose="02020603050405020304" charset="0"/>
            </a:endParaRPr>
          </a:p>
        </p:txBody>
      </p:sp>
      <p:sp>
        <p:nvSpPr>
          <p:cNvPr id="348" name="Google Shape;348;p41"/>
          <p:cNvSpPr txBox="1"/>
          <p:nvPr>
            <p:ph type="ctrTitle"/>
          </p:nvPr>
        </p:nvSpPr>
        <p:spPr>
          <a:xfrm>
            <a:off x="2404575" y="893524"/>
            <a:ext cx="4335000" cy="68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800" i="0">
                <a:solidFill>
                  <a:schemeClr val="accent1"/>
                </a:solidFill>
                <a:latin typeface="Times New Roman" panose="02020603050405020304" charset="0"/>
                <a:cs typeface="Times New Roman" panose="02020603050405020304" charset="0"/>
              </a:rPr>
              <a:t>3</a:t>
            </a:r>
            <a:endParaRPr lang="en-US" sz="4800" i="0">
              <a:solidFill>
                <a:schemeClr val="accent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anim calcmode="lin" valueType="num">
                                      <p:cBhvr additive="base">
                                        <p:cTn id="7" dur="500" fill="hold"/>
                                        <p:tgtEl>
                                          <p:spTgt spid="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0" build="p"/>
      <p:bldP spid="347" grpI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2"/>
          <p:cNvSpPr txBox="1">
            <a:spLocks noGrp="1"/>
          </p:cNvSpPr>
          <p:nvPr>
            <p:ph type="title"/>
          </p:nvPr>
        </p:nvSpPr>
        <p:spPr>
          <a:xfrm>
            <a:off x="578485" y="441325"/>
            <a:ext cx="1659255" cy="671830"/>
          </a:xfrm>
          <a:prstGeom prst="rect">
            <a:avLst/>
          </a:prstGeom>
        </p:spPr>
        <p:txBody>
          <a:bodyPr spcFirstLastPara="1" wrap="square" lIns="0" tIns="0" rIns="0" bIns="0" anchor="ctr" anchorCtr="0">
            <a:noAutofit/>
          </a:bodyPr>
          <a:lstStyle/>
          <a:p>
            <a:pPr algn="ctr"/>
            <a:r>
              <a:rPr lang="en-GB" i="0">
                <a:solidFill>
                  <a:schemeClr val="tx1"/>
                </a:solidFill>
                <a:latin typeface="Times New Roman" panose="02020603050405020304" charset="0"/>
                <a:cs typeface="Times New Roman" panose="02020603050405020304" charset="0"/>
              </a:rPr>
              <a:t>Trực quan hoá dữ liệu</a:t>
            </a:r>
            <a:endParaRPr lang="en-GB" i="0">
              <a:solidFill>
                <a:schemeClr val="tx1"/>
              </a:solidFill>
              <a:latin typeface="Times New Roman" panose="02020603050405020304" charset="0"/>
              <a:cs typeface="Times New Roman" panose="02020603050405020304" charset="0"/>
            </a:endParaRPr>
          </a:p>
        </p:txBody>
      </p:sp>
      <p:sp>
        <p:nvSpPr>
          <p:cNvPr id="354" name="Google Shape;354;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
        <p:nvSpPr>
          <p:cNvPr id="356" name="Google Shape;356;p42"/>
          <p:cNvSpPr/>
          <p:nvPr/>
        </p:nvSpPr>
        <p:spPr>
          <a:xfrm>
            <a:off x="7075124" y="2755950"/>
            <a:ext cx="822900" cy="393600"/>
          </a:xfrm>
          <a:prstGeom prst="homePlate">
            <a:avLst>
              <a:gd name="adj" fmla="val 32030"/>
            </a:avLst>
          </a:prstGeom>
          <a:solidFill>
            <a:schemeClr val="accent4"/>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10</a:t>
            </a:r>
            <a:endParaRPr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57" name="Google Shape;357;p42"/>
          <p:cNvSpPr/>
          <p:nvPr/>
        </p:nvSpPr>
        <p:spPr>
          <a:xfrm>
            <a:off x="6415040" y="2755950"/>
            <a:ext cx="822900" cy="393600"/>
          </a:xfrm>
          <a:prstGeom prst="homePlate">
            <a:avLst>
              <a:gd name="adj" fmla="val 32030"/>
            </a:avLst>
          </a:prstGeom>
          <a:solidFill>
            <a:schemeClr val="accent4"/>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9</a:t>
            </a:r>
            <a:endParaRPr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58" name="Google Shape;358;p42"/>
          <p:cNvSpPr/>
          <p:nvPr/>
        </p:nvSpPr>
        <p:spPr>
          <a:xfrm>
            <a:off x="5754956" y="2755950"/>
            <a:ext cx="822900" cy="393600"/>
          </a:xfrm>
          <a:prstGeom prst="homePlate">
            <a:avLst>
              <a:gd name="adj" fmla="val 32030"/>
            </a:avLst>
          </a:prstGeom>
          <a:solidFill>
            <a:schemeClr val="accent3"/>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8</a:t>
            </a:r>
            <a:endParaRPr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59" name="Google Shape;359;p42"/>
          <p:cNvSpPr/>
          <p:nvPr/>
        </p:nvSpPr>
        <p:spPr>
          <a:xfrm>
            <a:off x="5094872" y="2755950"/>
            <a:ext cx="822900" cy="393600"/>
          </a:xfrm>
          <a:prstGeom prst="homePlate">
            <a:avLst>
              <a:gd name="adj" fmla="val 32030"/>
            </a:avLst>
          </a:prstGeom>
          <a:solidFill>
            <a:schemeClr val="accent3"/>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7</a:t>
            </a:r>
            <a:endParaRPr lang="en-GB" sz="1000">
              <a:solidFill>
                <a:schemeClr val="lt1"/>
              </a:solidFill>
              <a:latin typeface="Times New Roman" panose="02020603050405020304" charset="0"/>
              <a:ea typeface="Times New Roman" panose="02020603050405020304" charset="0"/>
              <a:cs typeface="Times New Roman" panose="02020603050405020304" charset="0"/>
            </a:endParaRPr>
          </a:p>
        </p:txBody>
      </p:sp>
      <p:sp>
        <p:nvSpPr>
          <p:cNvPr id="360" name="Google Shape;360;p42"/>
          <p:cNvSpPr/>
          <p:nvPr/>
        </p:nvSpPr>
        <p:spPr>
          <a:xfrm>
            <a:off x="4434788" y="2755950"/>
            <a:ext cx="822900" cy="393600"/>
          </a:xfrm>
          <a:prstGeom prst="homePlate">
            <a:avLst>
              <a:gd name="adj" fmla="val 32030"/>
            </a:avLst>
          </a:prstGeom>
          <a:solidFill>
            <a:schemeClr val="accent3"/>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6</a:t>
            </a:r>
            <a:endParaRPr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61" name="Google Shape;361;p42"/>
          <p:cNvSpPr/>
          <p:nvPr/>
        </p:nvSpPr>
        <p:spPr>
          <a:xfrm>
            <a:off x="3774704" y="2755950"/>
            <a:ext cx="822900" cy="393600"/>
          </a:xfrm>
          <a:prstGeom prst="homePlate">
            <a:avLst>
              <a:gd name="adj" fmla="val 32030"/>
            </a:avLst>
          </a:prstGeom>
          <a:solidFill>
            <a:schemeClr val="accent2"/>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5</a:t>
            </a:r>
            <a:endParaRPr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62" name="Google Shape;362;p42"/>
          <p:cNvSpPr/>
          <p:nvPr/>
        </p:nvSpPr>
        <p:spPr>
          <a:xfrm>
            <a:off x="3114619" y="2755950"/>
            <a:ext cx="822900" cy="393600"/>
          </a:xfrm>
          <a:prstGeom prst="homePlate">
            <a:avLst>
              <a:gd name="adj" fmla="val 32030"/>
            </a:avLst>
          </a:prstGeom>
          <a:solidFill>
            <a:schemeClr val="accent2"/>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4</a:t>
            </a:r>
            <a:endParaRPr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63" name="Google Shape;363;p42"/>
          <p:cNvSpPr/>
          <p:nvPr/>
        </p:nvSpPr>
        <p:spPr>
          <a:xfrm>
            <a:off x="2454535" y="2755950"/>
            <a:ext cx="822900" cy="393600"/>
          </a:xfrm>
          <a:prstGeom prst="homePlate">
            <a:avLst>
              <a:gd name="adj" fmla="val 32030"/>
            </a:avLst>
          </a:prstGeom>
          <a:solidFill>
            <a:schemeClr val="accent2"/>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3</a:t>
            </a:r>
            <a:endParaRPr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64" name="Google Shape;364;p42"/>
          <p:cNvSpPr/>
          <p:nvPr/>
        </p:nvSpPr>
        <p:spPr>
          <a:xfrm>
            <a:off x="1794451" y="2755950"/>
            <a:ext cx="822900" cy="393600"/>
          </a:xfrm>
          <a:prstGeom prst="homePlate">
            <a:avLst>
              <a:gd name="adj" fmla="val 32030"/>
            </a:avLst>
          </a:prstGeom>
          <a:solidFill>
            <a:schemeClr val="accent1"/>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2</a:t>
            </a:r>
            <a:endParaRPr sz="1000">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365" name="Google Shape;365;p42"/>
          <p:cNvSpPr/>
          <p:nvPr/>
        </p:nvSpPr>
        <p:spPr>
          <a:xfrm>
            <a:off x="1134367" y="2755950"/>
            <a:ext cx="822900" cy="393600"/>
          </a:xfrm>
          <a:prstGeom prst="homePlate">
            <a:avLst>
              <a:gd name="adj" fmla="val 32030"/>
            </a:avLst>
          </a:prstGeom>
          <a:solidFill>
            <a:schemeClr val="accent1"/>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GB" sz="1000">
                <a:solidFill>
                  <a:schemeClr val="lt1"/>
                </a:solidFill>
                <a:latin typeface="Times New Roman" panose="02020603050405020304" charset="0"/>
                <a:ea typeface="Times New Roman" panose="02020603050405020304" charset="0"/>
                <a:cs typeface="Times New Roman" panose="02020603050405020304" charset="0"/>
              </a:rPr>
              <a:t>1</a:t>
            </a:r>
            <a:endParaRPr lang="en-GB" sz="1000">
              <a:solidFill>
                <a:schemeClr val="lt1"/>
              </a:solidFill>
              <a:latin typeface="Times New Roman" panose="02020603050405020304" charset="0"/>
              <a:ea typeface="Times New Roman" panose="02020603050405020304" charset="0"/>
              <a:cs typeface="Times New Roman" panose="02020603050405020304" charset="0"/>
            </a:endParaRPr>
          </a:p>
        </p:txBody>
      </p:sp>
      <p:sp>
        <p:nvSpPr>
          <p:cNvPr id="369" name="Google Shape;369;p42"/>
          <p:cNvSpPr txBox="1"/>
          <p:nvPr/>
        </p:nvSpPr>
        <p:spPr>
          <a:xfrm>
            <a:off x="299275" y="1667042"/>
            <a:ext cx="1249500" cy="533400"/>
          </a:xfrm>
          <a:prstGeom prst="rect">
            <a:avLst/>
          </a:prstGeom>
          <a:noFill/>
          <a:ln>
            <a:noFill/>
          </a:ln>
        </p:spPr>
        <p:txBody>
          <a:bodyPr spcFirstLastPara="1" wrap="square" lIns="0" tIns="0" rIns="0" bIns="0" anchor="b" anchorCtr="0">
            <a:noAutofit/>
          </a:bodyPr>
          <a:lstStyle/>
          <a:p>
            <a:pPr algn="ctr"/>
            <a:endParaRPr lang="en-US" sz="900" b="1" i="1">
              <a:solidFill>
                <a:schemeClr val="bg1"/>
              </a:solidFill>
              <a:latin typeface="Times New Roman" panose="02020603050405020304" charset="0"/>
              <a:ea typeface="Times New Roman" panose="02020603050405020304" charset="0"/>
            </a:endParaRPr>
          </a:p>
        </p:txBody>
      </p:sp>
      <p:cxnSp>
        <p:nvCxnSpPr>
          <p:cNvPr id="370" name="Google Shape;370;p42"/>
          <p:cNvCxnSpPr/>
          <p:nvPr/>
        </p:nvCxnSpPr>
        <p:spPr>
          <a:xfrm rot="10800000">
            <a:off x="2090158"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371" name="Google Shape;371;p42"/>
          <p:cNvSpPr txBox="1"/>
          <p:nvPr/>
        </p:nvSpPr>
        <p:spPr>
          <a:xfrm>
            <a:off x="922683" y="1990392"/>
            <a:ext cx="2339861" cy="330367"/>
          </a:xfrm>
          <a:prstGeom prst="rect">
            <a:avLst/>
          </a:prstGeom>
          <a:noFill/>
          <a:ln>
            <a:noFill/>
          </a:ln>
        </p:spPr>
        <p:txBody>
          <a:bodyPr spcFirstLastPara="1" wrap="square" lIns="0" tIns="0" rIns="0" bIns="0" anchor="b" anchorCtr="0">
            <a:noAutofit/>
          </a:bodyPr>
          <a:lstStyle/>
          <a:p>
            <a:pPr algn="ctr"/>
            <a:r>
              <a:rPr lang="en-US">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Phân bổ văn </a:t>
            </a:r>
            <a:br>
              <a:rPr lang="en-US">
                <a:latin typeface="Times New Roman" panose="02020603050405020304" charset="0"/>
                <a:ea typeface="Times New Roman" panose="02020603050405020304" charset="0"/>
                <a:cs typeface="Times New Roman" panose="02020603050405020304" charset="0"/>
              </a:rPr>
            </a:br>
            <a:r>
              <a:rPr lang="en-US">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bằng theo </a:t>
            </a:r>
            <a:br>
              <a:rPr lang="en-US">
                <a:latin typeface="Times New Roman" panose="02020603050405020304" charset="0"/>
                <a:ea typeface="Times New Roman" panose="02020603050405020304" charset="0"/>
                <a:cs typeface="Times New Roman" panose="02020603050405020304" charset="0"/>
              </a:rPr>
            </a:br>
            <a:r>
              <a:rPr lang="en-US">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mức thu nhập</a:t>
            </a:r>
            <a:endParaRPr lang="en-GB">
              <a:solidFill>
                <a:schemeClr val="bg1"/>
              </a:solidFill>
              <a:latin typeface="Times New Roman" panose="02020603050405020304" charset="0"/>
              <a:ea typeface="Times New Roman" panose="02020603050405020304" charset="0"/>
              <a:cs typeface="Times New Roman" panose="02020603050405020304" charset="0"/>
            </a:endParaRPr>
          </a:p>
          <a:p>
            <a:pPr marL="0" marR="0" lvl="0" indent="0" algn="ctr">
              <a:lnSpc>
                <a:spcPct val="100000"/>
              </a:lnSpc>
              <a:spcBef>
                <a:spcPts val="0"/>
              </a:spcBef>
              <a:spcAft>
                <a:spcPts val="0"/>
              </a:spcAft>
              <a:buNone/>
            </a:pPr>
            <a:endParaRPr lang="en-GB">
              <a:solidFill>
                <a:schemeClr val="lt1"/>
              </a:solidFill>
              <a:latin typeface="Times New Roman" panose="02020603050405020304" charset="0"/>
              <a:ea typeface="Times New Roman" panose="02020603050405020304" charset="0"/>
              <a:cs typeface="Times New Roman" panose="02020603050405020304" charset="0"/>
            </a:endParaRPr>
          </a:p>
        </p:txBody>
      </p:sp>
      <p:cxnSp>
        <p:nvCxnSpPr>
          <p:cNvPr id="372" name="Google Shape;372;p42"/>
          <p:cNvCxnSpPr/>
          <p:nvPr/>
        </p:nvCxnSpPr>
        <p:spPr>
          <a:xfrm rot="10800000">
            <a:off x="3411393"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373" name="Google Shape;373;p42"/>
          <p:cNvSpPr txBox="1"/>
          <p:nvPr/>
        </p:nvSpPr>
        <p:spPr>
          <a:xfrm>
            <a:off x="2784475" y="1742440"/>
            <a:ext cx="1412875" cy="548640"/>
          </a:xfrm>
          <a:prstGeom prst="rect">
            <a:avLst/>
          </a:prstGeom>
          <a:noFill/>
          <a:ln>
            <a:noFill/>
          </a:ln>
        </p:spPr>
        <p:txBody>
          <a:bodyPr spcFirstLastPara="1" wrap="square" lIns="0" tIns="0" rIns="0" bIns="0" anchor="b" anchorCtr="0">
            <a:noAutofit/>
          </a:bodyPr>
          <a:lstStyle/>
          <a:p>
            <a:pPr algn="ctr"/>
            <a:r>
              <a:rPr lang="en-US">
                <a:solidFill>
                  <a:schemeClr val="bg1"/>
                </a:solidFill>
                <a:latin typeface="Times New Roman" panose="02020603050405020304" charset="0"/>
                <a:ea typeface="Times New Roman" panose="02020603050405020304" charset="0"/>
                <a:sym typeface="Times New Roman" panose="02020603050405020304" charset="0"/>
              </a:rPr>
              <a:t>B</a:t>
            </a:r>
            <a:r>
              <a:rPr lang="en-US">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ằng cấp theo tình trạng hôn nhân</a:t>
            </a:r>
            <a:endParaRPr lang="en-GB">
              <a:solidFill>
                <a:schemeClr val="bg1"/>
              </a:solidFill>
              <a:latin typeface="Times New Roman" panose="02020603050405020304" charset="0"/>
              <a:ea typeface="Times New Roman" panose="02020603050405020304" charset="0"/>
              <a:cs typeface="Times New Roman" panose="02020603050405020304" charset="0"/>
            </a:endParaRPr>
          </a:p>
          <a:p>
            <a:pPr marL="0" marR="0" lvl="0" indent="0" algn="l">
              <a:lnSpc>
                <a:spcPct val="100000"/>
              </a:lnSpc>
              <a:spcBef>
                <a:spcPts val="0"/>
              </a:spcBef>
              <a:spcAft>
                <a:spcPts val="0"/>
              </a:spcAft>
              <a:buNone/>
            </a:pPr>
            <a:endParaRPr lang="en-GB">
              <a:solidFill>
                <a:schemeClr val="lt1"/>
              </a:solidFill>
              <a:latin typeface="Times New Roman" panose="02020603050405020304" charset="0"/>
              <a:ea typeface="Times New Roman" panose="02020603050405020304" charset="0"/>
              <a:cs typeface="Times New Roman" panose="02020603050405020304" charset="0"/>
            </a:endParaRPr>
          </a:p>
        </p:txBody>
      </p:sp>
      <p:cxnSp>
        <p:nvCxnSpPr>
          <p:cNvPr id="374" name="Google Shape;374;p42"/>
          <p:cNvCxnSpPr/>
          <p:nvPr/>
        </p:nvCxnSpPr>
        <p:spPr>
          <a:xfrm rot="10800000">
            <a:off x="4732628"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375" name="Google Shape;375;p42"/>
          <p:cNvSpPr txBox="1"/>
          <p:nvPr/>
        </p:nvSpPr>
        <p:spPr>
          <a:xfrm>
            <a:off x="4432935" y="1621924"/>
            <a:ext cx="1249500" cy="533400"/>
          </a:xfrm>
          <a:prstGeom prst="rect">
            <a:avLst/>
          </a:prstGeom>
          <a:noFill/>
          <a:ln>
            <a:noFill/>
          </a:ln>
        </p:spPr>
        <p:txBody>
          <a:bodyPr spcFirstLastPara="1" wrap="square" lIns="0" tIns="0" rIns="0" bIns="0" anchor="b" anchorCtr="0">
            <a:noAutofit/>
          </a:bodyPr>
          <a:lstStyle/>
          <a:p>
            <a:pPr algn="ctr"/>
            <a:r>
              <a:rPr lang="en-GB">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Sức mua qua mỗi kênh</a:t>
            </a:r>
            <a:endParaRPr lang="vi-VN">
              <a:solidFill>
                <a:schemeClr val="lt1"/>
              </a:solidFill>
            </a:endParaRPr>
          </a:p>
        </p:txBody>
      </p:sp>
      <p:cxnSp>
        <p:nvCxnSpPr>
          <p:cNvPr id="376" name="Google Shape;376;p42"/>
          <p:cNvCxnSpPr/>
          <p:nvPr/>
        </p:nvCxnSpPr>
        <p:spPr>
          <a:xfrm rot="10800000">
            <a:off x="6053863"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377" name="Google Shape;377;p42"/>
          <p:cNvSpPr txBox="1"/>
          <p:nvPr/>
        </p:nvSpPr>
        <p:spPr>
          <a:xfrm>
            <a:off x="5541515" y="1675297"/>
            <a:ext cx="1249500" cy="533400"/>
          </a:xfrm>
          <a:prstGeom prst="rect">
            <a:avLst/>
          </a:prstGeom>
          <a:noFill/>
          <a:ln>
            <a:noFill/>
          </a:ln>
        </p:spPr>
        <p:txBody>
          <a:bodyPr spcFirstLastPara="1" wrap="square" lIns="0" tIns="0" rIns="0" bIns="0" anchor="b" anchorCtr="0">
            <a:noAutofit/>
          </a:bodyPr>
          <a:lstStyle/>
          <a:p>
            <a:pPr algn="ctr"/>
            <a:r>
              <a:rPr lang="en-GB">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Sản phẩm</a:t>
            </a:r>
            <a:endParaRPr lang="vi-VN"/>
          </a:p>
        </p:txBody>
      </p:sp>
      <p:cxnSp>
        <p:nvCxnSpPr>
          <p:cNvPr id="378" name="Google Shape;378;p42"/>
          <p:cNvCxnSpPr/>
          <p:nvPr/>
        </p:nvCxnSpPr>
        <p:spPr>
          <a:xfrm rot="10800000">
            <a:off x="7375098" y="2281931"/>
            <a:ext cx="0" cy="498600"/>
          </a:xfrm>
          <a:prstGeom prst="straightConnector1">
            <a:avLst/>
          </a:prstGeom>
          <a:noFill/>
          <a:ln w="9525" cap="flat" cmpd="sng">
            <a:solidFill>
              <a:schemeClr val="lt2"/>
            </a:solidFill>
            <a:prstDash val="solid"/>
            <a:round/>
            <a:headEnd type="oval" w="med" len="med"/>
            <a:tailEnd type="oval" w="med" len="med"/>
          </a:ln>
        </p:spPr>
      </p:cxnSp>
      <p:sp>
        <p:nvSpPr>
          <p:cNvPr id="379" name="Google Shape;379;p42"/>
          <p:cNvSpPr txBox="1"/>
          <p:nvPr/>
        </p:nvSpPr>
        <p:spPr>
          <a:xfrm>
            <a:off x="6853555" y="1750060"/>
            <a:ext cx="1562100" cy="533400"/>
          </a:xfrm>
          <a:prstGeom prst="rect">
            <a:avLst/>
          </a:prstGeom>
          <a:noFill/>
          <a:ln>
            <a:noFill/>
          </a:ln>
        </p:spPr>
        <p:txBody>
          <a:bodyPr spcFirstLastPara="1" wrap="square" lIns="0" tIns="0" rIns="0" bIns="0" anchor="b" anchorCtr="0">
            <a:noAutofit/>
          </a:bodyPr>
          <a:lstStyle/>
          <a:p>
            <a:pPr algn="ctr"/>
            <a:r>
              <a:rPr lang="en-GB">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Hiệu suất trung bình của từng sản phẩm ở mỗi quốc gia</a:t>
            </a:r>
            <a:endParaRPr lang="vi-VN">
              <a:solidFill>
                <a:schemeClr val="lt1"/>
              </a:solidFill>
              <a:latin typeface="Times New Roman" panose="02020603050405020304" charset="0"/>
              <a:cs typeface="Times New Roman" panose="02020603050405020304" charset="0"/>
            </a:endParaRPr>
          </a:p>
        </p:txBody>
      </p:sp>
      <p:cxnSp>
        <p:nvCxnSpPr>
          <p:cNvPr id="380" name="Google Shape;380;p42"/>
          <p:cNvCxnSpPr/>
          <p:nvPr/>
        </p:nvCxnSpPr>
        <p:spPr>
          <a:xfrm rot="10800000">
            <a:off x="1439687"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381" name="Google Shape;381;p42"/>
          <p:cNvSpPr txBox="1"/>
          <p:nvPr/>
        </p:nvSpPr>
        <p:spPr>
          <a:xfrm>
            <a:off x="683260" y="3693160"/>
            <a:ext cx="1273810" cy="533400"/>
          </a:xfrm>
          <a:prstGeom prst="rect">
            <a:avLst/>
          </a:prstGeom>
          <a:noFill/>
          <a:ln>
            <a:noFill/>
          </a:ln>
        </p:spPr>
        <p:txBody>
          <a:bodyPr spcFirstLastPara="1" wrap="square" lIns="0" tIns="0" rIns="0" bIns="0" anchor="t" anchorCtr="0">
            <a:noAutofit/>
          </a:bodyPr>
          <a:lstStyle/>
          <a:p>
            <a:pPr algn="ctr"/>
            <a:r>
              <a:rPr lang="en-US">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Thu nhập Trung bình và Trung vị ở mỗi quốc gia</a:t>
            </a:r>
            <a:endParaRPr lang="en-GB">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endParaRPr lang="en-GB">
              <a:ea typeface="Times New Roman" panose="02020603050405020304" charset="0"/>
              <a:sym typeface="Times New Roman" panose="02020603050405020304" charset="0"/>
            </a:endParaRPr>
          </a:p>
          <a:p>
            <a:pPr marL="0" marR="0" lvl="0" indent="0" algn="l">
              <a:lnSpc>
                <a:spcPct val="100000"/>
              </a:lnSpc>
              <a:spcBef>
                <a:spcPts val="0"/>
              </a:spcBef>
              <a:spcAft>
                <a:spcPts val="0"/>
              </a:spcAft>
              <a:buNone/>
            </a:pPr>
            <a:endParaRPr lang="en-GB">
              <a:solidFill>
                <a:schemeClr val="lt1"/>
              </a:solidFill>
              <a:latin typeface="Times New Roman" panose="02020603050405020304" charset="0"/>
              <a:ea typeface="Times New Roman" panose="02020603050405020304" charset="0"/>
              <a:cs typeface="Times New Roman" panose="02020603050405020304" charset="0"/>
            </a:endParaRPr>
          </a:p>
        </p:txBody>
      </p:sp>
      <p:cxnSp>
        <p:nvCxnSpPr>
          <p:cNvPr id="382" name="Google Shape;382;p42"/>
          <p:cNvCxnSpPr/>
          <p:nvPr/>
        </p:nvCxnSpPr>
        <p:spPr>
          <a:xfrm rot="10800000">
            <a:off x="2760922"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383" name="Google Shape;383;p42"/>
          <p:cNvSpPr txBox="1"/>
          <p:nvPr/>
        </p:nvSpPr>
        <p:spPr>
          <a:xfrm>
            <a:off x="2203641" y="3693268"/>
            <a:ext cx="1249500" cy="533400"/>
          </a:xfrm>
          <a:prstGeom prst="rect">
            <a:avLst/>
          </a:prstGeom>
          <a:noFill/>
          <a:ln>
            <a:noFill/>
          </a:ln>
        </p:spPr>
        <p:txBody>
          <a:bodyPr spcFirstLastPara="1" wrap="square" lIns="0" tIns="0" rIns="0" bIns="0" anchor="t" anchorCtr="0">
            <a:noAutofit/>
          </a:bodyPr>
          <a:lstStyle/>
          <a:p>
            <a:pPr algn="ctr"/>
            <a:r>
              <a:rPr lang="en-US">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Chi tiêu theo</a:t>
            </a:r>
            <a:br>
              <a:rPr lang="en-US">
                <a:latin typeface="Times New Roman" panose="02020603050405020304" charset="0"/>
                <a:ea typeface="Times New Roman" panose="02020603050405020304" charset="0"/>
                <a:cs typeface="Times New Roman" panose="02020603050405020304" charset="0"/>
              </a:rPr>
            </a:br>
            <a:r>
              <a:rPr lang="en-US">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Thu nhập </a:t>
            </a:r>
            <a:endParaRPr lang="vi-VN">
              <a:solidFill>
                <a:schemeClr val="bg1"/>
              </a:solidFill>
              <a:latin typeface="Times New Roman" panose="02020603050405020304" charset="0"/>
              <a:cs typeface="Times New Roman" panose="02020603050405020304" charset="0"/>
            </a:endParaRPr>
          </a:p>
        </p:txBody>
      </p:sp>
      <p:cxnSp>
        <p:nvCxnSpPr>
          <p:cNvPr id="384" name="Google Shape;384;p42"/>
          <p:cNvCxnSpPr/>
          <p:nvPr/>
        </p:nvCxnSpPr>
        <p:spPr>
          <a:xfrm rot="10800000">
            <a:off x="4082157"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385" name="Google Shape;385;p42"/>
          <p:cNvSpPr txBox="1"/>
          <p:nvPr/>
        </p:nvSpPr>
        <p:spPr>
          <a:xfrm>
            <a:off x="3700780" y="3723640"/>
            <a:ext cx="1083310" cy="533400"/>
          </a:xfrm>
          <a:prstGeom prst="rect">
            <a:avLst/>
          </a:prstGeom>
          <a:noFill/>
          <a:ln>
            <a:noFill/>
          </a:ln>
        </p:spPr>
        <p:txBody>
          <a:bodyPr spcFirstLastPara="1" wrap="square" lIns="0" tIns="0" rIns="0" bIns="0" anchor="t" anchorCtr="0">
            <a:noAutofit/>
          </a:bodyPr>
          <a:lstStyle/>
          <a:p>
            <a:pPr algn="ctr"/>
            <a:r>
              <a:rPr lang="en-US">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Mức thu nhập theo tình trạng cha mẹ</a:t>
            </a:r>
            <a:endParaRPr lang="en-GB">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marR="0" lvl="0" indent="0" algn="l">
              <a:lnSpc>
                <a:spcPct val="100000"/>
              </a:lnSpc>
              <a:spcBef>
                <a:spcPts val="0"/>
              </a:spcBef>
              <a:spcAft>
                <a:spcPts val="0"/>
              </a:spcAft>
              <a:buNone/>
            </a:pPr>
            <a:endParaRPr lang="en-GB">
              <a:solidFill>
                <a:schemeClr val="lt1"/>
              </a:solidFill>
              <a:latin typeface="Times New Roman" panose="02020603050405020304" charset="0"/>
              <a:ea typeface="Times New Roman" panose="02020603050405020304" charset="0"/>
              <a:cs typeface="Times New Roman" panose="02020603050405020304" charset="0"/>
            </a:endParaRPr>
          </a:p>
        </p:txBody>
      </p:sp>
      <p:cxnSp>
        <p:nvCxnSpPr>
          <p:cNvPr id="386" name="Google Shape;386;p42"/>
          <p:cNvCxnSpPr/>
          <p:nvPr/>
        </p:nvCxnSpPr>
        <p:spPr>
          <a:xfrm rot="10800000">
            <a:off x="5403392"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387" name="Google Shape;387;p42"/>
          <p:cNvSpPr txBox="1"/>
          <p:nvPr/>
        </p:nvSpPr>
        <p:spPr>
          <a:xfrm>
            <a:off x="5127625" y="3723640"/>
            <a:ext cx="1035685" cy="533400"/>
          </a:xfrm>
          <a:prstGeom prst="rect">
            <a:avLst/>
          </a:prstGeom>
          <a:noFill/>
          <a:ln>
            <a:noFill/>
          </a:ln>
        </p:spPr>
        <p:txBody>
          <a:bodyPr spcFirstLastPara="1" wrap="square" lIns="0" tIns="0" rIns="0" bIns="0" anchor="t" anchorCtr="0">
            <a:noAutofit/>
          </a:bodyPr>
          <a:lstStyle/>
          <a:p>
            <a:pPr algn="ctr"/>
            <a:r>
              <a:rPr lang="en-GB">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Tổng lượng mua ở mỗi quốc gia</a:t>
            </a:r>
            <a:endParaRPr lang="vi-VN">
              <a:solidFill>
                <a:schemeClr val="lt1"/>
              </a:solidFill>
              <a:latin typeface="Times New Roman" panose="02020603050405020304" charset="0"/>
              <a:cs typeface="Times New Roman" panose="02020603050405020304" charset="0"/>
            </a:endParaRPr>
          </a:p>
        </p:txBody>
      </p:sp>
      <p:cxnSp>
        <p:nvCxnSpPr>
          <p:cNvPr id="388" name="Google Shape;388;p42"/>
          <p:cNvCxnSpPr/>
          <p:nvPr/>
        </p:nvCxnSpPr>
        <p:spPr>
          <a:xfrm rot="10800000">
            <a:off x="6724627" y="3124969"/>
            <a:ext cx="0" cy="498600"/>
          </a:xfrm>
          <a:prstGeom prst="straightConnector1">
            <a:avLst/>
          </a:prstGeom>
          <a:noFill/>
          <a:ln w="9525" cap="flat" cmpd="sng">
            <a:solidFill>
              <a:schemeClr val="lt2"/>
            </a:solidFill>
            <a:prstDash val="solid"/>
            <a:round/>
            <a:headEnd type="oval" w="med" len="med"/>
            <a:tailEnd type="oval" w="med" len="med"/>
          </a:ln>
        </p:spPr>
      </p:cxnSp>
      <p:sp>
        <p:nvSpPr>
          <p:cNvPr id="389" name="Google Shape;389;p42"/>
          <p:cNvSpPr txBox="1"/>
          <p:nvPr/>
        </p:nvSpPr>
        <p:spPr>
          <a:xfrm>
            <a:off x="6201446" y="3723347"/>
            <a:ext cx="1249500" cy="533400"/>
          </a:xfrm>
          <a:prstGeom prst="rect">
            <a:avLst/>
          </a:prstGeom>
          <a:noFill/>
          <a:ln>
            <a:noFill/>
          </a:ln>
        </p:spPr>
        <p:txBody>
          <a:bodyPr spcFirstLastPara="1" wrap="square" lIns="0" tIns="0" rIns="0" bIns="0" anchor="t" anchorCtr="0">
            <a:noAutofit/>
          </a:bodyPr>
          <a:lstStyle/>
          <a:p>
            <a:pPr algn="ctr"/>
            <a:r>
              <a:rPr lang="en-GB">
                <a:solidFill>
                  <a:schemeClr val="lt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Mức độ thành công của mỗi chiến dịch</a:t>
            </a:r>
            <a:endParaRPr lang="vi-VN">
              <a:solidFill>
                <a:schemeClr val="lt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3" name="Chỗ dành sẵn cho Văn bản 2"/>
          <p:cNvSpPr>
            <a:spLocks noGrp="1"/>
          </p:cNvSpPr>
          <p:nvPr>
            <p:ph type="body" idx="1"/>
          </p:nvPr>
        </p:nvSpPr>
        <p:spPr/>
        <p:txBody>
          <a:bodyPr/>
          <a:lstStyle/>
          <a:p>
            <a:r>
              <a:rPr lang="en-US" b="1">
                <a:solidFill>
                  <a:schemeClr val="tx1"/>
                </a:solidFill>
                <a:latin typeface="Times New Roman" panose="02020603050405020304" charset="0"/>
                <a:cs typeface="Times New Roman" panose="02020603050405020304" charset="0"/>
              </a:rPr>
              <a:t>Thu </a:t>
            </a:r>
            <a:r>
              <a:rPr lang="en-US" b="1" err="1">
                <a:solidFill>
                  <a:schemeClr val="tx1"/>
                </a:solidFill>
                <a:latin typeface="Times New Roman" panose="02020603050405020304" charset="0"/>
                <a:cs typeface="Times New Roman" panose="02020603050405020304" charset="0"/>
              </a:rPr>
              <a:t>nhập</a:t>
            </a:r>
            <a:r>
              <a:rPr lang="en-US" b="1">
                <a:solidFill>
                  <a:schemeClr val="tx1"/>
                </a:solidFill>
                <a:latin typeface="Times New Roman" panose="02020603050405020304" charset="0"/>
                <a:cs typeface="Times New Roman" panose="02020603050405020304" charset="0"/>
              </a:rPr>
              <a:t> Trung </a:t>
            </a:r>
            <a:r>
              <a:rPr lang="en-US" b="1" err="1">
                <a:solidFill>
                  <a:schemeClr val="tx1"/>
                </a:solidFill>
                <a:latin typeface="Times New Roman" panose="02020603050405020304" charset="0"/>
                <a:cs typeface="Times New Roman" panose="02020603050405020304" charset="0"/>
              </a:rPr>
              <a:t>bình</a:t>
            </a:r>
            <a:r>
              <a:rPr lang="en-US" b="1">
                <a:solidFill>
                  <a:schemeClr val="tx1"/>
                </a:solidFill>
                <a:latin typeface="Times New Roman" panose="02020603050405020304" charset="0"/>
                <a:cs typeface="Times New Roman" panose="02020603050405020304" charset="0"/>
              </a:rPr>
              <a:t> </a:t>
            </a:r>
            <a:r>
              <a:rPr lang="en-US" b="1" err="1">
                <a:solidFill>
                  <a:schemeClr val="tx1"/>
                </a:solidFill>
                <a:latin typeface="Times New Roman" panose="02020603050405020304" charset="0"/>
                <a:cs typeface="Times New Roman" panose="02020603050405020304" charset="0"/>
              </a:rPr>
              <a:t>và</a:t>
            </a:r>
            <a:r>
              <a:rPr lang="en-US" b="1">
                <a:solidFill>
                  <a:schemeClr val="tx1"/>
                </a:solidFill>
                <a:latin typeface="Times New Roman" panose="02020603050405020304" charset="0"/>
                <a:cs typeface="Times New Roman" panose="02020603050405020304" charset="0"/>
              </a:rPr>
              <a:t> Trung </a:t>
            </a:r>
            <a:r>
              <a:rPr lang="en-US" b="1" err="1">
                <a:solidFill>
                  <a:schemeClr val="tx1"/>
                </a:solidFill>
                <a:latin typeface="Times New Roman" panose="02020603050405020304" charset="0"/>
                <a:cs typeface="Times New Roman" panose="02020603050405020304" charset="0"/>
              </a:rPr>
              <a:t>vị</a:t>
            </a:r>
            <a:r>
              <a:rPr lang="en-US" b="1">
                <a:solidFill>
                  <a:schemeClr val="tx1"/>
                </a:solidFill>
                <a:latin typeface="Times New Roman" panose="02020603050405020304" charset="0"/>
                <a:cs typeface="Times New Roman" panose="02020603050405020304" charset="0"/>
              </a:rPr>
              <a:t> ở </a:t>
            </a:r>
            <a:r>
              <a:rPr lang="en-US" b="1" err="1">
                <a:solidFill>
                  <a:schemeClr val="tx1"/>
                </a:solidFill>
                <a:latin typeface="Times New Roman" panose="02020603050405020304" charset="0"/>
                <a:cs typeface="Times New Roman" panose="02020603050405020304" charset="0"/>
              </a:rPr>
              <a:t>mỗi</a:t>
            </a:r>
            <a:r>
              <a:rPr lang="en-US" b="1">
                <a:solidFill>
                  <a:schemeClr val="tx1"/>
                </a:solidFill>
                <a:latin typeface="Times New Roman" panose="02020603050405020304" charset="0"/>
                <a:cs typeface="Times New Roman" panose="02020603050405020304" charset="0"/>
              </a:rPr>
              <a:t> </a:t>
            </a:r>
            <a:r>
              <a:rPr lang="en-US" b="1" err="1">
                <a:solidFill>
                  <a:schemeClr val="tx1"/>
                </a:solidFill>
                <a:latin typeface="Times New Roman" panose="02020603050405020304" charset="0"/>
                <a:cs typeface="Times New Roman" panose="02020603050405020304" charset="0"/>
              </a:rPr>
              <a:t>quốc</a:t>
            </a:r>
            <a:r>
              <a:rPr lang="en-US" b="1">
                <a:solidFill>
                  <a:schemeClr val="tx1"/>
                </a:solidFill>
                <a:latin typeface="Times New Roman" panose="02020603050405020304" charset="0"/>
                <a:cs typeface="Times New Roman" panose="02020603050405020304" charset="0"/>
              </a:rPr>
              <a:t> gia</a:t>
            </a:r>
            <a:endParaRPr lang="en-US" b="1">
              <a:solidFill>
                <a:schemeClr val="tx1"/>
              </a:solidFill>
              <a:latin typeface="Times New Roman" panose="02020603050405020304" charset="0"/>
              <a:cs typeface="Times New Roman" panose="02020603050405020304" charset="0"/>
            </a:endParaRPr>
          </a:p>
        </p:txBody>
      </p:sp>
      <p:pic>
        <p:nvPicPr>
          <p:cNvPr id="4" name="Hình ảnh 4"/>
          <p:cNvPicPr>
            <a:picLocks noChangeAspect="1"/>
          </p:cNvPicPr>
          <p:nvPr/>
        </p:nvPicPr>
        <p:blipFill>
          <a:blip r:embed="rId1"/>
          <a:stretch>
            <a:fillRect/>
          </a:stretch>
        </p:blipFill>
        <p:spPr>
          <a:xfrm>
            <a:off x="1292600" y="687793"/>
            <a:ext cx="6567205" cy="3540996"/>
          </a:xfrm>
          <a:prstGeom prst="rect">
            <a:avLst/>
          </a:prstGeom>
        </p:spPr>
      </p:pic>
      <p:sp>
        <p:nvSpPr>
          <p:cNvPr id="6" name="Hộp Văn bản 5"/>
          <p:cNvSpPr txBox="1"/>
          <p:nvPr/>
        </p:nvSpPr>
        <p:spPr>
          <a:xfrm>
            <a:off x="3418915" y="653863"/>
            <a:ext cx="2743200" cy="307777"/>
          </a:xfrm>
          <a:prstGeom prst="rect">
            <a:avLst/>
          </a:prstGeom>
          <a:solidFill>
            <a:schemeClr val="bg1"/>
          </a:solidFill>
          <a:ln>
            <a:solidFill>
              <a:schemeClr val="bg1"/>
            </a:solidFill>
          </a:ln>
        </p:spPr>
        <p:txBody>
          <a:bodyPr rot="0" spcFirstLastPara="0" vertOverflow="overflow" horzOverflow="overflow" vert="horz" wrap="square" lIns="91440" tIns="45720" rIns="91440" bIns="45720" numCol="1" spcCol="0" rtlCol="0" fromWordArt="0" anchor="t" anchorCtr="0" forceAA="0" compatLnSpc="1">
            <a:spAutoFit/>
          </a:bodyPr>
          <a:lstStyle/>
          <a:p>
            <a:r>
              <a:rPr lang="vi-VN" b="1" err="1"/>
              <a:t>Income</a:t>
            </a:r>
            <a:r>
              <a:rPr lang="vi-VN" b="1"/>
              <a:t> in </a:t>
            </a:r>
            <a:r>
              <a:rPr lang="vi-VN" b="1" err="1"/>
              <a:t>each</a:t>
            </a:r>
            <a:r>
              <a:rPr lang="vi-VN" b="1"/>
              <a:t> </a:t>
            </a:r>
            <a:r>
              <a:rPr lang="vi-VN" b="1" err="1"/>
              <a:t>country</a:t>
            </a:r>
            <a:endParaRPr lang="vi-VN" b="1"/>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a:spLocks noGrp="1"/>
          </p:cNvSpPr>
          <p:nvPr>
            <p:ph type="title"/>
          </p:nvPr>
        </p:nvSpPr>
        <p:spPr>
          <a:xfrm>
            <a:off x="579729" y="819409"/>
            <a:ext cx="1706732" cy="1084319"/>
          </a:xfrm>
          <a:prstGeom prst="rect">
            <a:avLst/>
          </a:prstGeom>
        </p:spPr>
        <p:txBody>
          <a:bodyPr spcFirstLastPara="1" wrap="square" lIns="91425" tIns="91425" rIns="91425" bIns="91425" anchor="t" anchorCtr="0">
            <a:noAutofit/>
          </a:bodyPr>
          <a:lstStyle/>
          <a:p>
            <a:pPr algn="ctr"/>
            <a:r>
              <a:rPr lang="en-US" i="0">
                <a:solidFill>
                  <a:schemeClr val="tx1"/>
                </a:solidFill>
                <a:latin typeface="Times New Roman" panose="02020603050405020304" charset="0"/>
                <a:cs typeface="Times New Roman" panose="02020603050405020304" charset="0"/>
              </a:rPr>
              <a:t>Phân </a:t>
            </a:r>
            <a:r>
              <a:rPr lang="en-US" i="0" err="1">
                <a:solidFill>
                  <a:schemeClr val="tx1"/>
                </a:solidFill>
                <a:latin typeface="Times New Roman" panose="02020603050405020304" charset="0"/>
                <a:cs typeface="Times New Roman" panose="02020603050405020304" charset="0"/>
              </a:rPr>
              <a:t>bổ</a:t>
            </a:r>
            <a:r>
              <a:rPr lang="en-US" i="0">
                <a:solidFill>
                  <a:schemeClr val="tx1"/>
                </a:solidFill>
                <a:latin typeface="Times New Roman" panose="02020603050405020304" charset="0"/>
                <a:cs typeface="Times New Roman" panose="02020603050405020304" charset="0"/>
              </a:rPr>
              <a:t> văn </a:t>
            </a:r>
            <a:br>
              <a:rPr lang="en-US" i="0">
                <a:solidFill>
                  <a:schemeClr val="tx1"/>
                </a:solidFill>
                <a:latin typeface="Times New Roman" panose="02020603050405020304" charset="0"/>
                <a:cs typeface="Times New Roman" panose="02020603050405020304" charset="0"/>
              </a:rPr>
            </a:br>
            <a:r>
              <a:rPr lang="en-US" i="0" err="1">
                <a:solidFill>
                  <a:schemeClr val="tx1"/>
                </a:solidFill>
                <a:latin typeface="Times New Roman" panose="02020603050405020304" charset="0"/>
                <a:cs typeface="Times New Roman" panose="02020603050405020304" charset="0"/>
              </a:rPr>
              <a:t>bằng</a:t>
            </a:r>
            <a:r>
              <a:rPr lang="en-US" i="0">
                <a:solidFill>
                  <a:schemeClr val="tx1"/>
                </a:solidFill>
                <a:latin typeface="Times New Roman" panose="02020603050405020304" charset="0"/>
                <a:cs typeface="Times New Roman" panose="02020603050405020304" charset="0"/>
              </a:rPr>
              <a:t> theo </a:t>
            </a:r>
            <a:br>
              <a:rPr lang="en-US" i="0">
                <a:solidFill>
                  <a:schemeClr val="tx1"/>
                </a:solidFill>
                <a:latin typeface="Times New Roman" panose="02020603050405020304" charset="0"/>
                <a:cs typeface="Times New Roman" panose="02020603050405020304" charset="0"/>
              </a:rPr>
            </a:br>
            <a:r>
              <a:rPr lang="en-US" i="0" err="1">
                <a:solidFill>
                  <a:schemeClr val="tx1"/>
                </a:solidFill>
                <a:latin typeface="Times New Roman" panose="02020603050405020304" charset="0"/>
                <a:cs typeface="Times New Roman" panose="02020603050405020304" charset="0"/>
              </a:rPr>
              <a:t>mức</a:t>
            </a:r>
            <a:r>
              <a:rPr lang="en-US" i="0">
                <a:solidFill>
                  <a:schemeClr val="tx1"/>
                </a:solidFill>
                <a:latin typeface="Times New Roman" panose="02020603050405020304" charset="0"/>
                <a:cs typeface="Times New Roman" panose="02020603050405020304" charset="0"/>
              </a:rPr>
              <a:t> thu </a:t>
            </a:r>
            <a:r>
              <a:rPr lang="en-US" i="0" err="1">
                <a:solidFill>
                  <a:schemeClr val="tx1"/>
                </a:solidFill>
                <a:latin typeface="Times New Roman" panose="02020603050405020304" charset="0"/>
                <a:cs typeface="Times New Roman" panose="02020603050405020304" charset="0"/>
              </a:rPr>
              <a:t>nhập</a:t>
            </a:r>
            <a:endParaRPr lang="en-GB" i="0">
              <a:solidFill>
                <a:schemeClr val="tx1"/>
              </a:solidFill>
              <a:latin typeface="Times New Roman" panose="02020603050405020304" charset="0"/>
              <a:cs typeface="Times New Roman" panose="02020603050405020304" charset="0"/>
            </a:endParaRPr>
          </a:p>
          <a:p>
            <a:pPr marL="0" lvl="0" indent="0" algn="r">
              <a:spcBef>
                <a:spcPts val="0"/>
              </a:spcBef>
              <a:spcAft>
                <a:spcPts val="0"/>
              </a:spcAft>
              <a:buNone/>
            </a:pPr>
            <a:endParaRPr lang="en-GB" i="0">
              <a:solidFill>
                <a:schemeClr val="tx1"/>
              </a:solidFill>
              <a:latin typeface="Times New Roman" panose="02020603050405020304" charset="0"/>
              <a:cs typeface="Times New Roman" panose="02020603050405020304" charset="0"/>
            </a:endParaRPr>
          </a:p>
        </p:txBody>
      </p:sp>
      <p:sp>
        <p:nvSpPr>
          <p:cNvPr id="103" name="Google Shape;103;p17"/>
          <p:cNvSpPr txBox="1"/>
          <p:nvPr/>
        </p:nvSpPr>
        <p:spPr>
          <a:xfrm>
            <a:off x="2751325" y="1197150"/>
            <a:ext cx="2578500" cy="22071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GB" sz="1200" b="1">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EDIT IN GOOGLE SLIDES</a:t>
            </a:r>
            <a:endParaRPr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600"/>
              </a:spcBef>
              <a:spcAft>
                <a:spcPts val="0"/>
              </a:spcAft>
              <a:buClr>
                <a:schemeClr val="dk1"/>
              </a:buClr>
              <a:buSzPts val="1100"/>
              <a:buFont typeface="Arial" panose="020B0604020202020204"/>
              <a:buNone/>
            </a:pPr>
            <a:r>
              <a:rPr lang="en-GB"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Click on the button under the presentation preview that says "Use as Google Slides Theme".</a:t>
            </a:r>
            <a:endParaRPr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600"/>
              </a:spcBef>
              <a:spcAft>
                <a:spcPts val="0"/>
              </a:spcAft>
              <a:buClr>
                <a:schemeClr val="dk1"/>
              </a:buClr>
              <a:buSzPts val="1100"/>
              <a:buFont typeface="Arial" panose="020B0604020202020204"/>
              <a:buNone/>
            </a:pPr>
            <a:r>
              <a:rPr lang="en-GB"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You will get a copy of this document on your Google Drive and will be able to edit, add or delete slides.</a:t>
            </a:r>
            <a:endParaRPr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600"/>
              </a:spcBef>
              <a:spcAft>
                <a:spcPts val="0"/>
              </a:spcAft>
              <a:buClr>
                <a:schemeClr val="dk1"/>
              </a:buClr>
              <a:buSzPts val="1100"/>
              <a:buFont typeface="Arial" panose="020B0604020202020204"/>
              <a:buNone/>
            </a:pPr>
            <a:r>
              <a:rPr lang="en-GB"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You have to be signed in to your Google account.</a:t>
            </a:r>
            <a:endParaRPr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600"/>
              </a:spcBef>
              <a:spcAft>
                <a:spcPts val="0"/>
              </a:spcAft>
              <a:buNone/>
            </a:pPr>
            <a:endParaRPr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04" name="Google Shape;104;p17"/>
          <p:cNvSpPr txBox="1"/>
          <p:nvPr/>
        </p:nvSpPr>
        <p:spPr>
          <a:xfrm>
            <a:off x="5678539" y="1197150"/>
            <a:ext cx="2691000" cy="22071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GB" sz="1200" b="1">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EDIT IN POWERPOINT®</a:t>
            </a:r>
            <a:endParaRPr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600"/>
              </a:spcBef>
              <a:spcAft>
                <a:spcPts val="0"/>
              </a:spcAft>
              <a:buNone/>
            </a:pPr>
            <a:r>
              <a:rPr lang="en-GB"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Click on the button under the presentation preview that says "Download as PowerPoint template". You will get a .pptx file that you can edit in PowerPoint.</a:t>
            </a:r>
            <a:endParaRPr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600"/>
              </a:spcBef>
              <a:spcAft>
                <a:spcPts val="0"/>
              </a:spcAft>
              <a:buNone/>
            </a:pPr>
            <a:r>
              <a:rPr lang="en-GB"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Remember to download and install the fonts used in this presentation (you’ll find the links to the font files needed in the </a:t>
            </a:r>
            <a:r>
              <a:rPr lang="en-GB" sz="1200" u="sng">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hlinkClick r:id="rId1" action="ppaction://hlinksldjump"/>
              </a:rPr>
              <a:t>Presentation design slide</a:t>
            </a:r>
            <a:r>
              <a:rPr lang="en-GB"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a:t>
            </a:r>
            <a:endParaRPr sz="12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05" name="Google Shape;105;p17"/>
          <p:cNvSpPr txBox="1"/>
          <p:nvPr/>
        </p:nvSpPr>
        <p:spPr>
          <a:xfrm>
            <a:off x="2751325" y="3677325"/>
            <a:ext cx="5618400" cy="826500"/>
          </a:xfrm>
          <a:prstGeom prst="rect">
            <a:avLst/>
          </a:prstGeom>
          <a:noFill/>
          <a:ln>
            <a:noFill/>
          </a:ln>
        </p:spPr>
        <p:txBody>
          <a:bodyPr spcFirstLastPara="1" wrap="square" lIns="91425" tIns="91425" rIns="91425" bIns="91425" anchor="t" anchorCtr="0">
            <a:noAutofit/>
          </a:bodyPr>
          <a:lstStyle/>
          <a:p>
            <a:pPr marL="0" lvl="0" indent="0" algn="l" rtl="0">
              <a:spcBef>
                <a:spcPts val="1000"/>
              </a:spcBef>
              <a:spcAft>
                <a:spcPts val="0"/>
              </a:spcAft>
              <a:buNone/>
            </a:pPr>
            <a:r>
              <a:rPr lang="en-GB" sz="1000" b="1">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More info on how to use this template at </a:t>
            </a:r>
            <a:r>
              <a:rPr lang="en-GB" sz="1000" b="1" u="sng">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hlinkClick r:id="rId2"/>
              </a:rPr>
              <a:t>www.slidescarnival.com/help-use-presentation-template</a:t>
            </a:r>
            <a:endParaRPr sz="1000" b="1">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1000"/>
              </a:spcBef>
              <a:spcAft>
                <a:spcPts val="0"/>
              </a:spcAft>
              <a:buNone/>
            </a:pPr>
            <a:r>
              <a:rPr lang="en-GB" sz="10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This template is free to use under </a:t>
            </a:r>
            <a:r>
              <a:rPr lang="en-GB" sz="1000" u="sng">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hlinkClick r:id="rId3"/>
              </a:rPr>
              <a:t>Creative Commons Attribution license</a:t>
            </a:r>
            <a:r>
              <a:rPr lang="en-GB" sz="10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rPr>
              <a:t>. You can keep the Credits slide or mention SlidesCarnival and other resources used in a slide footer.</a:t>
            </a:r>
            <a:endParaRPr sz="10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1000"/>
              </a:spcBef>
              <a:spcAft>
                <a:spcPts val="0"/>
              </a:spcAft>
              <a:buNone/>
            </a:pPr>
            <a:endParaRPr sz="10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a:p>
            <a:pPr marL="0" lvl="0" indent="0" algn="l" rtl="0">
              <a:spcBef>
                <a:spcPts val="1000"/>
              </a:spcBef>
              <a:spcAft>
                <a:spcPts val="1000"/>
              </a:spcAft>
              <a:buNone/>
            </a:pPr>
            <a:endParaRPr sz="1000">
              <a:solidFill>
                <a:srgbClr val="4D4A56"/>
              </a:solidFill>
              <a:latin typeface="Times New Roman" panose="02020603050405020304" charset="0"/>
              <a:ea typeface="Times New Roman" panose="02020603050405020304" charset="0"/>
              <a:cs typeface="Times New Roman" panose="02020603050405020304" charset="0"/>
              <a:sym typeface="Times New Roman" panose="02020603050405020304" charset="0"/>
            </a:endParaRPr>
          </a:p>
        </p:txBody>
      </p:sp>
      <p:sp>
        <p:nvSpPr>
          <p:cNvPr id="106" name="Google Shape;106;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2" name="Hình ảnh 2"/>
          <p:cNvPicPr>
            <a:picLocks noChangeAspect="1"/>
          </p:cNvPicPr>
          <p:nvPr/>
        </p:nvPicPr>
        <p:blipFill>
          <a:blip r:embed="rId4"/>
          <a:stretch>
            <a:fillRect/>
          </a:stretch>
        </p:blipFill>
        <p:spPr>
          <a:xfrm>
            <a:off x="2494429" y="736563"/>
            <a:ext cx="6146986" cy="38888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0"/>
          <p:cNvSpPr txBox="1">
            <a:spLocks noGrp="1"/>
          </p:cNvSpPr>
          <p:nvPr>
            <p:ph type="title"/>
          </p:nvPr>
        </p:nvSpPr>
        <p:spPr>
          <a:xfrm>
            <a:off x="404975" y="441150"/>
            <a:ext cx="1832400" cy="671700"/>
          </a:xfrm>
          <a:prstGeom prst="rect">
            <a:avLst/>
          </a:prstGeom>
        </p:spPr>
        <p:txBody>
          <a:bodyPr spcFirstLastPara="1" wrap="square" lIns="0" tIns="0" rIns="0" bIns="0" anchor="ctr" anchorCtr="0">
            <a:noAutofit/>
          </a:bodyPr>
          <a:lstStyle/>
          <a:p>
            <a:pPr algn="ctr"/>
            <a:r>
              <a:rPr lang="en-US" i="0">
                <a:solidFill>
                  <a:schemeClr val="tx1"/>
                </a:solidFill>
                <a:latin typeface="Times New Roman" panose="02020603050405020304" charset="0"/>
                <a:cs typeface="Times New Roman" panose="02020603050405020304" charset="0"/>
              </a:rPr>
              <a:t>Chi tiêu theo</a:t>
            </a:r>
            <a:br>
              <a:rPr lang="en-US" i="0">
                <a:solidFill>
                  <a:schemeClr val="tx1"/>
                </a:solidFill>
                <a:latin typeface="Times New Roman" panose="02020603050405020304" charset="0"/>
                <a:cs typeface="Times New Roman" panose="02020603050405020304" charset="0"/>
              </a:rPr>
            </a:br>
            <a:r>
              <a:rPr lang="en-US" i="0">
                <a:solidFill>
                  <a:schemeClr val="tx1"/>
                </a:solidFill>
                <a:latin typeface="Times New Roman" panose="02020603050405020304" charset="0"/>
                <a:cs typeface="Times New Roman" panose="02020603050405020304" charset="0"/>
              </a:rPr>
              <a:t>Thu </a:t>
            </a:r>
            <a:r>
              <a:rPr lang="en-US" i="0" err="1">
                <a:solidFill>
                  <a:schemeClr val="tx1"/>
                </a:solidFill>
                <a:latin typeface="Times New Roman" panose="02020603050405020304" charset="0"/>
                <a:cs typeface="Times New Roman" panose="02020603050405020304" charset="0"/>
              </a:rPr>
              <a:t>nhập</a:t>
            </a:r>
            <a:r>
              <a:rPr lang="en-US" i="0">
                <a:solidFill>
                  <a:schemeClr val="tx1"/>
                </a:solidFill>
                <a:latin typeface="Times New Roman" panose="02020603050405020304" charset="0"/>
                <a:cs typeface="Times New Roman" panose="02020603050405020304" charset="0"/>
              </a:rPr>
              <a:t> </a:t>
            </a:r>
            <a:r>
              <a:rPr lang="en-US" i="0">
                <a:solidFill>
                  <a:schemeClr val="tx1"/>
                </a:solidFill>
                <a:latin typeface="Times New Roman" panose="02020603050405020304" charset="0"/>
                <a:cs typeface="Arial" panose="020B0604020202020204"/>
              </a:rPr>
              <a:t> </a:t>
            </a:r>
            <a:r>
              <a:rPr lang="en-US" b="0" i="0">
                <a:latin typeface="Arial" panose="020B0604020202020204"/>
                <a:cs typeface="Arial" panose="020B0604020202020204"/>
              </a:rPr>
              <a:t> </a:t>
            </a:r>
            <a:endParaRPr lang="en-US" b="0" i="0">
              <a:latin typeface="Arial" panose="020B0604020202020204"/>
              <a:cs typeface="Arial" panose="020B0604020202020204"/>
            </a:endParaRPr>
          </a:p>
        </p:txBody>
      </p:sp>
      <p:sp>
        <p:nvSpPr>
          <p:cNvPr id="633" name="Google Shape;633;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2" name="Hình ảnh 2" descr="C:\Users\lan\Pictures\m6.PNGm6"/>
          <p:cNvPicPr>
            <a:picLocks noChangeAspect="1"/>
          </p:cNvPicPr>
          <p:nvPr/>
        </p:nvPicPr>
        <p:blipFill>
          <a:blip r:embed="rId1"/>
          <a:srcRect/>
          <a:stretch>
            <a:fillRect/>
          </a:stretch>
        </p:blipFill>
        <p:spPr>
          <a:xfrm>
            <a:off x="1525905" y="1200150"/>
            <a:ext cx="5922010" cy="376555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8"/>
          <p:cNvSpPr txBox="1">
            <a:spLocks noGrp="1"/>
          </p:cNvSpPr>
          <p:nvPr>
            <p:ph type="title"/>
          </p:nvPr>
        </p:nvSpPr>
        <p:spPr>
          <a:xfrm>
            <a:off x="457200" y="895350"/>
            <a:ext cx="1922780" cy="1153795"/>
          </a:xfrm>
          <a:prstGeom prst="rect">
            <a:avLst/>
          </a:prstGeom>
        </p:spPr>
        <p:txBody>
          <a:bodyPr spcFirstLastPara="1" wrap="square" lIns="91425" tIns="91425" rIns="91425" bIns="91425" anchor="ctr" anchorCtr="0">
            <a:noAutofit/>
          </a:bodyPr>
          <a:lstStyle/>
          <a:p>
            <a:pPr algn="ctr"/>
            <a:r>
              <a:rPr lang="en-US" i="0" err="1">
                <a:solidFill>
                  <a:schemeClr val="tx1"/>
                </a:solidFill>
                <a:latin typeface="Times New Roman" panose="02020603050405020304" charset="0"/>
                <a:cs typeface="Times New Roman" panose="02020603050405020304" charset="0"/>
              </a:rPr>
              <a:t>Bằng</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cấp</a:t>
            </a:r>
            <a:r>
              <a:rPr lang="en-US" i="0">
                <a:solidFill>
                  <a:schemeClr val="tx1"/>
                </a:solidFill>
                <a:latin typeface="Times New Roman" panose="02020603050405020304" charset="0"/>
                <a:cs typeface="Times New Roman" panose="02020603050405020304" charset="0"/>
              </a:rPr>
              <a:t> theo </a:t>
            </a:r>
            <a:r>
              <a:rPr lang="en-US" i="0" err="1">
                <a:solidFill>
                  <a:schemeClr val="tx1"/>
                </a:solidFill>
                <a:latin typeface="Times New Roman" panose="02020603050405020304" charset="0"/>
                <a:cs typeface="Times New Roman" panose="02020603050405020304" charset="0"/>
              </a:rPr>
              <a:t>tình</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trạng</a:t>
            </a:r>
            <a:r>
              <a:rPr lang="en-US" i="0">
                <a:solidFill>
                  <a:schemeClr val="tx1"/>
                </a:solidFill>
                <a:latin typeface="Times New Roman" panose="02020603050405020304" charset="0"/>
                <a:cs typeface="Times New Roman" panose="02020603050405020304" charset="0"/>
              </a:rPr>
              <a:t> hôn nhân</a:t>
            </a:r>
            <a:endParaRPr lang="en-US" i="0">
              <a:solidFill>
                <a:schemeClr val="tx1"/>
              </a:solidFill>
              <a:latin typeface="Times New Roman" panose="02020603050405020304" charset="0"/>
              <a:cs typeface="Times New Roman" panose="02020603050405020304" charset="0"/>
            </a:endParaRPr>
          </a:p>
        </p:txBody>
      </p:sp>
      <p:sp>
        <p:nvSpPr>
          <p:cNvPr id="197" name="Google Shape;197;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
        <p:nvSpPr>
          <p:cNvPr id="3" name="Hình Bầu dục 2"/>
          <p:cNvSpPr/>
          <p:nvPr/>
        </p:nvSpPr>
        <p:spPr>
          <a:xfrm>
            <a:off x="3904690" y="727823"/>
            <a:ext cx="3975285" cy="397528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rgbClr val="FFFFFF"/>
              </a:solidFill>
              <a:latin typeface="Arial" panose="020B0604020202020204"/>
              <a:cs typeface="Arial" panose="020B0604020202020204"/>
            </a:endParaRPr>
          </a:p>
        </p:txBody>
      </p:sp>
      <p:pic>
        <p:nvPicPr>
          <p:cNvPr id="4" name="Hình ảnh 4"/>
          <p:cNvPicPr>
            <a:picLocks noChangeAspect="1"/>
          </p:cNvPicPr>
          <p:nvPr/>
        </p:nvPicPr>
        <p:blipFill>
          <a:blip r:embed="rId1"/>
          <a:stretch>
            <a:fillRect/>
          </a:stretch>
        </p:blipFill>
        <p:spPr>
          <a:xfrm>
            <a:off x="2514600" y="438150"/>
            <a:ext cx="6575425" cy="48031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lstStyle/>
          <a:p>
            <a:r>
              <a:rPr lang="en-US" b="1" err="1">
                <a:solidFill>
                  <a:schemeClr val="tx1"/>
                </a:solidFill>
                <a:latin typeface="Times New Roman" panose="02020603050405020304" charset="0"/>
                <a:cs typeface="Times New Roman" panose="02020603050405020304" charset="0"/>
              </a:rPr>
              <a:t>Mức</a:t>
            </a:r>
            <a:r>
              <a:rPr lang="en-US" b="1">
                <a:solidFill>
                  <a:schemeClr val="tx1"/>
                </a:solidFill>
                <a:latin typeface="Times New Roman" panose="02020603050405020304" charset="0"/>
                <a:cs typeface="Times New Roman" panose="02020603050405020304" charset="0"/>
              </a:rPr>
              <a:t> thu </a:t>
            </a:r>
            <a:r>
              <a:rPr lang="en-US" b="1" err="1">
                <a:solidFill>
                  <a:schemeClr val="tx1"/>
                </a:solidFill>
                <a:latin typeface="Times New Roman" panose="02020603050405020304" charset="0"/>
                <a:cs typeface="Times New Roman" panose="02020603050405020304" charset="0"/>
              </a:rPr>
              <a:t>nhập</a:t>
            </a:r>
            <a:r>
              <a:rPr lang="en-US" b="1">
                <a:solidFill>
                  <a:schemeClr val="tx1"/>
                </a:solidFill>
                <a:latin typeface="Times New Roman" panose="02020603050405020304" charset="0"/>
                <a:cs typeface="Times New Roman" panose="02020603050405020304" charset="0"/>
              </a:rPr>
              <a:t> theo </a:t>
            </a:r>
            <a:r>
              <a:rPr lang="en-US" b="1" err="1">
                <a:solidFill>
                  <a:schemeClr val="tx1"/>
                </a:solidFill>
                <a:latin typeface="Times New Roman" panose="02020603050405020304" charset="0"/>
                <a:cs typeface="Times New Roman" panose="02020603050405020304" charset="0"/>
              </a:rPr>
              <a:t>tình</a:t>
            </a:r>
            <a:r>
              <a:rPr lang="en-US" b="1">
                <a:solidFill>
                  <a:schemeClr val="tx1"/>
                </a:solidFill>
                <a:latin typeface="Times New Roman" panose="02020603050405020304" charset="0"/>
                <a:cs typeface="Times New Roman" panose="02020603050405020304" charset="0"/>
              </a:rPr>
              <a:t> </a:t>
            </a:r>
            <a:r>
              <a:rPr lang="en-US" b="1" err="1">
                <a:solidFill>
                  <a:schemeClr val="tx1"/>
                </a:solidFill>
                <a:latin typeface="Times New Roman" panose="02020603050405020304" charset="0"/>
                <a:cs typeface="Times New Roman" panose="02020603050405020304" charset="0"/>
              </a:rPr>
              <a:t>trạng</a:t>
            </a:r>
            <a:r>
              <a:rPr lang="en-US" b="1">
                <a:solidFill>
                  <a:schemeClr val="tx1"/>
                </a:solidFill>
                <a:latin typeface="Times New Roman" panose="02020603050405020304" charset="0"/>
                <a:cs typeface="Times New Roman" panose="02020603050405020304" charset="0"/>
              </a:rPr>
              <a:t> cha </a:t>
            </a:r>
            <a:r>
              <a:rPr lang="en-US" b="1" err="1">
                <a:solidFill>
                  <a:schemeClr val="tx1"/>
                </a:solidFill>
                <a:latin typeface="Times New Roman" panose="02020603050405020304" charset="0"/>
                <a:cs typeface="Times New Roman" panose="02020603050405020304" charset="0"/>
              </a:rPr>
              <a:t>mẹ</a:t>
            </a:r>
            <a:endParaRPr lang="en-US" b="1" err="1">
              <a:solidFill>
                <a:schemeClr val="tx1"/>
              </a:solidFill>
              <a:latin typeface="Times New Roman" panose="02020603050405020304" charset="0"/>
              <a:cs typeface="Times New Roman" panose="02020603050405020304" charset="0"/>
            </a:endParaRPr>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pic>
        <p:nvPicPr>
          <p:cNvPr id="4" name="Hình ảnh 4"/>
          <p:cNvPicPr>
            <a:picLocks noChangeAspect="1"/>
          </p:cNvPicPr>
          <p:nvPr/>
        </p:nvPicPr>
        <p:blipFill>
          <a:blip r:embed="rId1"/>
          <a:stretch>
            <a:fillRect/>
          </a:stretch>
        </p:blipFill>
        <p:spPr>
          <a:xfrm>
            <a:off x="1855694" y="605453"/>
            <a:ext cx="5432612" cy="358801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a:xfrm>
            <a:off x="533400" y="910590"/>
            <a:ext cx="1729740" cy="1068070"/>
          </a:xfrm>
        </p:spPr>
        <p:txBody>
          <a:bodyPr anchor="ctr" anchorCtr="0"/>
          <a:lstStyle/>
          <a:p>
            <a:pPr algn="ctr"/>
            <a:r>
              <a:rPr lang="vi-VN" i="0" err="1">
                <a:solidFill>
                  <a:schemeClr val="tx1"/>
                </a:solidFill>
                <a:latin typeface="Times New Roman" panose="02020603050405020304" charset="0"/>
                <a:cs typeface="Times New Roman" panose="02020603050405020304" charset="0"/>
              </a:rPr>
              <a:t>Sức</a:t>
            </a:r>
            <a:r>
              <a:rPr lang="vi-VN" i="0">
                <a:solidFill>
                  <a:schemeClr val="tx1"/>
                </a:solidFill>
                <a:latin typeface="Times New Roman" panose="02020603050405020304" charset="0"/>
                <a:cs typeface="Times New Roman" panose="02020603050405020304" charset="0"/>
              </a:rPr>
              <a:t> mua qua </a:t>
            </a:r>
            <a:r>
              <a:rPr lang="vi-VN" i="0" err="1">
                <a:solidFill>
                  <a:schemeClr val="tx1"/>
                </a:solidFill>
                <a:latin typeface="Times New Roman" panose="02020603050405020304" charset="0"/>
                <a:cs typeface="Times New Roman" panose="02020603050405020304" charset="0"/>
              </a:rPr>
              <a:t>mỗi</a:t>
            </a:r>
            <a:r>
              <a:rPr lang="vi-VN" i="0">
                <a:solidFill>
                  <a:schemeClr val="tx1"/>
                </a:solidFill>
                <a:latin typeface="Times New Roman" panose="02020603050405020304" charset="0"/>
                <a:cs typeface="Times New Roman" panose="02020603050405020304" charset="0"/>
              </a:rPr>
              <a:t> kênh</a:t>
            </a:r>
            <a:endParaRPr lang="vi-VN" i="0">
              <a:solidFill>
                <a:schemeClr val="tx1"/>
              </a:solidFill>
              <a:latin typeface="Times New Roman" panose="02020603050405020304" charset="0"/>
              <a:cs typeface="Times New Roman" panose="02020603050405020304" charset="0"/>
            </a:endParaRPr>
          </a:p>
        </p:txBody>
      </p:sp>
      <p:sp>
        <p:nvSpPr>
          <p:cNvPr id="3" name="Chỗ dành sẵn cho Số hiệu Bản chiếu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fld>
            <a:endParaRPr lang="en-GB"/>
          </a:p>
        </p:txBody>
      </p:sp>
      <p:pic>
        <p:nvPicPr>
          <p:cNvPr id="4" name="Hình ảnh 4"/>
          <p:cNvPicPr>
            <a:picLocks noChangeAspect="1"/>
          </p:cNvPicPr>
          <p:nvPr/>
        </p:nvPicPr>
        <p:blipFill>
          <a:blip r:embed="rId1"/>
          <a:stretch>
            <a:fillRect/>
          </a:stretch>
        </p:blipFill>
        <p:spPr>
          <a:xfrm>
            <a:off x="3230880" y="299720"/>
            <a:ext cx="5082540" cy="4446270"/>
          </a:xfrm>
          <a:prstGeom prst="rect">
            <a:avLst/>
          </a:prstGeom>
        </p:spPr>
      </p:pic>
      <p:sp>
        <p:nvSpPr>
          <p:cNvPr id="5" name="Hộp Văn bản 4"/>
          <p:cNvSpPr txBox="1"/>
          <p:nvPr/>
        </p:nvSpPr>
        <p:spPr>
          <a:xfrm>
            <a:off x="4486276" y="1048870"/>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err="1">
                <a:solidFill>
                  <a:schemeClr val="bg1"/>
                </a:solidFill>
              </a:rPr>
              <a:t>Deal</a:t>
            </a:r>
            <a:endParaRPr lang="vi-VN">
              <a:solidFill>
                <a:schemeClr val="bg1"/>
              </a:solidFill>
            </a:endParaRPr>
          </a:p>
        </p:txBody>
      </p:sp>
      <p:sp>
        <p:nvSpPr>
          <p:cNvPr id="6" name="Hộp Văn bản 5"/>
          <p:cNvSpPr txBox="1"/>
          <p:nvPr/>
        </p:nvSpPr>
        <p:spPr>
          <a:xfrm>
            <a:off x="3645834" y="2881033"/>
            <a:ext cx="1196789" cy="31618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err="1">
                <a:solidFill>
                  <a:schemeClr val="bg1"/>
                </a:solidFill>
              </a:rPr>
              <a:t>Web</a:t>
            </a:r>
            <a:endParaRPr lang="vi-VN">
              <a:solidFill>
                <a:schemeClr val="bg1"/>
              </a:solidFill>
            </a:endParaRPr>
          </a:p>
        </p:txBody>
      </p:sp>
      <p:sp>
        <p:nvSpPr>
          <p:cNvPr id="7" name="Hộp Văn bản 6"/>
          <p:cNvSpPr txBox="1"/>
          <p:nvPr/>
        </p:nvSpPr>
        <p:spPr>
          <a:xfrm>
            <a:off x="7074834" y="3637429"/>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err="1">
                <a:solidFill>
                  <a:schemeClr val="bg1"/>
                </a:solidFill>
              </a:rPr>
              <a:t>Store</a:t>
            </a:r>
            <a:endParaRPr lang="vi-VN">
              <a:solidFill>
                <a:schemeClr val="bg1"/>
              </a:solidFill>
            </a:endParaRPr>
          </a:p>
        </p:txBody>
      </p:sp>
      <p:sp>
        <p:nvSpPr>
          <p:cNvPr id="9" name="Hộp Văn bản 8"/>
          <p:cNvSpPr txBox="1"/>
          <p:nvPr/>
        </p:nvSpPr>
        <p:spPr>
          <a:xfrm>
            <a:off x="6705040" y="1132915"/>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err="1">
                <a:solidFill>
                  <a:schemeClr val="bg1"/>
                </a:solidFill>
              </a:rPr>
              <a:t>Catalog</a:t>
            </a:r>
            <a:endParaRPr lang="vi-VN">
              <a:solidFill>
                <a:schemeClr val="bg1"/>
              </a:solidFill>
            </a:endParaRPr>
          </a:p>
        </p:txBody>
      </p:sp>
      <p:sp>
        <p:nvSpPr>
          <p:cNvPr id="10" name="Hộp Văn bản 9"/>
          <p:cNvSpPr txBox="1"/>
          <p:nvPr/>
        </p:nvSpPr>
        <p:spPr>
          <a:xfrm>
            <a:off x="5074584" y="1670797"/>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a:solidFill>
                  <a:schemeClr val="bg1"/>
                </a:solidFill>
              </a:rPr>
              <a:t>15,6</a:t>
            </a:r>
            <a:endParaRPr lang="vi-VN">
              <a:solidFill>
                <a:schemeClr val="bg1"/>
              </a:solidFill>
            </a:endParaRPr>
          </a:p>
        </p:txBody>
      </p:sp>
      <p:sp>
        <p:nvSpPr>
          <p:cNvPr id="11" name="Hộp Văn bản 10"/>
          <p:cNvSpPr txBox="1"/>
          <p:nvPr/>
        </p:nvSpPr>
        <p:spPr>
          <a:xfrm>
            <a:off x="4687981" y="2805392"/>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a:solidFill>
                  <a:schemeClr val="bg1"/>
                </a:solidFill>
              </a:rPr>
              <a:t>27,5</a:t>
            </a:r>
            <a:endParaRPr lang="vi-VN">
              <a:solidFill>
                <a:schemeClr val="bg1"/>
              </a:solidFill>
            </a:endParaRPr>
          </a:p>
        </p:txBody>
      </p:sp>
      <p:sp>
        <p:nvSpPr>
          <p:cNvPr id="12" name="Hộp Văn bản 11"/>
          <p:cNvSpPr txBox="1"/>
          <p:nvPr/>
        </p:nvSpPr>
        <p:spPr>
          <a:xfrm>
            <a:off x="6141944" y="3158377"/>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a:solidFill>
                  <a:schemeClr val="bg1"/>
                </a:solidFill>
              </a:rPr>
              <a:t>38,9</a:t>
            </a:r>
            <a:endParaRPr lang="vi-VN">
              <a:solidFill>
                <a:schemeClr val="bg1"/>
              </a:solidFill>
            </a:endParaRPr>
          </a:p>
        </p:txBody>
      </p:sp>
      <p:sp>
        <p:nvSpPr>
          <p:cNvPr id="13" name="Hộp Văn bản 12"/>
          <p:cNvSpPr txBox="1"/>
          <p:nvPr/>
        </p:nvSpPr>
        <p:spPr>
          <a:xfrm>
            <a:off x="6057900" y="1763245"/>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a:solidFill>
                  <a:schemeClr val="bg1"/>
                </a:solidFill>
              </a:rPr>
              <a:t>17,9</a:t>
            </a:r>
            <a:endParaRPr lang="vi-VN">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a:xfrm>
            <a:off x="609600" y="737235"/>
            <a:ext cx="1593215" cy="1209675"/>
          </a:xfrm>
        </p:spPr>
        <p:txBody>
          <a:bodyPr anchor="ctr" anchorCtr="0"/>
          <a:lstStyle/>
          <a:p>
            <a:pPr algn="ctr"/>
            <a:r>
              <a:rPr lang="en-US" i="0" err="1">
                <a:solidFill>
                  <a:schemeClr val="tx1"/>
                </a:solidFill>
                <a:latin typeface="Times New Roman" panose="02020603050405020304" charset="0"/>
                <a:cs typeface="Times New Roman" panose="02020603050405020304" charset="0"/>
              </a:rPr>
              <a:t>Tổng</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lượng</a:t>
            </a:r>
            <a:r>
              <a:rPr lang="en-US" i="0">
                <a:solidFill>
                  <a:schemeClr val="tx1"/>
                </a:solidFill>
                <a:latin typeface="Times New Roman" panose="02020603050405020304" charset="0"/>
                <a:cs typeface="Times New Roman" panose="02020603050405020304" charset="0"/>
              </a:rPr>
              <a:t> mua ở </a:t>
            </a:r>
            <a:r>
              <a:rPr lang="en-US" i="0" err="1">
                <a:solidFill>
                  <a:schemeClr val="tx1"/>
                </a:solidFill>
                <a:latin typeface="Times New Roman" panose="02020603050405020304" charset="0"/>
                <a:cs typeface="Times New Roman" panose="02020603050405020304" charset="0"/>
              </a:rPr>
              <a:t>mỗi</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quốc</a:t>
            </a:r>
            <a:r>
              <a:rPr lang="en-US" i="0">
                <a:solidFill>
                  <a:schemeClr val="tx1"/>
                </a:solidFill>
                <a:latin typeface="Times New Roman" panose="02020603050405020304" charset="0"/>
                <a:cs typeface="Times New Roman" panose="02020603050405020304" charset="0"/>
              </a:rPr>
              <a:t> gia</a:t>
            </a:r>
            <a:endParaRPr lang="en-US" i="0">
              <a:solidFill>
                <a:schemeClr val="tx1"/>
              </a:solidFill>
              <a:latin typeface="Times New Roman" panose="02020603050405020304" charset="0"/>
              <a:cs typeface="Times New Roman" panose="02020603050405020304" charset="0"/>
            </a:endParaRPr>
          </a:p>
        </p:txBody>
      </p:sp>
      <p:sp>
        <p:nvSpPr>
          <p:cNvPr id="3" name="Chỗ dành sẵn cho Số hiệu Bản chiếu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fld>
            <a:endParaRPr lang="en-GB"/>
          </a:p>
        </p:txBody>
      </p:sp>
      <p:pic>
        <p:nvPicPr>
          <p:cNvPr id="4" name="Hình ảnh 4"/>
          <p:cNvPicPr>
            <a:picLocks noChangeAspect="1"/>
          </p:cNvPicPr>
          <p:nvPr/>
        </p:nvPicPr>
        <p:blipFill>
          <a:blip r:embed="rId1"/>
          <a:stretch>
            <a:fillRect/>
          </a:stretch>
        </p:blipFill>
        <p:spPr>
          <a:xfrm>
            <a:off x="2583782" y="736935"/>
            <a:ext cx="5976686" cy="393282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a:xfrm>
            <a:off x="533173" y="947345"/>
            <a:ext cx="1613400" cy="857400"/>
          </a:xfrm>
        </p:spPr>
        <p:txBody>
          <a:bodyPr anchor="ctr" anchorCtr="0"/>
          <a:lstStyle/>
          <a:p>
            <a:pPr algn="ctr"/>
            <a:r>
              <a:rPr lang="vi-VN" i="0" err="1">
                <a:solidFill>
                  <a:schemeClr val="tx1"/>
                </a:solidFill>
                <a:latin typeface="Times New Roman" panose="02020603050405020304" charset="0"/>
                <a:cs typeface="Times New Roman" panose="02020603050405020304" charset="0"/>
              </a:rPr>
              <a:t>Sản</a:t>
            </a:r>
            <a:r>
              <a:rPr lang="vi-VN" i="0">
                <a:solidFill>
                  <a:schemeClr val="tx1"/>
                </a:solidFill>
                <a:latin typeface="Times New Roman" panose="02020603050405020304" charset="0"/>
                <a:cs typeface="Times New Roman" panose="02020603050405020304" charset="0"/>
              </a:rPr>
              <a:t> </a:t>
            </a:r>
            <a:r>
              <a:rPr lang="vi-VN" i="0" err="1">
                <a:solidFill>
                  <a:schemeClr val="tx1"/>
                </a:solidFill>
                <a:latin typeface="Times New Roman" panose="02020603050405020304" charset="0"/>
                <a:cs typeface="Times New Roman" panose="02020603050405020304" charset="0"/>
              </a:rPr>
              <a:t>phẩm</a:t>
            </a:r>
            <a:endParaRPr lang="vi-VN" i="0" err="1">
              <a:solidFill>
                <a:schemeClr val="tx1"/>
              </a:solidFill>
              <a:latin typeface="Times New Roman" panose="02020603050405020304" charset="0"/>
              <a:cs typeface="Times New Roman" panose="02020603050405020304" charset="0"/>
            </a:endParaRPr>
          </a:p>
        </p:txBody>
      </p:sp>
      <p:sp>
        <p:nvSpPr>
          <p:cNvPr id="3" name="Chỗ dành sẵn cho Văn bản 2"/>
          <p:cNvSpPr>
            <a:spLocks noGrp="1"/>
          </p:cNvSpPr>
          <p:nvPr>
            <p:ph type="body" idx="1"/>
          </p:nvPr>
        </p:nvSpPr>
        <p:spPr/>
        <p:txBody>
          <a:bodyPr/>
          <a:lstStyle/>
          <a:p>
            <a:r>
              <a:rPr lang="vi-VN" sz="1600" err="1">
                <a:latin typeface="Times New Roman" panose="02020603050405020304" charset="0"/>
                <a:cs typeface="Times New Roman" panose="02020603050405020304" charset="0"/>
              </a:rPr>
              <a:t>Tỷ</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lệ</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các</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sản</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phẩm</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đã</a:t>
            </a:r>
            <a:r>
              <a:rPr lang="vi-VN" sz="1600">
                <a:latin typeface="Times New Roman" panose="02020603050405020304" charset="0"/>
                <a:cs typeface="Times New Roman" panose="02020603050405020304" charset="0"/>
              </a:rPr>
              <a:t> mua</a:t>
            </a:r>
            <a:endParaRPr lang="vi-VN" sz="1600">
              <a:latin typeface="Times New Roman" panose="02020603050405020304" charset="0"/>
              <a:cs typeface="Times New Roman" panose="02020603050405020304" charset="0"/>
            </a:endParaRPr>
          </a:p>
        </p:txBody>
      </p:sp>
      <p:sp>
        <p:nvSpPr>
          <p:cNvPr id="4" name="Chỗ dành sẵn cho Văn bản 3"/>
          <p:cNvSpPr>
            <a:spLocks noGrp="1"/>
          </p:cNvSpPr>
          <p:nvPr>
            <p:ph type="body" idx="2"/>
          </p:nvPr>
        </p:nvSpPr>
        <p:spPr>
          <a:xfrm>
            <a:off x="5793857" y="1123950"/>
            <a:ext cx="2700600" cy="3096000"/>
          </a:xfrm>
        </p:spPr>
        <p:txBody>
          <a:bodyPr/>
          <a:lstStyle/>
          <a:p>
            <a:r>
              <a:rPr lang="vi-VN" sz="1600" err="1">
                <a:latin typeface="Times New Roman" panose="02020603050405020304" charset="0"/>
                <a:cs typeface="Times New Roman" panose="02020603050405020304" charset="0"/>
              </a:rPr>
              <a:t>Tỷ</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lệ</a:t>
            </a:r>
            <a:r>
              <a:rPr lang="vi-VN" sz="1600">
                <a:latin typeface="Times New Roman" panose="02020603050405020304" charset="0"/>
                <a:cs typeface="Times New Roman" panose="02020603050405020304" charset="0"/>
              </a:rPr>
              <a:t> trung </a:t>
            </a:r>
            <a:r>
              <a:rPr lang="vi-VN" sz="1600" err="1">
                <a:latin typeface="Times New Roman" panose="02020603050405020304" charset="0"/>
                <a:cs typeface="Times New Roman" panose="02020603050405020304" charset="0"/>
              </a:rPr>
              <a:t>bình</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của</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mỗi</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sản</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phẩm</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được</a:t>
            </a:r>
            <a:r>
              <a:rPr lang="vi-VN" sz="1600">
                <a:latin typeface="Times New Roman" panose="02020603050405020304" charset="0"/>
                <a:cs typeface="Times New Roman" panose="02020603050405020304" charset="0"/>
              </a:rPr>
              <a:t> mua </a:t>
            </a:r>
            <a:r>
              <a:rPr lang="vi-VN" sz="1600" err="1">
                <a:latin typeface="Times New Roman" panose="02020603050405020304" charset="0"/>
                <a:cs typeface="Times New Roman" panose="02020603050405020304" charset="0"/>
              </a:rPr>
              <a:t>bởi</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một</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khách</a:t>
            </a:r>
            <a:r>
              <a:rPr lang="vi-VN" sz="1600">
                <a:latin typeface="Times New Roman" panose="02020603050405020304" charset="0"/>
                <a:cs typeface="Times New Roman" panose="02020603050405020304" charset="0"/>
              </a:rPr>
              <a:t> </a:t>
            </a:r>
            <a:r>
              <a:rPr lang="vi-VN" sz="1600" err="1">
                <a:latin typeface="Times New Roman" panose="02020603050405020304" charset="0"/>
                <a:cs typeface="Times New Roman" panose="02020603050405020304" charset="0"/>
              </a:rPr>
              <a:t>hàng</a:t>
            </a:r>
            <a:endParaRPr lang="vi-VN" sz="1600">
              <a:latin typeface="Times New Roman" panose="02020603050405020304" charset="0"/>
              <a:cs typeface="Times New Roman" panose="02020603050405020304" charset="0"/>
            </a:endParaRPr>
          </a:p>
        </p:txBody>
      </p:sp>
      <p:sp>
        <p:nvSpPr>
          <p:cNvPr id="5" name="Chỗ dành sẵn cho Số hiệu Bản chiếu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fld>
            <a:endParaRPr lang="en-GB"/>
          </a:p>
        </p:txBody>
      </p:sp>
      <p:pic>
        <p:nvPicPr>
          <p:cNvPr id="6" name="Hình ảnh 6"/>
          <p:cNvPicPr>
            <a:picLocks noChangeAspect="1"/>
          </p:cNvPicPr>
          <p:nvPr/>
        </p:nvPicPr>
        <p:blipFill>
          <a:blip r:embed="rId1"/>
          <a:stretch>
            <a:fillRect/>
          </a:stretch>
        </p:blipFill>
        <p:spPr>
          <a:xfrm>
            <a:off x="2438367" y="1772679"/>
            <a:ext cx="3585410" cy="2976992"/>
          </a:xfrm>
          <a:prstGeom prst="rect">
            <a:avLst/>
          </a:prstGeom>
        </p:spPr>
      </p:pic>
      <p:pic>
        <p:nvPicPr>
          <p:cNvPr id="7" name="Hình ảnh 7"/>
          <p:cNvPicPr>
            <a:picLocks noChangeAspect="1"/>
          </p:cNvPicPr>
          <p:nvPr/>
        </p:nvPicPr>
        <p:blipFill>
          <a:blip r:embed="rId2"/>
          <a:stretch>
            <a:fillRect/>
          </a:stretch>
        </p:blipFill>
        <p:spPr>
          <a:xfrm>
            <a:off x="5591677" y="1804523"/>
            <a:ext cx="3201903" cy="2895528"/>
          </a:xfrm>
          <a:prstGeom prst="rect">
            <a:avLst/>
          </a:prstGeom>
        </p:spPr>
      </p:pic>
      <p:sp>
        <p:nvSpPr>
          <p:cNvPr id="8" name="Hộp Văn bản 7"/>
          <p:cNvSpPr txBox="1"/>
          <p:nvPr/>
        </p:nvSpPr>
        <p:spPr>
          <a:xfrm>
            <a:off x="2553703" y="3125203"/>
            <a:ext cx="2743199"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100"/>
              <a:t>Wine</a:t>
            </a:r>
            <a:endParaRPr lang="vi-VN" sz="1100"/>
          </a:p>
        </p:txBody>
      </p:sp>
      <p:sp>
        <p:nvSpPr>
          <p:cNvPr id="9" name="Hộp Văn bản 8"/>
          <p:cNvSpPr txBox="1"/>
          <p:nvPr/>
        </p:nvSpPr>
        <p:spPr>
          <a:xfrm>
            <a:off x="4020052" y="4268202"/>
            <a:ext cx="2743199"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100"/>
              <a:t>Fruit</a:t>
            </a:r>
            <a:endParaRPr lang="vi-VN" sz="1100"/>
          </a:p>
        </p:txBody>
      </p:sp>
      <p:sp>
        <p:nvSpPr>
          <p:cNvPr id="10" name="Hộp Văn bản 9"/>
          <p:cNvSpPr txBox="1"/>
          <p:nvPr/>
        </p:nvSpPr>
        <p:spPr>
          <a:xfrm>
            <a:off x="4869782" y="3801979"/>
            <a:ext cx="2743199"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100"/>
              <a:t>Meat</a:t>
            </a:r>
            <a:endParaRPr lang="vi-VN" sz="1100"/>
          </a:p>
        </p:txBody>
      </p:sp>
      <p:sp>
        <p:nvSpPr>
          <p:cNvPr id="11" name="Hộp Văn bản 10"/>
          <p:cNvSpPr txBox="1"/>
          <p:nvPr/>
        </p:nvSpPr>
        <p:spPr>
          <a:xfrm>
            <a:off x="4914900" y="2478505"/>
            <a:ext cx="2743199"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100"/>
              <a:t>Fish</a:t>
            </a:r>
            <a:endParaRPr lang="vi-VN" sz="1100"/>
          </a:p>
        </p:txBody>
      </p:sp>
      <p:sp>
        <p:nvSpPr>
          <p:cNvPr id="12" name="Hộp Văn bản 11"/>
          <p:cNvSpPr txBox="1"/>
          <p:nvPr/>
        </p:nvSpPr>
        <p:spPr>
          <a:xfrm>
            <a:off x="4568993" y="2222834"/>
            <a:ext cx="2743199"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100"/>
              <a:t>Sweet</a:t>
            </a:r>
            <a:endParaRPr lang="vi-VN" sz="1100"/>
          </a:p>
        </p:txBody>
      </p:sp>
      <p:sp>
        <p:nvSpPr>
          <p:cNvPr id="13" name="Hộp Văn bản 12"/>
          <p:cNvSpPr txBox="1"/>
          <p:nvPr/>
        </p:nvSpPr>
        <p:spPr>
          <a:xfrm>
            <a:off x="4020051" y="1967163"/>
            <a:ext cx="2743199"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100"/>
              <a:t>Gold</a:t>
            </a:r>
            <a:endParaRPr lang="vi-VN" sz="1100"/>
          </a:p>
        </p:txBody>
      </p:sp>
      <p:sp>
        <p:nvSpPr>
          <p:cNvPr id="14" name="Hộp Văn bản 13"/>
          <p:cNvSpPr txBox="1"/>
          <p:nvPr/>
        </p:nvSpPr>
        <p:spPr>
          <a:xfrm>
            <a:off x="5704473" y="3253038"/>
            <a:ext cx="2743199"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sz="1100"/>
              <a:t>Wine</a:t>
            </a:r>
            <a:endParaRPr lang="vi-VN" sz="1100"/>
          </a:p>
        </p:txBody>
      </p:sp>
      <p:sp>
        <p:nvSpPr>
          <p:cNvPr id="15" name="Hộp Văn bản 14"/>
          <p:cNvSpPr txBox="1"/>
          <p:nvPr/>
        </p:nvSpPr>
        <p:spPr>
          <a:xfrm>
            <a:off x="6847472" y="4305802"/>
            <a:ext cx="2743199"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sz="1100"/>
              <a:t>Fruit</a:t>
            </a:r>
            <a:endParaRPr lang="vi-VN" sz="1100"/>
          </a:p>
          <a:p>
            <a:pPr algn="l"/>
            <a:endParaRPr lang="vi-VN" sz="1100"/>
          </a:p>
        </p:txBody>
      </p:sp>
      <p:sp>
        <p:nvSpPr>
          <p:cNvPr id="16" name="Hộp Văn bản 15"/>
          <p:cNvSpPr txBox="1"/>
          <p:nvPr/>
        </p:nvSpPr>
        <p:spPr>
          <a:xfrm>
            <a:off x="7960393" y="3877177"/>
            <a:ext cx="2743199"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sz="1100"/>
              <a:t>Meat</a:t>
            </a:r>
            <a:endParaRPr lang="vi-VN" sz="1100"/>
          </a:p>
          <a:p>
            <a:pPr algn="l"/>
            <a:endParaRPr lang="vi-VN" sz="1100"/>
          </a:p>
        </p:txBody>
      </p:sp>
      <p:sp>
        <p:nvSpPr>
          <p:cNvPr id="17" name="Hộp Văn bản 16"/>
          <p:cNvSpPr txBox="1"/>
          <p:nvPr/>
        </p:nvSpPr>
        <p:spPr>
          <a:xfrm>
            <a:off x="7388894" y="2132598"/>
            <a:ext cx="2743199"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sz="1100"/>
              <a:t>Gold</a:t>
            </a:r>
            <a:endParaRPr lang="vi-VN" sz="1100"/>
          </a:p>
          <a:p>
            <a:pPr algn="l"/>
            <a:endParaRPr lang="vi-VN" sz="1100"/>
          </a:p>
        </p:txBody>
      </p:sp>
      <p:sp>
        <p:nvSpPr>
          <p:cNvPr id="18" name="Hộp Văn bản 17"/>
          <p:cNvSpPr txBox="1"/>
          <p:nvPr/>
        </p:nvSpPr>
        <p:spPr>
          <a:xfrm>
            <a:off x="7960393" y="2455946"/>
            <a:ext cx="2743199"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sz="1100"/>
              <a:t>Sweet</a:t>
            </a:r>
            <a:endParaRPr lang="vi-VN" sz="1100"/>
          </a:p>
          <a:p>
            <a:pPr algn="l"/>
            <a:endParaRPr lang="vi-VN" sz="1100"/>
          </a:p>
        </p:txBody>
      </p:sp>
      <p:sp>
        <p:nvSpPr>
          <p:cNvPr id="19" name="Hộp Văn bản 18"/>
          <p:cNvSpPr txBox="1"/>
          <p:nvPr/>
        </p:nvSpPr>
        <p:spPr>
          <a:xfrm>
            <a:off x="8133348" y="2884571"/>
            <a:ext cx="2743199"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sz="1100"/>
              <a:t>Fish</a:t>
            </a:r>
            <a:endParaRPr lang="vi-VN" sz="1100"/>
          </a:p>
          <a:p>
            <a:pPr algn="l"/>
            <a:endParaRPr lang="vi-VN" sz="1100"/>
          </a:p>
        </p:txBody>
      </p:sp>
      <p:sp>
        <p:nvSpPr>
          <p:cNvPr id="20" name="Hộp Văn bản 19"/>
          <p:cNvSpPr txBox="1"/>
          <p:nvPr/>
        </p:nvSpPr>
        <p:spPr>
          <a:xfrm>
            <a:off x="3350795" y="3072564"/>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50,2</a:t>
            </a:r>
            <a:endParaRPr lang="vi-VN" sz="1000">
              <a:solidFill>
                <a:schemeClr val="bg1"/>
              </a:solidFill>
            </a:endParaRPr>
          </a:p>
        </p:txBody>
      </p:sp>
      <p:sp>
        <p:nvSpPr>
          <p:cNvPr id="21" name="Hộp Văn bản 20"/>
          <p:cNvSpPr txBox="1"/>
          <p:nvPr/>
        </p:nvSpPr>
        <p:spPr>
          <a:xfrm>
            <a:off x="4411077" y="3380874"/>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27,6</a:t>
            </a:r>
            <a:endParaRPr lang="vi-VN" sz="1000">
              <a:solidFill>
                <a:schemeClr val="bg1"/>
              </a:solidFill>
            </a:endParaRPr>
          </a:p>
        </p:txBody>
      </p:sp>
      <p:sp>
        <p:nvSpPr>
          <p:cNvPr id="22" name="Hộp Văn bản 21"/>
          <p:cNvSpPr txBox="1"/>
          <p:nvPr/>
        </p:nvSpPr>
        <p:spPr>
          <a:xfrm>
            <a:off x="4020051" y="2455946"/>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7,3</a:t>
            </a:r>
            <a:endParaRPr lang="vi-VN" sz="1000">
              <a:solidFill>
                <a:schemeClr val="bg1"/>
              </a:solidFill>
            </a:endParaRPr>
          </a:p>
        </p:txBody>
      </p:sp>
      <p:sp>
        <p:nvSpPr>
          <p:cNvPr id="23" name="Hộp Văn bản 22"/>
          <p:cNvSpPr txBox="1"/>
          <p:nvPr/>
        </p:nvSpPr>
        <p:spPr>
          <a:xfrm>
            <a:off x="4531393" y="2674018"/>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6,2</a:t>
            </a:r>
            <a:endParaRPr lang="vi-VN" sz="1000">
              <a:solidFill>
                <a:schemeClr val="bg1"/>
              </a:solidFill>
            </a:endParaRPr>
          </a:p>
        </p:txBody>
      </p:sp>
      <p:sp>
        <p:nvSpPr>
          <p:cNvPr id="24" name="Hộp Văn bản 23"/>
          <p:cNvSpPr txBox="1"/>
          <p:nvPr/>
        </p:nvSpPr>
        <p:spPr>
          <a:xfrm>
            <a:off x="4373479" y="2455946"/>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4,5</a:t>
            </a:r>
            <a:endParaRPr lang="vi-VN" sz="1000">
              <a:solidFill>
                <a:schemeClr val="bg1"/>
              </a:solidFill>
            </a:endParaRPr>
          </a:p>
        </p:txBody>
      </p:sp>
      <p:sp>
        <p:nvSpPr>
          <p:cNvPr id="25" name="Hộp Văn bản 24"/>
          <p:cNvSpPr txBox="1"/>
          <p:nvPr/>
        </p:nvSpPr>
        <p:spPr>
          <a:xfrm>
            <a:off x="4020051" y="3929814"/>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4,3</a:t>
            </a:r>
            <a:endParaRPr lang="vi-VN" sz="1000">
              <a:solidFill>
                <a:schemeClr val="bg1"/>
              </a:solidFill>
            </a:endParaRPr>
          </a:p>
        </p:txBody>
      </p:sp>
      <p:sp>
        <p:nvSpPr>
          <p:cNvPr id="26" name="Hộp Văn bản 25"/>
          <p:cNvSpPr txBox="1"/>
          <p:nvPr/>
        </p:nvSpPr>
        <p:spPr>
          <a:xfrm>
            <a:off x="6456446" y="3072564"/>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45,8</a:t>
            </a:r>
            <a:endParaRPr lang="vi-VN" sz="1000">
              <a:solidFill>
                <a:schemeClr val="bg1"/>
              </a:solidFill>
            </a:endParaRPr>
          </a:p>
        </p:txBody>
      </p:sp>
      <p:sp>
        <p:nvSpPr>
          <p:cNvPr id="27" name="Hộp Văn bản 26"/>
          <p:cNvSpPr txBox="1"/>
          <p:nvPr/>
        </p:nvSpPr>
        <p:spPr>
          <a:xfrm>
            <a:off x="7464091" y="3561347"/>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24,9</a:t>
            </a:r>
            <a:endParaRPr lang="vi-VN" sz="1000">
              <a:solidFill>
                <a:schemeClr val="bg1"/>
              </a:solidFill>
            </a:endParaRPr>
          </a:p>
        </p:txBody>
      </p:sp>
      <p:sp>
        <p:nvSpPr>
          <p:cNvPr id="28" name="Hộp Văn bản 27"/>
          <p:cNvSpPr txBox="1"/>
          <p:nvPr/>
        </p:nvSpPr>
        <p:spPr>
          <a:xfrm>
            <a:off x="7193380" y="2546183"/>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12,0</a:t>
            </a:r>
            <a:endParaRPr lang="vi-VN" sz="1000">
              <a:solidFill>
                <a:schemeClr val="bg1"/>
              </a:solidFill>
            </a:endParaRPr>
          </a:p>
        </p:txBody>
      </p:sp>
      <p:sp>
        <p:nvSpPr>
          <p:cNvPr id="29" name="Hộp Văn bản 28"/>
          <p:cNvSpPr txBox="1"/>
          <p:nvPr/>
        </p:nvSpPr>
        <p:spPr>
          <a:xfrm>
            <a:off x="7772400" y="2974808"/>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7,2</a:t>
            </a:r>
            <a:endParaRPr lang="vi-VN" sz="1000">
              <a:solidFill>
                <a:schemeClr val="bg1"/>
              </a:solidFill>
            </a:endParaRPr>
          </a:p>
        </p:txBody>
      </p:sp>
      <p:sp>
        <p:nvSpPr>
          <p:cNvPr id="30" name="Hộp Văn bản 29"/>
          <p:cNvSpPr txBox="1"/>
          <p:nvPr/>
        </p:nvSpPr>
        <p:spPr>
          <a:xfrm>
            <a:off x="7652084" y="2696578"/>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5,1</a:t>
            </a:r>
            <a:endParaRPr lang="vi-VN" sz="1000">
              <a:solidFill>
                <a:schemeClr val="bg1"/>
              </a:solidFill>
            </a:endParaRPr>
          </a:p>
        </p:txBody>
      </p:sp>
      <p:sp>
        <p:nvSpPr>
          <p:cNvPr id="31" name="Hộp Văn bản 30"/>
          <p:cNvSpPr txBox="1"/>
          <p:nvPr/>
        </p:nvSpPr>
        <p:spPr>
          <a:xfrm>
            <a:off x="6952749" y="3937334"/>
            <a:ext cx="2743199"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vi-VN" sz="1000">
                <a:solidFill>
                  <a:schemeClr val="bg1"/>
                </a:solidFill>
              </a:rPr>
              <a:t>4,9</a:t>
            </a:r>
            <a:endParaRPr lang="vi-VN" sz="10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7"/>
          <p:cNvSpPr/>
          <p:nvPr/>
        </p:nvSpPr>
        <p:spPr>
          <a:xfrm>
            <a:off x="459300" y="1807925"/>
            <a:ext cx="8225400" cy="1361100"/>
          </a:xfrm>
          <a:prstGeom prst="rect">
            <a:avLst/>
          </a:prstGeom>
          <a:solidFill>
            <a:schemeClr val="accen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grpSp>
        <p:nvGrpSpPr>
          <p:cNvPr id="312" name="Google Shape;312;p37"/>
          <p:cNvGrpSpPr/>
          <p:nvPr/>
        </p:nvGrpSpPr>
        <p:grpSpPr>
          <a:xfrm>
            <a:off x="2883535" y="678180"/>
            <a:ext cx="5812790" cy="3484245"/>
            <a:chOff x="1177450" y="241631"/>
            <a:chExt cx="6173152" cy="3616776"/>
          </a:xfrm>
        </p:grpSpPr>
        <p:sp>
          <p:nvSpPr>
            <p:cNvPr id="313" name="Google Shape;313;p37"/>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4" name="Google Shape;314;p37"/>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5" name="Google Shape;315;p37"/>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chemeClr val="lt1"/>
            </a:solidFill>
            <a:ln w="952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6" name="Google Shape;316;p37"/>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318" name="Google Shape;318;p37"/>
          <p:cNvSpPr txBox="1">
            <a:spLocks noGrp="1"/>
          </p:cNvSpPr>
          <p:nvPr>
            <p:ph type="body" idx="4294967295"/>
          </p:nvPr>
        </p:nvSpPr>
        <p:spPr>
          <a:xfrm>
            <a:off x="718185" y="1807845"/>
            <a:ext cx="2546985" cy="1373505"/>
          </a:xfrm>
          <a:prstGeom prst="rect">
            <a:avLst/>
          </a:prstGeom>
        </p:spPr>
        <p:txBody>
          <a:bodyPr spcFirstLastPara="1" wrap="square" lIns="91425" tIns="91425" rIns="91425" bIns="91425" anchor="ctr" anchorCtr="0">
            <a:noAutofit/>
          </a:bodyPr>
          <a:lstStyle/>
          <a:p>
            <a:pPr marL="0" lvl="0" indent="0" algn="l">
              <a:spcBef>
                <a:spcPts val="600"/>
              </a:spcBef>
              <a:spcAft>
                <a:spcPts val="0"/>
              </a:spcAft>
              <a:buNone/>
            </a:pPr>
            <a:r>
              <a:rPr lang="en-GB" sz="1800" b="1" i="1">
                <a:solidFill>
                  <a:schemeClr val="bg1"/>
                </a:solidFill>
                <a:latin typeface="Times New Roman" panose="02020603050405020304" charset="0"/>
                <a:cs typeface="Times New Roman" panose="02020603050405020304" charset="0"/>
                <a:sym typeface="Courant" panose="02000509030000020004" charset="0"/>
              </a:rPr>
              <a:t>Campaign</a:t>
            </a:r>
            <a:endParaRPr lang="vi-VN" b="1" i="1">
              <a:solidFill>
                <a:schemeClr val="bg1"/>
              </a:solidFill>
              <a:latin typeface="Times New Roman" panose="02020603050405020304" charset="0"/>
              <a:cs typeface="Times New Roman" panose="02020603050405020304" charset="0"/>
            </a:endParaRPr>
          </a:p>
          <a:p>
            <a:pPr marL="0" indent="0">
              <a:buNone/>
            </a:pPr>
            <a:r>
              <a:rPr lang="en-GB" sz="1800" b="1" i="1" err="1">
                <a:latin typeface="Times New Roman" panose="02020603050405020304" charset="0"/>
                <a:cs typeface="Times New Roman" panose="02020603050405020304" charset="0"/>
              </a:rPr>
              <a:t>Mức</a:t>
            </a:r>
            <a:r>
              <a:rPr lang="en-GB" sz="1800" b="1" i="1">
                <a:latin typeface="Times New Roman" panose="02020603050405020304" charset="0"/>
                <a:cs typeface="Times New Roman" panose="02020603050405020304" charset="0"/>
              </a:rPr>
              <a:t> </a:t>
            </a:r>
            <a:r>
              <a:rPr lang="en-GB" sz="1800" b="1" i="1" err="1">
                <a:latin typeface="Times New Roman" panose="02020603050405020304" charset="0"/>
                <a:cs typeface="Times New Roman" panose="02020603050405020304" charset="0"/>
              </a:rPr>
              <a:t>độ</a:t>
            </a:r>
            <a:r>
              <a:rPr lang="en-GB" sz="1800" b="1" i="1">
                <a:latin typeface="Times New Roman" panose="02020603050405020304" charset="0"/>
                <a:cs typeface="Times New Roman" panose="02020603050405020304" charset="0"/>
              </a:rPr>
              <a:t> </a:t>
            </a:r>
            <a:r>
              <a:rPr lang="en-GB" sz="1800" b="1" i="1" err="1">
                <a:latin typeface="Times New Roman" panose="02020603050405020304" charset="0"/>
                <a:cs typeface="Times New Roman" panose="02020603050405020304" charset="0"/>
              </a:rPr>
              <a:t>thành</a:t>
            </a:r>
            <a:r>
              <a:rPr lang="en-GB" sz="1800" b="1" i="1">
                <a:latin typeface="Times New Roman" panose="02020603050405020304" charset="0"/>
                <a:cs typeface="Times New Roman" panose="02020603050405020304" charset="0"/>
              </a:rPr>
              <a:t> </a:t>
            </a:r>
            <a:r>
              <a:rPr lang="en-GB" sz="1800" b="1" i="1" err="1">
                <a:latin typeface="Times New Roman" panose="02020603050405020304" charset="0"/>
                <a:cs typeface="Times New Roman" panose="02020603050405020304" charset="0"/>
              </a:rPr>
              <a:t>công</a:t>
            </a:r>
            <a:r>
              <a:rPr lang="en-GB" sz="1800" b="1" i="1">
                <a:latin typeface="Times New Roman" panose="02020603050405020304" charset="0"/>
                <a:cs typeface="Times New Roman" panose="02020603050405020304" charset="0"/>
              </a:rPr>
              <a:t> </a:t>
            </a:r>
            <a:r>
              <a:rPr lang="en-GB" sz="1800" b="1" i="1" err="1">
                <a:latin typeface="Times New Roman" panose="02020603050405020304" charset="0"/>
                <a:cs typeface="Times New Roman" panose="02020603050405020304" charset="0"/>
              </a:rPr>
              <a:t>của</a:t>
            </a:r>
            <a:r>
              <a:rPr lang="en-GB" sz="1800" b="1" i="1">
                <a:latin typeface="Times New Roman" panose="02020603050405020304" charset="0"/>
                <a:cs typeface="Times New Roman" panose="02020603050405020304" charset="0"/>
              </a:rPr>
              <a:t> </a:t>
            </a:r>
            <a:r>
              <a:rPr lang="en-GB" sz="1800" b="1" i="1" err="1">
                <a:latin typeface="Times New Roman" panose="02020603050405020304" charset="0"/>
                <a:cs typeface="Times New Roman" panose="02020603050405020304" charset="0"/>
              </a:rPr>
              <a:t>mỗi</a:t>
            </a:r>
            <a:r>
              <a:rPr lang="en-GB" sz="1800" b="1" i="1">
                <a:latin typeface="Times New Roman" panose="02020603050405020304" charset="0"/>
                <a:cs typeface="Times New Roman" panose="02020603050405020304" charset="0"/>
              </a:rPr>
              <a:t> </a:t>
            </a:r>
            <a:r>
              <a:rPr lang="en-GB" sz="1800" b="1" i="1" err="1">
                <a:latin typeface="Times New Roman" panose="02020603050405020304" charset="0"/>
                <a:cs typeface="Times New Roman" panose="02020603050405020304" charset="0"/>
              </a:rPr>
              <a:t>chiến</a:t>
            </a:r>
            <a:r>
              <a:rPr lang="en-GB" sz="1800" b="1" i="1">
                <a:latin typeface="Times New Roman" panose="02020603050405020304" charset="0"/>
                <a:cs typeface="Times New Roman" panose="02020603050405020304" charset="0"/>
              </a:rPr>
              <a:t> </a:t>
            </a:r>
            <a:r>
              <a:rPr lang="en-GB" sz="1800" b="1" i="1" err="1">
                <a:latin typeface="Times New Roman" panose="02020603050405020304" charset="0"/>
                <a:cs typeface="Times New Roman" panose="02020603050405020304" charset="0"/>
              </a:rPr>
              <a:t>dịch</a:t>
            </a:r>
            <a:r>
              <a:rPr lang="en-GB" sz="1800" b="1" i="1">
                <a:latin typeface="Times New Roman" panose="02020603050405020304" charset="0"/>
                <a:cs typeface="Times New Roman" panose="02020603050405020304" charset="0"/>
              </a:rPr>
              <a:t>.</a:t>
            </a:r>
            <a:endParaRPr b="1" i="1">
              <a:latin typeface="Times New Roman" panose="02020603050405020304" charset="0"/>
              <a:cs typeface="Times New Roman" panose="02020603050405020304" charset="0"/>
            </a:endParaRPr>
          </a:p>
        </p:txBody>
      </p:sp>
      <p:pic>
        <p:nvPicPr>
          <p:cNvPr id="2" name="Hình ảnh 2"/>
          <p:cNvPicPr>
            <a:picLocks noChangeAspect="1"/>
          </p:cNvPicPr>
          <p:nvPr/>
        </p:nvPicPr>
        <p:blipFill>
          <a:blip r:embed="rId1"/>
          <a:stretch>
            <a:fillRect/>
          </a:stretch>
        </p:blipFill>
        <p:spPr>
          <a:xfrm>
            <a:off x="3512185" y="857250"/>
            <a:ext cx="4555490" cy="297116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a:xfrm>
            <a:off x="533400" y="971550"/>
            <a:ext cx="1703705" cy="857250"/>
          </a:xfrm>
        </p:spPr>
        <p:txBody>
          <a:bodyPr anchor="ctr" anchorCtr="0"/>
          <a:lstStyle/>
          <a:p>
            <a:pPr algn="ctr"/>
            <a:r>
              <a:rPr lang="en-US" i="0" err="1">
                <a:solidFill>
                  <a:schemeClr val="tx1"/>
                </a:solidFill>
                <a:latin typeface="Times New Roman" panose="02020603050405020304" charset="0"/>
                <a:cs typeface="Times New Roman" panose="02020603050405020304" charset="0"/>
              </a:rPr>
              <a:t>Hiệu</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suất</a:t>
            </a:r>
            <a:r>
              <a:rPr lang="en-US" i="0">
                <a:solidFill>
                  <a:schemeClr val="tx1"/>
                </a:solidFill>
                <a:latin typeface="Times New Roman" panose="02020603050405020304" charset="0"/>
                <a:cs typeface="Times New Roman" panose="02020603050405020304" charset="0"/>
              </a:rPr>
              <a:t> trung </a:t>
            </a:r>
            <a:r>
              <a:rPr lang="en-US" i="0" err="1">
                <a:solidFill>
                  <a:schemeClr val="tx1"/>
                </a:solidFill>
                <a:latin typeface="Times New Roman" panose="02020603050405020304" charset="0"/>
                <a:cs typeface="Times New Roman" panose="02020603050405020304" charset="0"/>
              </a:rPr>
              <a:t>bình</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của</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từng</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chiến</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dịch</a:t>
            </a:r>
            <a:r>
              <a:rPr lang="en-US" i="0">
                <a:solidFill>
                  <a:schemeClr val="tx1"/>
                </a:solidFill>
                <a:latin typeface="Times New Roman" panose="02020603050405020304" charset="0"/>
                <a:cs typeface="Times New Roman" panose="02020603050405020304" charset="0"/>
              </a:rPr>
              <a:t> ở </a:t>
            </a:r>
            <a:r>
              <a:rPr lang="en-US" i="0" err="1">
                <a:solidFill>
                  <a:schemeClr val="tx1"/>
                </a:solidFill>
                <a:latin typeface="Times New Roman" panose="02020603050405020304" charset="0"/>
                <a:cs typeface="Times New Roman" panose="02020603050405020304" charset="0"/>
              </a:rPr>
              <a:t>mỗi</a:t>
            </a:r>
            <a:r>
              <a:rPr lang="en-US" i="0">
                <a:solidFill>
                  <a:schemeClr val="tx1"/>
                </a:solidFill>
                <a:latin typeface="Times New Roman" panose="02020603050405020304" charset="0"/>
                <a:cs typeface="Times New Roman" panose="02020603050405020304" charset="0"/>
              </a:rPr>
              <a:t> </a:t>
            </a:r>
            <a:r>
              <a:rPr lang="en-US" i="0" err="1">
                <a:solidFill>
                  <a:schemeClr val="tx1"/>
                </a:solidFill>
                <a:latin typeface="Times New Roman" panose="02020603050405020304" charset="0"/>
                <a:cs typeface="Times New Roman" panose="02020603050405020304" charset="0"/>
              </a:rPr>
              <a:t>quốc</a:t>
            </a:r>
            <a:r>
              <a:rPr lang="en-US" i="0">
                <a:solidFill>
                  <a:schemeClr val="tx1"/>
                </a:solidFill>
                <a:latin typeface="Times New Roman" panose="02020603050405020304" charset="0"/>
                <a:cs typeface="Times New Roman" panose="02020603050405020304" charset="0"/>
              </a:rPr>
              <a:t> gia</a:t>
            </a:r>
            <a:endParaRPr lang="en-US" i="0">
              <a:solidFill>
                <a:schemeClr val="tx1"/>
              </a:solidFill>
              <a:latin typeface="Times New Roman" panose="02020603050405020304" charset="0"/>
              <a:cs typeface="Times New Roman" panose="02020603050405020304" charset="0"/>
            </a:endParaRPr>
          </a:p>
        </p:txBody>
      </p:sp>
      <p:sp>
        <p:nvSpPr>
          <p:cNvPr id="3" name="Chỗ dành sẵn cho Văn bản 2"/>
          <p:cNvSpPr>
            <a:spLocks noGrp="1"/>
          </p:cNvSpPr>
          <p:nvPr>
            <p:ph type="body" idx="1"/>
          </p:nvPr>
        </p:nvSpPr>
        <p:spPr/>
        <p:txBody>
          <a:bodyPr/>
          <a:lstStyle/>
          <a:p>
            <a:endParaRPr lang="vi-VN"/>
          </a:p>
        </p:txBody>
      </p:sp>
      <p:sp>
        <p:nvSpPr>
          <p:cNvPr id="4" name="Chỗ dành sẵn cho Số hiệu Bản chiếu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fld>
            <a:endParaRPr lang="en-GB"/>
          </a:p>
        </p:txBody>
      </p:sp>
      <p:pic>
        <p:nvPicPr>
          <p:cNvPr id="7" name="Hình ảnh 7"/>
          <p:cNvPicPr>
            <a:picLocks noChangeAspect="1"/>
          </p:cNvPicPr>
          <p:nvPr/>
        </p:nvPicPr>
        <p:blipFill>
          <a:blip r:embed="rId1"/>
          <a:stretch>
            <a:fillRect/>
          </a:stretch>
        </p:blipFill>
        <p:spPr>
          <a:xfrm>
            <a:off x="2756735" y="764466"/>
            <a:ext cx="5600699" cy="377248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468" name="Shape 468"/>
        <p:cNvGrpSpPr/>
        <p:nvPr/>
      </p:nvGrpSpPr>
      <p:grpSpPr>
        <a:xfrm>
          <a:off x="0" y="0"/>
          <a:ext cx="0" cy="0"/>
          <a:chOff x="0" y="0"/>
          <a:chExt cx="0" cy="0"/>
        </a:xfrm>
      </p:grpSpPr>
      <p:sp>
        <p:nvSpPr>
          <p:cNvPr id="469" name="Google Shape;469;p36"/>
          <p:cNvSpPr txBox="1"/>
          <p:nvPr>
            <p:ph type="ctrTitle"/>
          </p:nvPr>
        </p:nvSpPr>
        <p:spPr>
          <a:xfrm>
            <a:off x="1933650" y="1650501"/>
            <a:ext cx="5276700" cy="1656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US" sz="3200">
                <a:latin typeface="Times New Roman" panose="02020603050405020304"/>
                <a:ea typeface="Times New Roman" panose="02020603050405020304"/>
                <a:cs typeface="Times New Roman" panose="02020603050405020304"/>
                <a:sym typeface="Times New Roman" panose="02020603050405020304"/>
              </a:rPr>
              <a:t>Kiểm định giả thiết thống kê</a:t>
            </a:r>
            <a:endParaRPr sz="320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ctr" rtl="0">
              <a:lnSpc>
                <a:spcPct val="100000"/>
              </a:lnSpc>
              <a:spcBef>
                <a:spcPts val="0"/>
              </a:spcBef>
              <a:spcAft>
                <a:spcPts val="0"/>
              </a:spcAft>
              <a:buSzPts val="2000"/>
              <a:buFont typeface="Times New Roman" panose="02020603050405020304"/>
              <a:buAutoNum type="arabicPeriod"/>
            </a:pPr>
            <a:r>
              <a:rPr lang="en-US" sz="2000">
                <a:latin typeface="Times New Roman" panose="02020603050405020304"/>
                <a:ea typeface="Times New Roman" panose="02020603050405020304"/>
                <a:cs typeface="Times New Roman" panose="02020603050405020304"/>
                <a:sym typeface="Times New Roman" panose="02020603050405020304"/>
              </a:rPr>
              <a:t>Kiểm định giả thiết về phân phối chuẩn</a:t>
            </a:r>
            <a:endParaRPr sz="2000">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ctr" rtl="0">
              <a:lnSpc>
                <a:spcPct val="100000"/>
              </a:lnSpc>
              <a:spcBef>
                <a:spcPts val="0"/>
              </a:spcBef>
              <a:spcAft>
                <a:spcPts val="0"/>
              </a:spcAft>
              <a:buSzPts val="2000"/>
              <a:buFont typeface="Times New Roman" panose="02020603050405020304"/>
              <a:buAutoNum type="arabicPeriod"/>
            </a:pPr>
            <a:r>
              <a:rPr lang="en-US" sz="2000">
                <a:latin typeface="Times New Roman" panose="02020603050405020304"/>
                <a:ea typeface="Times New Roman" panose="02020603050405020304"/>
                <a:cs typeface="Times New Roman" panose="02020603050405020304"/>
                <a:sym typeface="Times New Roman" panose="02020603050405020304"/>
              </a:rPr>
              <a:t>Kiểm định giả thiết về giá trị trung bình</a:t>
            </a:r>
            <a:endParaRPr sz="2000">
              <a:latin typeface="Times New Roman" panose="02020603050405020304"/>
              <a:ea typeface="Times New Roman" panose="02020603050405020304"/>
              <a:cs typeface="Times New Roman" panose="02020603050405020304"/>
              <a:sym typeface="Times New Roman" panose="02020603050405020304"/>
            </a:endParaRPr>
          </a:p>
        </p:txBody>
      </p:sp>
      <p:sp>
        <p:nvSpPr>
          <p:cNvPr id="470" name="Google Shape;470;p36"/>
          <p:cNvSpPr txBox="1"/>
          <p:nvPr>
            <p:ph type="subTitle" idx="1"/>
          </p:nvPr>
        </p:nvSpPr>
        <p:spPr>
          <a:xfrm>
            <a:off x="2188575" y="3201400"/>
            <a:ext cx="4767000" cy="784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800"/>
              <a:buNone/>
            </a:pPr>
            <a:r>
              <a:rPr lang="en-US">
                <a:latin typeface="Times New Roman" panose="02020603050405020304"/>
                <a:ea typeface="Times New Roman" panose="02020603050405020304"/>
                <a:cs typeface="Times New Roman" panose="02020603050405020304"/>
                <a:sym typeface="Times New Roman" panose="02020603050405020304"/>
              </a:rPr>
              <a:t>Phương pháp đồ thị</a:t>
            </a:r>
            <a:r>
              <a:rPr lang="en-US"/>
              <a:t> - </a:t>
            </a:r>
            <a:r>
              <a:rPr lang="en-US">
                <a:latin typeface="Times New Roman" panose="02020603050405020304"/>
                <a:ea typeface="Times New Roman" panose="02020603050405020304"/>
                <a:cs typeface="Times New Roman" panose="02020603050405020304"/>
                <a:sym typeface="Times New Roman" panose="02020603050405020304"/>
              </a:rPr>
              <a:t>Phương pháp thống kê</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471" name="Google Shape;471;p36"/>
          <p:cNvSpPr txBox="1"/>
          <p:nvPr>
            <p:ph type="ctrTitle"/>
          </p:nvPr>
        </p:nvSpPr>
        <p:spPr>
          <a:xfrm>
            <a:off x="2404575" y="893524"/>
            <a:ext cx="4335000" cy="684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600"/>
              <a:buNone/>
            </a:pPr>
            <a:r>
              <a:rPr lang="en-US" sz="4800" i="0">
                <a:solidFill>
                  <a:schemeClr val="accent1"/>
                </a:solidFill>
                <a:latin typeface="Times New Roman" panose="02020603050405020304"/>
                <a:ea typeface="Times New Roman" panose="02020603050405020304"/>
                <a:cs typeface="Times New Roman" panose="02020603050405020304"/>
                <a:sym typeface="Times New Roman" panose="02020603050405020304"/>
              </a:rPr>
              <a:t>4</a:t>
            </a:r>
            <a:endParaRPr sz="4800" i="0">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0">
                                            <p:txEl>
                                              <p:pRg st="0" end="0"/>
                                            </p:txEl>
                                          </p:spTgt>
                                        </p:tgtEl>
                                        <p:attrNameLst>
                                          <p:attrName>style.visibility</p:attrName>
                                        </p:attrNameLst>
                                      </p:cBhvr>
                                      <p:to>
                                        <p:strVal val="visible"/>
                                      </p:to>
                                    </p:set>
                                    <p:anim calcmode="lin" valueType="num">
                                      <p:cBhvr additive="base">
                                        <p:cTn id="7" dur="500"/>
                                        <p:tgtEl>
                                          <p:spTgt spid="470">
                                            <p:txEl>
                                              <p:pRg st="0" end="0"/>
                                            </p:txEl>
                                          </p:spTgt>
                                        </p:tgtEl>
                                        <p:attrNameLst>
                                          <p:attrName>ppt_y</p:attrName>
                                        </p:attrNameLst>
                                      </p:cBhvr>
                                      <p:tavLst>
                                        <p:tav tm="0" fmla="">
                                          <p:val>
                                            <p:strVal val="#ppt_y+1"/>
                                          </p:val>
                                        </p:tav>
                                        <p:tav tm="100000" fmla="">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533400" y="958850"/>
            <a:ext cx="1696720" cy="85725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i="0">
                <a:solidFill>
                  <a:schemeClr val="tx1"/>
                </a:solidFill>
                <a:latin typeface="Times New Roman" panose="02020603050405020304" charset="0"/>
                <a:cs typeface="Times New Roman" panose="02020603050405020304" charset="0"/>
              </a:rPr>
              <a:t>Xử lý các biến</a:t>
            </a:r>
            <a:endParaRPr lang="en-US" altLang="en-GB" i="0">
              <a:solidFill>
                <a:schemeClr val="tx1"/>
              </a:solidFill>
              <a:latin typeface="Times New Roman" panose="02020603050405020304" charset="0"/>
              <a:cs typeface="Times New Roman" panose="02020603050405020304" charset="0"/>
            </a:endParaRPr>
          </a:p>
        </p:txBody>
      </p:sp>
      <p:sp>
        <p:nvSpPr>
          <p:cNvPr id="134" name="Google Shape;134;p21"/>
          <p:cNvSpPr txBox="1">
            <a:spLocks noGrp="1"/>
          </p:cNvSpPr>
          <p:nvPr>
            <p:ph type="body" idx="1"/>
          </p:nvPr>
        </p:nvSpPr>
        <p:spPr>
          <a:xfrm>
            <a:off x="2500630" y="958850"/>
            <a:ext cx="6056630" cy="3240405"/>
          </a:xfrm>
          <a:prstGeom prst="rect">
            <a:avLst/>
          </a:prstGeom>
        </p:spPr>
        <p:txBody>
          <a:bodyPr spcFirstLastPara="1" wrap="square" lIns="91425" tIns="91425" rIns="91425" bIns="91425" anchor="t" anchorCtr="0">
            <a:noAutofit/>
          </a:bodyPr>
          <a:lstStyle/>
          <a:p>
            <a:pPr marL="76200" lvl="0" indent="0" algn="l" rtl="0">
              <a:lnSpc>
                <a:spcPct val="150000"/>
              </a:lnSpc>
              <a:spcBef>
                <a:spcPts val="0"/>
              </a:spcBef>
              <a:spcAft>
                <a:spcPts val="0"/>
              </a:spcAft>
              <a:buSzPts val="2400"/>
              <a:buNone/>
            </a:pPr>
            <a:r>
              <a:rPr lang="en-US" altLang="en-GB" sz="1800"/>
              <a:t>Phương pháp thống kê chia thành hai phần</a:t>
            </a:r>
            <a:endParaRPr lang="en-US" altLang="en-GB" sz="1800"/>
          </a:p>
          <a:p>
            <a:pPr marL="457200" lvl="0" indent="-381000" algn="l" rtl="0">
              <a:lnSpc>
                <a:spcPct val="150000"/>
              </a:lnSpc>
              <a:spcBef>
                <a:spcPts val="0"/>
              </a:spcBef>
              <a:spcAft>
                <a:spcPts val="0"/>
              </a:spcAft>
              <a:buSzPts val="2400"/>
              <a:buChar char="▹"/>
            </a:pPr>
            <a:r>
              <a:rPr lang="en-US" altLang="en-GB" sz="1800"/>
              <a:t>Phương pháp thống kê tham số</a:t>
            </a:r>
            <a:endParaRPr lang="en-US" altLang="en-GB" sz="1800"/>
          </a:p>
          <a:p>
            <a:pPr marL="457200" lvl="0" indent="-381000" algn="l" rtl="0">
              <a:lnSpc>
                <a:spcPct val="150000"/>
              </a:lnSpc>
              <a:spcBef>
                <a:spcPts val="0"/>
              </a:spcBef>
              <a:spcAft>
                <a:spcPts val="0"/>
              </a:spcAft>
              <a:buSzPts val="2400"/>
              <a:buChar char="▹"/>
            </a:pPr>
            <a:r>
              <a:rPr lang="en-US" altLang="en-GB" sz="1800"/>
              <a:t>Phương pháp thống kê phi tham số</a:t>
            </a:r>
            <a:endParaRPr lang="en-US" altLang="en-GB" sz="1800"/>
          </a:p>
          <a:p>
            <a:pPr marL="76200" lvl="0" indent="0" algn="l" rtl="0">
              <a:lnSpc>
                <a:spcPct val="150000"/>
              </a:lnSpc>
              <a:spcBef>
                <a:spcPts val="0"/>
              </a:spcBef>
              <a:spcAft>
                <a:spcPts val="0"/>
              </a:spcAft>
              <a:buSzPts val="2400"/>
              <a:buNone/>
            </a:pPr>
            <a:r>
              <a:rPr lang="en-US" altLang="en-GB" sz="1800"/>
              <a:t>Nếu tuân theo phân phối chuẩn thì sử dụng phương pháp thống kê tham số. Ngược lại, nếu dữ liệu không tuân theo phân phối chuẩn thì sử dụng phương pháp thống kê phi tham số.</a:t>
            </a:r>
            <a:endParaRPr lang="en-US" altLang="en-GB" sz="1800"/>
          </a:p>
        </p:txBody>
      </p:sp>
      <p:sp>
        <p:nvSpPr>
          <p:cNvPr id="135" name="Google Shape;135;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4">
                                            <p:txEl>
                                              <p:pRg st="0" end="0"/>
                                            </p:txEl>
                                          </p:spTgt>
                                        </p:tgtEl>
                                        <p:attrNameLst>
                                          <p:attrName>style.visibility</p:attrName>
                                        </p:attrNameLst>
                                      </p:cBhvr>
                                      <p:to>
                                        <p:strVal val="visible"/>
                                      </p:to>
                                    </p:set>
                                    <p:animEffect transition="in" filter="blinds(horizontal)">
                                      <p:cBhvr>
                                        <p:cTn id="7" dur="500"/>
                                        <p:tgtEl>
                                          <p:spTgt spid="1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4">
                                            <p:txEl>
                                              <p:pRg st="1" end="1"/>
                                            </p:txEl>
                                          </p:spTgt>
                                        </p:tgtEl>
                                        <p:attrNameLst>
                                          <p:attrName>style.visibility</p:attrName>
                                        </p:attrNameLst>
                                      </p:cBhvr>
                                      <p:to>
                                        <p:strVal val="visible"/>
                                      </p:to>
                                    </p:set>
                                    <p:animEffect transition="in" filter="blinds(horizontal)">
                                      <p:cBhvr>
                                        <p:cTn id="12" dur="500"/>
                                        <p:tgtEl>
                                          <p:spTgt spid="1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4">
                                            <p:txEl>
                                              <p:pRg st="2" end="2"/>
                                            </p:txEl>
                                          </p:spTgt>
                                        </p:tgtEl>
                                        <p:attrNameLst>
                                          <p:attrName>style.visibility</p:attrName>
                                        </p:attrNameLst>
                                      </p:cBhvr>
                                      <p:to>
                                        <p:strVal val="visible"/>
                                      </p:to>
                                    </p:set>
                                    <p:animEffect transition="in" filter="blinds(horizontal)">
                                      <p:cBhvr>
                                        <p:cTn id="17" dur="500"/>
                                        <p:tgtEl>
                                          <p:spTgt spid="1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4">
                                            <p:txEl>
                                              <p:pRg st="3" end="3"/>
                                            </p:txEl>
                                          </p:spTgt>
                                        </p:tgtEl>
                                        <p:attrNameLst>
                                          <p:attrName>style.visibility</p:attrName>
                                        </p:attrNameLst>
                                      </p:cBhvr>
                                      <p:to>
                                        <p:strVal val="visible"/>
                                      </p:to>
                                    </p:set>
                                    <p:animEffect transition="in" filter="blinds(horizontal)">
                                      <p:cBhvr>
                                        <p:cTn id="22" dur="500"/>
                                        <p:tgtEl>
                                          <p:spTgt spid="1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build="p"/>
      <p:bldP spid="134" grpI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9"/>
          <p:cNvSpPr txBox="1">
            <a:spLocks noGrp="1"/>
          </p:cNvSpPr>
          <p:nvPr>
            <p:ph type="title"/>
          </p:nvPr>
        </p:nvSpPr>
        <p:spPr>
          <a:xfrm>
            <a:off x="533308" y="971365"/>
            <a:ext cx="16134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i="0">
                <a:solidFill>
                  <a:schemeClr val="tx1"/>
                </a:solidFill>
                <a:latin typeface="Times New Roman" panose="02020603050405020304" charset="0"/>
                <a:cs typeface="Times New Roman" panose="02020603050405020304" charset="0"/>
              </a:rPr>
              <a:t>Phương pháp kiểm tra phân phối chuẩn</a:t>
            </a:r>
            <a:endParaRPr lang="en-US" altLang="en-GB" i="0">
              <a:solidFill>
                <a:schemeClr val="tx1"/>
              </a:solidFill>
              <a:latin typeface="Times New Roman" panose="02020603050405020304" charset="0"/>
              <a:cs typeface="Times New Roman" panose="02020603050405020304" charset="0"/>
            </a:endParaRPr>
          </a:p>
        </p:txBody>
      </p:sp>
      <p:sp>
        <p:nvSpPr>
          <p:cNvPr id="333" name="Google Shape;333;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graphicFrame>
        <p:nvGraphicFramePr>
          <p:cNvPr id="12" name="Diagram 11"/>
          <p:cNvGraphicFramePr/>
          <p:nvPr/>
        </p:nvGraphicFramePr>
        <p:xfrm>
          <a:off x="2439035" y="819150"/>
          <a:ext cx="2778760" cy="247078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3" name="Diagram 12"/>
          <p:cNvGraphicFramePr/>
          <p:nvPr/>
        </p:nvGraphicFramePr>
        <p:xfrm>
          <a:off x="4724400" y="819150"/>
          <a:ext cx="3493770" cy="376237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80">
                                          <p:stCondLst>
                                            <p:cond delay="0"/>
                                          </p:stCondLst>
                                        </p:cTn>
                                        <p:tgtEl>
                                          <p:spTgt spid="12"/>
                                        </p:tgtEl>
                                      </p:cBhvr>
                                    </p:animEffect>
                                    <p:anim calcmode="lin" valueType="num">
                                      <p:cBhvr>
                                        <p:cTn id="8"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3" dur="26">
                                          <p:stCondLst>
                                            <p:cond delay="650"/>
                                          </p:stCondLst>
                                        </p:cTn>
                                        <p:tgtEl>
                                          <p:spTgt spid="12"/>
                                        </p:tgtEl>
                                      </p:cBhvr>
                                      <p:to x="100000" y="60000"/>
                                    </p:animScale>
                                    <p:animScale>
                                      <p:cBhvr>
                                        <p:cTn id="14" dur="166" decel="50000">
                                          <p:stCondLst>
                                            <p:cond delay="676"/>
                                          </p:stCondLst>
                                        </p:cTn>
                                        <p:tgtEl>
                                          <p:spTgt spid="12"/>
                                        </p:tgtEl>
                                      </p:cBhvr>
                                      <p:to x="100000" y="100000"/>
                                    </p:animScale>
                                    <p:animScale>
                                      <p:cBhvr>
                                        <p:cTn id="15" dur="26">
                                          <p:stCondLst>
                                            <p:cond delay="1312"/>
                                          </p:stCondLst>
                                        </p:cTn>
                                        <p:tgtEl>
                                          <p:spTgt spid="12"/>
                                        </p:tgtEl>
                                      </p:cBhvr>
                                      <p:to x="100000" y="80000"/>
                                    </p:animScale>
                                    <p:animScale>
                                      <p:cBhvr>
                                        <p:cTn id="16" dur="166" decel="50000">
                                          <p:stCondLst>
                                            <p:cond delay="1338"/>
                                          </p:stCondLst>
                                        </p:cTn>
                                        <p:tgtEl>
                                          <p:spTgt spid="12"/>
                                        </p:tgtEl>
                                      </p:cBhvr>
                                      <p:to x="100000" y="100000"/>
                                    </p:animScale>
                                    <p:animScale>
                                      <p:cBhvr>
                                        <p:cTn id="17" dur="26">
                                          <p:stCondLst>
                                            <p:cond delay="1642"/>
                                          </p:stCondLst>
                                        </p:cTn>
                                        <p:tgtEl>
                                          <p:spTgt spid="12"/>
                                        </p:tgtEl>
                                      </p:cBhvr>
                                      <p:to x="100000" y="90000"/>
                                    </p:animScale>
                                    <p:animScale>
                                      <p:cBhvr>
                                        <p:cTn id="18" dur="166" decel="50000">
                                          <p:stCondLst>
                                            <p:cond delay="1668"/>
                                          </p:stCondLst>
                                        </p:cTn>
                                        <p:tgtEl>
                                          <p:spTgt spid="12"/>
                                        </p:tgtEl>
                                      </p:cBhvr>
                                      <p:to x="100000" y="100000"/>
                                    </p:animScale>
                                    <p:animScale>
                                      <p:cBhvr>
                                        <p:cTn id="19" dur="26">
                                          <p:stCondLst>
                                            <p:cond delay="1808"/>
                                          </p:stCondLst>
                                        </p:cTn>
                                        <p:tgtEl>
                                          <p:spTgt spid="12"/>
                                        </p:tgtEl>
                                      </p:cBhvr>
                                      <p:to x="100000" y="95000"/>
                                    </p:animScale>
                                    <p:animScale>
                                      <p:cBhvr>
                                        <p:cTn id="20" dur="166" decel="50000">
                                          <p:stCondLst>
                                            <p:cond delay="1834"/>
                                          </p:stCondLst>
                                        </p:cTn>
                                        <p:tgtEl>
                                          <p:spTgt spid="1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down)">
                                      <p:cBhvr>
                                        <p:cTn id="25" dur="580">
                                          <p:stCondLst>
                                            <p:cond delay="0"/>
                                          </p:stCondLst>
                                        </p:cTn>
                                        <p:tgtEl>
                                          <p:spTgt spid="13"/>
                                        </p:tgtEl>
                                      </p:cBhvr>
                                    </p:animEffect>
                                    <p:anim calcmode="lin" valueType="num">
                                      <p:cBhvr>
                                        <p:cTn id="2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31" dur="26">
                                          <p:stCondLst>
                                            <p:cond delay="650"/>
                                          </p:stCondLst>
                                        </p:cTn>
                                        <p:tgtEl>
                                          <p:spTgt spid="13"/>
                                        </p:tgtEl>
                                      </p:cBhvr>
                                      <p:to x="100000" y="60000"/>
                                    </p:animScale>
                                    <p:animScale>
                                      <p:cBhvr>
                                        <p:cTn id="32" dur="166" decel="50000">
                                          <p:stCondLst>
                                            <p:cond delay="676"/>
                                          </p:stCondLst>
                                        </p:cTn>
                                        <p:tgtEl>
                                          <p:spTgt spid="13"/>
                                        </p:tgtEl>
                                      </p:cBhvr>
                                      <p:to x="100000" y="100000"/>
                                    </p:animScale>
                                    <p:animScale>
                                      <p:cBhvr>
                                        <p:cTn id="33" dur="26">
                                          <p:stCondLst>
                                            <p:cond delay="1312"/>
                                          </p:stCondLst>
                                        </p:cTn>
                                        <p:tgtEl>
                                          <p:spTgt spid="13"/>
                                        </p:tgtEl>
                                      </p:cBhvr>
                                      <p:to x="100000" y="80000"/>
                                    </p:animScale>
                                    <p:animScale>
                                      <p:cBhvr>
                                        <p:cTn id="34" dur="166" decel="50000">
                                          <p:stCondLst>
                                            <p:cond delay="1338"/>
                                          </p:stCondLst>
                                        </p:cTn>
                                        <p:tgtEl>
                                          <p:spTgt spid="13"/>
                                        </p:tgtEl>
                                      </p:cBhvr>
                                      <p:to x="100000" y="100000"/>
                                    </p:animScale>
                                    <p:animScale>
                                      <p:cBhvr>
                                        <p:cTn id="35" dur="26">
                                          <p:stCondLst>
                                            <p:cond delay="1642"/>
                                          </p:stCondLst>
                                        </p:cTn>
                                        <p:tgtEl>
                                          <p:spTgt spid="13"/>
                                        </p:tgtEl>
                                      </p:cBhvr>
                                      <p:to x="100000" y="90000"/>
                                    </p:animScale>
                                    <p:animScale>
                                      <p:cBhvr>
                                        <p:cTn id="36" dur="166" decel="50000">
                                          <p:stCondLst>
                                            <p:cond delay="1668"/>
                                          </p:stCondLst>
                                        </p:cTn>
                                        <p:tgtEl>
                                          <p:spTgt spid="13"/>
                                        </p:tgtEl>
                                      </p:cBhvr>
                                      <p:to x="100000" y="100000"/>
                                    </p:animScale>
                                    <p:animScale>
                                      <p:cBhvr>
                                        <p:cTn id="37" dur="26">
                                          <p:stCondLst>
                                            <p:cond delay="1808"/>
                                          </p:stCondLst>
                                        </p:cTn>
                                        <p:tgtEl>
                                          <p:spTgt spid="13"/>
                                        </p:tgtEl>
                                      </p:cBhvr>
                                      <p:to x="100000" y="95000"/>
                                    </p:animScale>
                                    <p:animScale>
                                      <p:cBhvr>
                                        <p:cTn id="38"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0"/>
          <p:cNvSpPr txBox="1">
            <a:spLocks noGrp="1"/>
          </p:cNvSpPr>
          <p:nvPr>
            <p:ph type="title"/>
          </p:nvPr>
        </p:nvSpPr>
        <p:spPr>
          <a:xfrm>
            <a:off x="457200" y="438150"/>
            <a:ext cx="1887220" cy="671830"/>
          </a:xfrm>
          <a:prstGeom prst="rect">
            <a:avLst/>
          </a:prstGeom>
        </p:spPr>
        <p:txBody>
          <a:bodyPr spcFirstLastPara="1" wrap="square" lIns="0" tIns="0" rIns="0" bIns="0" anchor="ctr" anchorCtr="0">
            <a:noAutofit/>
          </a:bodyPr>
          <a:lstStyle/>
          <a:p>
            <a:pPr algn="ctr"/>
            <a:r>
              <a:rPr lang="en-US" i="0">
                <a:solidFill>
                  <a:schemeClr val="tx1">
                    <a:lumMod val="50000"/>
                  </a:schemeClr>
                </a:solidFill>
                <a:latin typeface="Times New Roman" panose="02020603050405020304" charset="0"/>
                <a:cs typeface="Times New Roman" panose="02020603050405020304" charset="0"/>
              </a:rPr>
              <a:t>Sử dụng biểu đồ</a:t>
            </a:r>
            <a:endParaRPr lang="en-US" i="0">
              <a:solidFill>
                <a:schemeClr val="tx1">
                  <a:lumMod val="50000"/>
                </a:schemeClr>
              </a:solidFill>
              <a:latin typeface="Times New Roman" panose="02020603050405020304" charset="0"/>
              <a:cs typeface="Times New Roman" panose="02020603050405020304" charset="0"/>
            </a:endParaRPr>
          </a:p>
        </p:txBody>
      </p:sp>
      <p:sp>
        <p:nvSpPr>
          <p:cNvPr id="633" name="Google Shape;633;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2" name="Hình ảnh 2" descr="C:\Users\lan\Pictures\m14.PNGm14"/>
          <p:cNvPicPr>
            <a:picLocks noChangeAspect="1"/>
          </p:cNvPicPr>
          <p:nvPr/>
        </p:nvPicPr>
        <p:blipFill>
          <a:blip r:embed="rId1"/>
          <a:srcRect/>
          <a:stretch>
            <a:fillRect/>
          </a:stretch>
        </p:blipFill>
        <p:spPr>
          <a:xfrm>
            <a:off x="1209040" y="1200150"/>
            <a:ext cx="6763385" cy="3761105"/>
          </a:xfrm>
          <a:prstGeom prst="rect">
            <a:avLst/>
          </a:prstGeom>
        </p:spPr>
      </p:pic>
      <p:pic>
        <p:nvPicPr>
          <p:cNvPr id="3" name="Picture 2" descr="C:\Users\lan\Pictures\m7.PNGm7"/>
          <p:cNvPicPr>
            <a:picLocks noChangeAspect="1"/>
          </p:cNvPicPr>
          <p:nvPr/>
        </p:nvPicPr>
        <p:blipFill>
          <a:blip r:embed="rId2"/>
          <a:srcRect/>
          <a:stretch>
            <a:fillRect/>
          </a:stretch>
        </p:blipFill>
        <p:spPr>
          <a:xfrm>
            <a:off x="1219200" y="1193800"/>
            <a:ext cx="6742430" cy="37731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nodeType="clickEffect">
                                  <p:stCondLst>
                                    <p:cond delay="0"/>
                                  </p:stCondLst>
                                  <p:childTnLst>
                                    <p:animEffect transition="out" filter="circle(out)">
                                      <p:cBhvr>
                                        <p:cTn id="6" dur="2000"/>
                                        <p:tgtEl>
                                          <p:spTgt spid="2"/>
                                        </p:tgtEl>
                                      </p:cBhvr>
                                    </p:animEffect>
                                    <p:set>
                                      <p:cBhvr>
                                        <p:cTn id="7" dur="1" fill="hold">
                                          <p:stCondLst>
                                            <p:cond delay="19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ppt_y</p:attrName>
                                        </p:attrNameLst>
                                      </p:cBhvr>
                                      <p:tavLst>
                                        <p:tav tm="0">
                                          <p:val>
                                            <p:strVal val="#ppt_y+#ppt_h*1.125000"/>
                                          </p:val>
                                        </p:tav>
                                        <p:tav tm="100000">
                                          <p:val>
                                            <p:strVal val="#ppt_y"/>
                                          </p:val>
                                        </p:tav>
                                      </p:tavLst>
                                    </p:anim>
                                    <p:animEffect transition="in" filter="wipe(up)">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0"/>
          <p:cNvSpPr txBox="1">
            <a:spLocks noGrp="1"/>
          </p:cNvSpPr>
          <p:nvPr>
            <p:ph type="title"/>
          </p:nvPr>
        </p:nvSpPr>
        <p:spPr>
          <a:xfrm>
            <a:off x="457200" y="438150"/>
            <a:ext cx="1887220" cy="671830"/>
          </a:xfrm>
          <a:prstGeom prst="rect">
            <a:avLst/>
          </a:prstGeom>
        </p:spPr>
        <p:txBody>
          <a:bodyPr spcFirstLastPara="1" wrap="square" lIns="0" tIns="0" rIns="0" bIns="0" anchor="ctr" anchorCtr="0">
            <a:noAutofit/>
          </a:bodyPr>
          <a:lstStyle/>
          <a:p>
            <a:pPr algn="ctr"/>
            <a:r>
              <a:rPr lang="en-US" i="0">
                <a:solidFill>
                  <a:schemeClr val="tx1">
                    <a:lumMod val="50000"/>
                  </a:schemeClr>
                </a:solidFill>
                <a:latin typeface="Times New Roman" panose="02020603050405020304" charset="0"/>
                <a:cs typeface="Times New Roman" panose="02020603050405020304" charset="0"/>
              </a:rPr>
              <a:t>Sử dụng biểu đồ</a:t>
            </a:r>
            <a:endParaRPr lang="en-US" i="0">
              <a:solidFill>
                <a:schemeClr val="tx1">
                  <a:lumMod val="50000"/>
                </a:schemeClr>
              </a:solidFill>
              <a:latin typeface="Times New Roman" panose="02020603050405020304" charset="0"/>
              <a:cs typeface="Times New Roman" panose="02020603050405020304" charset="0"/>
            </a:endParaRPr>
          </a:p>
        </p:txBody>
      </p:sp>
      <p:sp>
        <p:nvSpPr>
          <p:cNvPr id="633" name="Google Shape;633;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2" name="Hình ảnh 2" descr="C:\Users\lan\Pictures\m8.PNGm8"/>
          <p:cNvPicPr>
            <a:picLocks noChangeAspect="1"/>
          </p:cNvPicPr>
          <p:nvPr/>
        </p:nvPicPr>
        <p:blipFill>
          <a:blip r:embed="rId1"/>
          <a:srcRect/>
          <a:stretch>
            <a:fillRect/>
          </a:stretch>
        </p:blipFill>
        <p:spPr>
          <a:xfrm>
            <a:off x="1031875" y="1194435"/>
            <a:ext cx="7105015" cy="3766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0"/>
          <p:cNvSpPr txBox="1">
            <a:spLocks noGrp="1"/>
          </p:cNvSpPr>
          <p:nvPr>
            <p:ph type="title"/>
          </p:nvPr>
        </p:nvSpPr>
        <p:spPr>
          <a:xfrm>
            <a:off x="457200" y="438150"/>
            <a:ext cx="1887220" cy="671830"/>
          </a:xfrm>
          <a:prstGeom prst="rect">
            <a:avLst/>
          </a:prstGeom>
        </p:spPr>
        <p:txBody>
          <a:bodyPr spcFirstLastPara="1" wrap="square" lIns="0" tIns="0" rIns="0" bIns="0" anchor="ctr" anchorCtr="0">
            <a:noAutofit/>
          </a:bodyPr>
          <a:lstStyle/>
          <a:p>
            <a:pPr algn="ctr"/>
            <a:r>
              <a:rPr lang="en-US" i="0">
                <a:solidFill>
                  <a:schemeClr val="tx1">
                    <a:lumMod val="50000"/>
                  </a:schemeClr>
                </a:solidFill>
                <a:latin typeface="Times New Roman" panose="02020603050405020304" charset="0"/>
                <a:cs typeface="Times New Roman" panose="02020603050405020304" charset="0"/>
              </a:rPr>
              <a:t>Sử dụng biểu đồ</a:t>
            </a:r>
            <a:endParaRPr lang="en-US" i="0">
              <a:solidFill>
                <a:schemeClr val="tx1">
                  <a:lumMod val="50000"/>
                </a:schemeClr>
              </a:solidFill>
              <a:latin typeface="Times New Roman" panose="02020603050405020304" charset="0"/>
              <a:cs typeface="Times New Roman" panose="02020603050405020304" charset="0"/>
            </a:endParaRPr>
          </a:p>
        </p:txBody>
      </p:sp>
      <p:sp>
        <p:nvSpPr>
          <p:cNvPr id="633" name="Google Shape;633;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4" name="Picture 3" descr="m11"/>
          <p:cNvPicPr>
            <a:picLocks noChangeAspect="1"/>
          </p:cNvPicPr>
          <p:nvPr/>
        </p:nvPicPr>
        <p:blipFill>
          <a:blip r:embed="rId1"/>
          <a:stretch>
            <a:fillRect/>
          </a:stretch>
        </p:blipFill>
        <p:spPr>
          <a:xfrm>
            <a:off x="381000" y="1146175"/>
            <a:ext cx="4166235" cy="3759200"/>
          </a:xfrm>
          <a:prstGeom prst="rect">
            <a:avLst/>
          </a:prstGeom>
        </p:spPr>
      </p:pic>
      <p:pic>
        <p:nvPicPr>
          <p:cNvPr id="5" name="Picture 4" descr="m12"/>
          <p:cNvPicPr>
            <a:picLocks noChangeAspect="1"/>
          </p:cNvPicPr>
          <p:nvPr/>
        </p:nvPicPr>
        <p:blipFill>
          <a:blip r:embed="rId2"/>
          <a:stretch>
            <a:fillRect/>
          </a:stretch>
        </p:blipFill>
        <p:spPr>
          <a:xfrm>
            <a:off x="4724400" y="1123950"/>
            <a:ext cx="4271645" cy="37719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nchor="ctr" anchorCtr="0"/>
          <a:lstStyle/>
          <a:p>
            <a:pPr marL="0" indent="0">
              <a:spcBef>
                <a:spcPts val="600"/>
              </a:spcBef>
            </a:pPr>
            <a:r>
              <a:rPr lang="en-US" altLang="vi-VN" b="1">
                <a:solidFill>
                  <a:srgbClr val="4D4A56"/>
                </a:solidFill>
                <a:latin typeface="Times New Roman" panose="02020603050405020304" charset="0"/>
                <a:cs typeface="Times New Roman" panose="02020603050405020304" charset="0"/>
              </a:rPr>
              <a:t>Kiểm định Mann-Whitney's</a:t>
            </a:r>
            <a:endParaRPr lang="en-US" altLang="vi-VN" b="1">
              <a:solidFill>
                <a:srgbClr val="4D4A56"/>
              </a:solidFill>
              <a:latin typeface="Times New Roman" panose="02020603050405020304" charset="0"/>
              <a:cs typeface="Times New Roman" panose="02020603050405020304" charset="0"/>
            </a:endParaRPr>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mc:AlternateContent xmlns:mc="http://schemas.openxmlformats.org/markup-compatibility/2006">
        <mc:Choice xmlns:a14="http://schemas.microsoft.com/office/drawing/2010/main" Requires="a14">
          <p:sp>
            <p:nvSpPr>
              <p:cNvPr id="6" name="Hộp Văn bản 5"/>
              <p:cNvSpPr txBox="1"/>
              <p:nvPr/>
            </p:nvSpPr>
            <p:spPr>
              <a:xfrm>
                <a:off x="1076960" y="1123950"/>
                <a:ext cx="6990715" cy="2123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vi-VN" sz="1800">
                    <a:latin typeface="Times New Roman" panose="02020603050405020304" charset="0"/>
                    <a:cs typeface="Times New Roman" panose="02020603050405020304" charset="0"/>
                  </a:rPr>
                  <a:t>Thống kê </a:t>
                </a:r>
                <a:r>
                  <a:rPr lang="en-US" altLang="vi-VN" sz="1800">
                    <a:solidFill>
                      <a:srgbClr val="4D4A56"/>
                    </a:solidFill>
                    <a:latin typeface="Times New Roman" panose="02020603050405020304" charset="0"/>
                    <a:cs typeface="Times New Roman" panose="02020603050405020304" charset="0"/>
                    <a:sym typeface="+mn-ea"/>
                  </a:rPr>
                  <a:t>Mann-Whitney's:</a:t>
                </a:r>
                <a:endParaRPr lang="en-US" altLang="vi-VN" sz="1800">
                  <a:latin typeface="Times New Roman" panose="02020603050405020304" charset="0"/>
                  <a:cs typeface="Times New Roman" panose="02020603050405020304" charset="0"/>
                </a:endParaRPr>
              </a:p>
              <a:p>
                <a:r>
                  <a:rPr lang="en-US" altLang="vi-VN" sz="1600">
                    <a:latin typeface="Times New Roman" panose="02020603050405020304" charset="0"/>
                    <a:cs typeface="Times New Roman" panose="02020603050405020304" charset="0"/>
                  </a:rPr>
                  <a:t>	</a:t>
                </a:r>
                <a14:m>
                  <m:oMath xmlns:m="http://schemas.openxmlformats.org/officeDocument/2006/math">
                    <m:r>
                      <a:rPr lang="en-US" altLang="vi-VN" sz="1800" i="1">
                        <a:latin typeface="Cambria Math" panose="02040503050406030204" charset="0"/>
                        <a:cs typeface="Cambria Math" panose="02040503050406030204" charset="0"/>
                      </a:rPr>
                      <m:t>𝑈</m:t>
                    </m:r>
                    <m:r>
                      <a:rPr lang="en-US" altLang="vi-VN" sz="1800" i="1">
                        <a:latin typeface="Cambria Math" panose="02040503050406030204" charset="0"/>
                        <a:cs typeface="Cambria Math" panose="02040503050406030204" charset="0"/>
                      </a:rPr>
                      <m:t>= </m:t>
                    </m:r>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𝑛</m:t>
                        </m:r>
                      </m:e>
                      <m:sub>
                        <m:r>
                          <a:rPr lang="en-US" altLang="vi-VN" sz="1800" i="1">
                            <a:latin typeface="Cambria Math" panose="02040503050406030204" charset="0"/>
                            <a:cs typeface="Cambria Math" panose="02040503050406030204" charset="0"/>
                          </a:rPr>
                          <m:t>1</m:t>
                        </m:r>
                      </m:sub>
                    </m:sSub>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𝑛</m:t>
                        </m:r>
                      </m:e>
                      <m:sub>
                        <m:r>
                          <a:rPr lang="en-US" altLang="vi-VN" sz="1800" i="1">
                            <a:latin typeface="Cambria Math" panose="02040503050406030204" charset="0"/>
                            <a:cs typeface="Cambria Math" panose="02040503050406030204" charset="0"/>
                          </a:rPr>
                          <m:t>2</m:t>
                        </m:r>
                      </m:sub>
                    </m:sSub>
                    <m:r>
                      <a:rPr lang="en-US" altLang="vi-VN" sz="1800" i="1">
                        <a:latin typeface="Cambria Math" panose="02040503050406030204" charset="0"/>
                        <a:cs typeface="Cambria Math" panose="02040503050406030204" charset="0"/>
                      </a:rPr>
                      <m:t>+</m:t>
                    </m:r>
                    <m:f>
                      <m:fPr>
                        <m:ctrlPr>
                          <a:rPr lang="en-US" altLang="vi-VN" sz="1800" i="1">
                            <a:latin typeface="Cambria Math" panose="02040503050406030204" charset="0"/>
                            <a:cs typeface="Cambria Math" panose="02040503050406030204" charset="0"/>
                          </a:rPr>
                        </m:ctrlPr>
                      </m:fPr>
                      <m:num>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𝑛</m:t>
                            </m:r>
                          </m:e>
                          <m:sub>
                            <m:r>
                              <a:rPr lang="en-US" altLang="vi-VN" sz="1800" i="1">
                                <a:latin typeface="Cambria Math" panose="02040503050406030204" charset="0"/>
                                <a:cs typeface="Cambria Math" panose="02040503050406030204" charset="0"/>
                              </a:rPr>
                              <m:t>2</m:t>
                            </m:r>
                          </m:sub>
                        </m:sSub>
                        <m:r>
                          <a:rPr lang="en-US" altLang="vi-VN" sz="1800" i="1">
                            <a:latin typeface="Cambria Math" panose="02040503050406030204" charset="0"/>
                            <a:cs typeface="Cambria Math" panose="02040503050406030204" charset="0"/>
                          </a:rPr>
                          <m:t>(</m:t>
                        </m:r>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𝑛</m:t>
                            </m:r>
                          </m:e>
                          <m:sub>
                            <m:r>
                              <a:rPr lang="en-US" altLang="vi-VN" sz="1800" i="1">
                                <a:latin typeface="Cambria Math" panose="02040503050406030204" charset="0"/>
                                <a:cs typeface="Cambria Math" panose="02040503050406030204" charset="0"/>
                              </a:rPr>
                              <m:t>2</m:t>
                            </m:r>
                          </m:sub>
                        </m:sSub>
                        <m:r>
                          <a:rPr lang="en-US" altLang="vi-VN" sz="1800" i="1">
                            <a:latin typeface="Cambria Math" panose="02040503050406030204" charset="0"/>
                            <a:cs typeface="Cambria Math" panose="02040503050406030204" charset="0"/>
                          </a:rPr>
                          <m:t>+</m:t>
                        </m:r>
                        <m:r>
                          <a:rPr lang="en-US" altLang="vi-VN" sz="1800" i="1">
                            <a:latin typeface="Cambria Math" panose="02040503050406030204" charset="0"/>
                            <a:cs typeface="Cambria Math" panose="02040503050406030204" charset="0"/>
                          </a:rPr>
                          <m:t>1</m:t>
                        </m:r>
                        <m:r>
                          <a:rPr lang="en-US" altLang="vi-VN" sz="1800" i="1">
                            <a:latin typeface="Cambria Math" panose="02040503050406030204" charset="0"/>
                            <a:cs typeface="Cambria Math" panose="02040503050406030204" charset="0"/>
                          </a:rPr>
                          <m:t>)</m:t>
                        </m:r>
                      </m:num>
                      <m:den>
                        <m:r>
                          <a:rPr lang="en-US" altLang="vi-VN" sz="1800" i="1">
                            <a:latin typeface="Cambria Math" panose="02040503050406030204" charset="0"/>
                            <a:cs typeface="Cambria Math" panose="02040503050406030204" charset="0"/>
                          </a:rPr>
                          <m:t>2</m:t>
                        </m:r>
                      </m:den>
                    </m:f>
                    <m:r>
                      <a:rPr lang="en-US" altLang="vi-VN" sz="1800" i="1">
                        <a:latin typeface="Cambria Math" panose="02040503050406030204" charset="0"/>
                        <a:cs typeface="Cambria Math" panose="02040503050406030204" charset="0"/>
                      </a:rPr>
                      <m:t>−</m:t>
                    </m:r>
                    <m:nary>
                      <m:naryPr>
                        <m:chr m:val="∑"/>
                        <m:limLoc m:val="undOvr"/>
                        <m:ctrlPr>
                          <a:rPr lang="en-US" altLang="vi-VN" sz="1800" i="1">
                            <a:latin typeface="Cambria Math" panose="02040503050406030204" charset="0"/>
                            <a:cs typeface="Cambria Math" panose="02040503050406030204" charset="0"/>
                          </a:rPr>
                        </m:ctrlPr>
                      </m:naryPr>
                      <m:sub>
                        <m:r>
                          <a:rPr lang="en-US" altLang="vi-VN" sz="1800" i="1">
                            <a:latin typeface="Cambria Math" panose="02040503050406030204" charset="0"/>
                            <a:cs typeface="Cambria Math" panose="02040503050406030204" charset="0"/>
                          </a:rPr>
                          <m:t>𝑖</m:t>
                        </m:r>
                        <m:r>
                          <a:rPr lang="en-US" altLang="vi-VN" sz="1800" i="1">
                            <a:latin typeface="Cambria Math" panose="02040503050406030204" charset="0"/>
                            <a:cs typeface="Cambria Math" panose="02040503050406030204" charset="0"/>
                          </a:rPr>
                          <m:t> = </m:t>
                        </m:r>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𝑛</m:t>
                            </m:r>
                          </m:e>
                          <m:sub>
                            <m:r>
                              <a:rPr lang="en-US" altLang="vi-VN" sz="1800" i="1">
                                <a:latin typeface="Cambria Math" panose="02040503050406030204" charset="0"/>
                                <a:cs typeface="Cambria Math" panose="02040503050406030204" charset="0"/>
                              </a:rPr>
                              <m:t>1</m:t>
                            </m:r>
                          </m:sub>
                        </m:sSub>
                        <m:r>
                          <a:rPr lang="en-US" altLang="vi-VN" sz="1800" i="1">
                            <a:latin typeface="Cambria Math" panose="02040503050406030204" charset="0"/>
                            <a:cs typeface="Cambria Math" panose="02040503050406030204" charset="0"/>
                          </a:rPr>
                          <m:t>+</m:t>
                        </m:r>
                        <m:r>
                          <a:rPr lang="en-US" altLang="vi-VN" sz="1800" i="1">
                            <a:latin typeface="Cambria Math" panose="02040503050406030204" charset="0"/>
                            <a:cs typeface="Cambria Math" panose="02040503050406030204" charset="0"/>
                          </a:rPr>
                          <m:t>1</m:t>
                        </m:r>
                      </m:sub>
                      <m:sup>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𝑛</m:t>
                            </m:r>
                          </m:e>
                          <m:sub>
                            <m:r>
                              <a:rPr lang="en-US" altLang="vi-VN" sz="1800" i="1">
                                <a:latin typeface="Cambria Math" panose="02040503050406030204" charset="0"/>
                                <a:cs typeface="Cambria Math" panose="02040503050406030204" charset="0"/>
                              </a:rPr>
                              <m:t>2</m:t>
                            </m:r>
                          </m:sub>
                        </m:sSub>
                      </m:sup>
                      <m:e>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𝑅</m:t>
                            </m:r>
                          </m:e>
                          <m:sub>
                            <m:r>
                              <a:rPr lang="en-US" altLang="vi-VN" sz="1800" i="1">
                                <a:latin typeface="Cambria Math" panose="02040503050406030204" charset="0"/>
                                <a:cs typeface="Cambria Math" panose="02040503050406030204" charset="0"/>
                              </a:rPr>
                              <m:t>𝑖</m:t>
                            </m:r>
                          </m:sub>
                        </m:sSub>
                      </m:e>
                    </m:nary>
                  </m:oMath>
                </a14:m>
                <a:endParaRPr lang="vi-VN" sz="1800">
                  <a:latin typeface="Times New Roman" panose="02020603050405020304" charset="0"/>
                  <a:cs typeface="Times New Roman" panose="02020603050405020304" charset="0"/>
                </a:endParaRPr>
              </a:p>
              <a:p>
                <a:endParaRPr lang="vi-VN" sz="1600">
                  <a:latin typeface="Times New Roman" panose="02020603050405020304" charset="0"/>
                  <a:cs typeface="Times New Roman" panose="02020603050405020304" charset="0"/>
                </a:endParaRPr>
              </a:p>
              <a:p>
                <a:r>
                  <a:rPr lang="vi-VN" sz="1800">
                    <a:latin typeface="Times New Roman" panose="02020603050405020304" charset="0"/>
                    <a:cs typeface="Times New Roman" panose="02020603050405020304" charset="0"/>
                  </a:rPr>
                  <a:t>Trong đó: </a:t>
                </a:r>
                <a:endParaRPr lang="vi-VN" sz="1800">
                  <a:latin typeface="Times New Roman" panose="02020603050405020304" charset="0"/>
                  <a:cs typeface="Times New Roman" panose="02020603050405020304" charset="0"/>
                </a:endParaRPr>
              </a:p>
              <a:p>
                <a:r>
                  <a:rPr lang="en-US" altLang="vi-VN" sz="1800">
                    <a:latin typeface="Times New Roman" panose="02020603050405020304" charset="0"/>
                    <a:cs typeface="Times New Roman" panose="02020603050405020304" charset="0"/>
                  </a:rPr>
                  <a:t>	</a:t>
                </a:r>
                <a:r>
                  <a:rPr lang="en-US" altLang="vi-VN" sz="1600">
                    <a:latin typeface="Cambria Math" panose="02040503050406030204" charset="0"/>
                    <a:cs typeface="Cambria Math" panose="02040503050406030204" charset="0"/>
                  </a:rPr>
                  <a:t>	</a:t>
                </a:r>
                <a14:m>
                  <m:oMath xmlns:m="http://schemas.openxmlformats.org/officeDocument/2006/math">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𝑛</m:t>
                        </m:r>
                      </m:e>
                      <m:sub>
                        <m:r>
                          <a:rPr lang="en-US" altLang="vi-VN" sz="1800" i="1">
                            <a:latin typeface="Cambria Math" panose="02040503050406030204" charset="0"/>
                            <a:cs typeface="Cambria Math" panose="02040503050406030204" charset="0"/>
                          </a:rPr>
                          <m:t>1</m:t>
                        </m:r>
                      </m:sub>
                    </m:sSub>
                  </m:oMath>
                </a14:m>
                <a:r>
                  <a:rPr lang="en-US" altLang="vi-VN" sz="1800">
                    <a:latin typeface="Cambria Math" panose="02040503050406030204" charset="0"/>
                    <a:cs typeface="Cambria Math" panose="02040503050406030204" charset="0"/>
                  </a:rPr>
                  <a:t> là cỡ mẫu 1</a:t>
                </a:r>
                <a:endParaRPr lang="en-US" altLang="vi-VN" sz="1800">
                  <a:latin typeface="Cambria Math" panose="02040503050406030204" charset="0"/>
                  <a:cs typeface="Cambria Math" panose="02040503050406030204" charset="0"/>
                </a:endParaRPr>
              </a:p>
              <a:p>
                <a:r>
                  <a:rPr lang="en-US" altLang="vi-VN" sz="1800">
                    <a:latin typeface="Cambria Math" panose="02040503050406030204" charset="0"/>
                    <a:cs typeface="Cambria Math" panose="02040503050406030204" charset="0"/>
                  </a:rPr>
                  <a:t>		</a:t>
                </a:r>
                <a14:m>
                  <m:oMath xmlns:m="http://schemas.openxmlformats.org/officeDocument/2006/math">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𝑛</m:t>
                        </m:r>
                      </m:e>
                      <m:sub>
                        <m:r>
                          <a:rPr lang="en-US" altLang="vi-VN" sz="1800" i="1">
                            <a:latin typeface="Cambria Math" panose="02040503050406030204" charset="0"/>
                            <a:cs typeface="Cambria Math" panose="02040503050406030204" charset="0"/>
                          </a:rPr>
                          <m:t>2</m:t>
                        </m:r>
                      </m:sub>
                    </m:sSub>
                  </m:oMath>
                </a14:m>
                <a:r>
                  <a:rPr lang="en-US" altLang="vi-VN" sz="1800">
                    <a:latin typeface="Cambria Math" panose="02040503050406030204" charset="0"/>
                    <a:cs typeface="Cambria Math" panose="02040503050406030204" charset="0"/>
                  </a:rPr>
                  <a:t> là cỡ mẫu 2</a:t>
                </a:r>
                <a:endParaRPr lang="en-US" altLang="vi-VN" sz="1800">
                  <a:latin typeface="Cambria Math" panose="02040503050406030204" charset="0"/>
                  <a:cs typeface="Cambria Math" panose="02040503050406030204" charset="0"/>
                </a:endParaRPr>
              </a:p>
              <a:p>
                <a:r>
                  <a:rPr lang="en-US" altLang="vi-VN" sz="1800">
                    <a:latin typeface="Cambria Math" panose="02040503050406030204" charset="0"/>
                    <a:cs typeface="Cambria Math" panose="02040503050406030204" charset="0"/>
                  </a:rPr>
                  <a:t>	</a:t>
                </a:r>
                <a:r>
                  <a:rPr lang="vi-VN" sz="1800">
                    <a:latin typeface="Times New Roman" panose="02020603050405020304" charset="0"/>
                    <a:cs typeface="Times New Roman" panose="02020603050405020304" charset="0"/>
                  </a:rPr>
                  <a:t>                  </a:t>
                </a:r>
                <a14:m>
                  <m:oMath xmlns:m="http://schemas.openxmlformats.org/officeDocument/2006/math">
                    <m:sSub>
                      <m:sSubPr>
                        <m:ctrlPr>
                          <a:rPr lang="en-US" altLang="vi-VN" sz="1800" i="1">
                            <a:latin typeface="Cambria Math" panose="02040503050406030204" charset="0"/>
                            <a:cs typeface="Cambria Math" panose="02040503050406030204" charset="0"/>
                          </a:rPr>
                        </m:ctrlPr>
                      </m:sSubPr>
                      <m:e>
                        <m:r>
                          <a:rPr lang="en-US" altLang="vi-VN" sz="1800" i="1">
                            <a:latin typeface="Cambria Math" panose="02040503050406030204" charset="0"/>
                            <a:cs typeface="Cambria Math" panose="02040503050406030204" charset="0"/>
                          </a:rPr>
                          <m:t>𝑅</m:t>
                        </m:r>
                      </m:e>
                      <m:sub>
                        <m:r>
                          <a:rPr lang="en-US" altLang="vi-VN" sz="1800" i="1">
                            <a:latin typeface="Cambria Math" panose="02040503050406030204" charset="0"/>
                            <a:cs typeface="Cambria Math" panose="02040503050406030204" charset="0"/>
                          </a:rPr>
                          <m:t>𝑖</m:t>
                        </m:r>
                      </m:sub>
                    </m:sSub>
                  </m:oMath>
                </a14:m>
                <a:r>
                  <a:rPr lang="vi-VN" sz="1800">
                    <a:latin typeface="Times New Roman" panose="02020603050405020304" charset="0"/>
                    <a:cs typeface="Times New Roman" panose="02020603050405020304" charset="0"/>
                  </a:rPr>
                  <a:t> </a:t>
                </a:r>
                <a:r>
                  <a:rPr lang="en-US" altLang="vi-VN" sz="1800">
                    <a:latin typeface="Times New Roman" panose="02020603050405020304" charset="0"/>
                    <a:cs typeface="Times New Roman" panose="02020603050405020304" charset="0"/>
                  </a:rPr>
                  <a:t> là hạng của cỡ mẫu</a:t>
                </a:r>
                <a:r>
                  <a:rPr lang="vi-VN" sz="1800">
                    <a:latin typeface="Times New Roman" panose="02020603050405020304" charset="0"/>
                    <a:cs typeface="Times New Roman" panose="02020603050405020304" charset="0"/>
                  </a:rPr>
                  <a:t>               </a:t>
                </a:r>
                <a:r>
                  <a:rPr lang="vi-VN" sz="1600">
                    <a:latin typeface="Times New Roman" panose="02020603050405020304" charset="0"/>
                    <a:cs typeface="Times New Roman" panose="02020603050405020304" charset="0"/>
                  </a:rPr>
                  <a:t>                              </a:t>
                </a:r>
                <a:endParaRPr lang="vi-VN" sz="1600">
                  <a:latin typeface="Times New Roman" panose="02020603050405020304" charset="0"/>
                  <a:cs typeface="Times New Roman" panose="02020603050405020304" charset="0"/>
                </a:endParaRPr>
              </a:p>
            </p:txBody>
          </p:sp>
        </mc:Choice>
        <mc:Fallback>
          <p:sp>
            <p:nvSpPr>
              <p:cNvPr id="6" name="Hộp Văn bản 5"/>
              <p:cNvSpPr txBox="1">
                <a:spLocks noRot="1" noChangeAspect="1" noMove="1" noResize="1" noEditPoints="1" noAdjustHandles="1" noChangeArrowheads="1" noChangeShapeType="1" noTextEdit="1"/>
              </p:cNvSpPr>
              <p:nvPr/>
            </p:nvSpPr>
            <p:spPr>
              <a:xfrm>
                <a:off x="1076960" y="1123950"/>
                <a:ext cx="6990715" cy="2123440"/>
              </a:xfrm>
              <a:prstGeom prst="rect">
                <a:avLst/>
              </a:prstGeom>
              <a:blipFill rotWithShape="1">
                <a:blip r:embed="rId1"/>
                <a:stretch>
                  <a:fillRect/>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0"/>
          <p:cNvSpPr txBox="1">
            <a:spLocks noGrp="1"/>
          </p:cNvSpPr>
          <p:nvPr>
            <p:ph type="title"/>
          </p:nvPr>
        </p:nvSpPr>
        <p:spPr>
          <a:xfrm>
            <a:off x="457200" y="438150"/>
            <a:ext cx="1887220" cy="671830"/>
          </a:xfrm>
          <a:prstGeom prst="rect">
            <a:avLst/>
          </a:prstGeom>
        </p:spPr>
        <p:txBody>
          <a:bodyPr spcFirstLastPara="1" wrap="square" lIns="0" tIns="0" rIns="0" bIns="0" anchor="ctr" anchorCtr="0">
            <a:noAutofit/>
          </a:bodyPr>
          <a:lstStyle/>
          <a:p>
            <a:pPr algn="ctr"/>
            <a:r>
              <a:rPr lang="en-US" sz="2000" i="0">
                <a:solidFill>
                  <a:schemeClr val="tx1">
                    <a:lumMod val="50000"/>
                  </a:schemeClr>
                </a:solidFill>
                <a:latin typeface="Times New Roman" panose="02020603050405020304" charset="0"/>
                <a:cs typeface="Times New Roman" panose="02020603050405020304" charset="0"/>
              </a:rPr>
              <a:t>Sử dụng biểu đồ</a:t>
            </a:r>
            <a:endParaRPr lang="en-US" sz="2000" i="0">
              <a:solidFill>
                <a:schemeClr val="tx1">
                  <a:lumMod val="50000"/>
                </a:schemeClr>
              </a:solidFill>
              <a:latin typeface="Times New Roman" panose="02020603050405020304" charset="0"/>
              <a:cs typeface="Times New Roman" panose="02020603050405020304" charset="0"/>
            </a:endParaRPr>
          </a:p>
        </p:txBody>
      </p:sp>
      <p:sp>
        <p:nvSpPr>
          <p:cNvPr id="633" name="Google Shape;633;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pic>
        <p:nvPicPr>
          <p:cNvPr id="2" name="Hình ảnh 2" descr="C:\Users\lan\Pictures\m15.PNGm15"/>
          <p:cNvPicPr>
            <a:picLocks noChangeAspect="1"/>
          </p:cNvPicPr>
          <p:nvPr/>
        </p:nvPicPr>
        <p:blipFill>
          <a:blip r:embed="rId1"/>
          <a:srcRect/>
          <a:stretch>
            <a:fillRect/>
          </a:stretch>
        </p:blipFill>
        <p:spPr>
          <a:xfrm>
            <a:off x="1438910" y="1200150"/>
            <a:ext cx="6342380" cy="37668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345" name="Shape 345"/>
        <p:cNvGrpSpPr/>
        <p:nvPr/>
      </p:nvGrpSpPr>
      <p:grpSpPr>
        <a:xfrm>
          <a:off x="0" y="0"/>
          <a:ext cx="0" cy="0"/>
          <a:chOff x="0" y="0"/>
          <a:chExt cx="0" cy="0"/>
        </a:xfrm>
      </p:grpSpPr>
      <p:sp>
        <p:nvSpPr>
          <p:cNvPr id="346" name="Google Shape;346;p41"/>
          <p:cNvSpPr txBox="1"/>
          <p:nvPr>
            <p:ph type="ctrTitle"/>
          </p:nvPr>
        </p:nvSpPr>
        <p:spPr>
          <a:xfrm>
            <a:off x="2404745" y="1733550"/>
            <a:ext cx="4533900" cy="100901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latin typeface="Times New Roman" panose="02020603050405020304" charset="0"/>
                <a:cs typeface="Times New Roman" panose="02020603050405020304" charset="0"/>
              </a:rPr>
              <a:t>Kiểm tra tương quan</a:t>
            </a:r>
            <a:endParaRPr lang="en-US" altLang="en-GB">
              <a:latin typeface="Times New Roman" panose="02020603050405020304" charset="0"/>
              <a:cs typeface="Times New Roman" panose="02020603050405020304" charset="0"/>
            </a:endParaRPr>
          </a:p>
        </p:txBody>
      </p:sp>
      <p:sp>
        <p:nvSpPr>
          <p:cNvPr id="347" name="Google Shape;347;p41"/>
          <p:cNvSpPr txBox="1"/>
          <p:nvPr>
            <p:ph type="subTitle" idx="1"/>
          </p:nvPr>
        </p:nvSpPr>
        <p:spPr>
          <a:xfrm>
            <a:off x="2273300" y="3075940"/>
            <a:ext cx="4649470" cy="7848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latin typeface="Times New Roman" panose="02020603050405020304" charset="0"/>
                <a:cs typeface="Times New Roman" panose="02020603050405020304" charset="0"/>
              </a:rPr>
              <a:t>Kiểm tra Spearman , Kiểm tra Chi bình phương </a:t>
            </a:r>
            <a:endParaRPr lang="en-US" altLang="en-GB">
              <a:latin typeface="Times New Roman" panose="02020603050405020304" charset="0"/>
              <a:cs typeface="Times New Roman" panose="02020603050405020304" charset="0"/>
            </a:endParaRPr>
          </a:p>
        </p:txBody>
      </p:sp>
      <p:sp>
        <p:nvSpPr>
          <p:cNvPr id="348" name="Google Shape;348;p41"/>
          <p:cNvSpPr txBox="1"/>
          <p:nvPr>
            <p:ph type="ctrTitle"/>
          </p:nvPr>
        </p:nvSpPr>
        <p:spPr>
          <a:xfrm>
            <a:off x="2404575" y="893524"/>
            <a:ext cx="4335000" cy="68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800" i="0">
                <a:solidFill>
                  <a:schemeClr val="accent1"/>
                </a:solidFill>
                <a:latin typeface="Times New Roman" panose="02020603050405020304" charset="0"/>
                <a:cs typeface="Times New Roman" panose="02020603050405020304" charset="0"/>
              </a:rPr>
              <a:t>5</a:t>
            </a:r>
            <a:endParaRPr lang="en-US" sz="4800" i="0">
              <a:solidFill>
                <a:schemeClr val="accent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7">
                                            <p:txEl>
                                              <p:pRg st="0" end="0"/>
                                            </p:txEl>
                                          </p:spTgt>
                                        </p:tgtEl>
                                        <p:attrNameLst>
                                          <p:attrName>style.visibility</p:attrName>
                                        </p:attrNameLst>
                                      </p:cBhvr>
                                      <p:to>
                                        <p:strVal val="visible"/>
                                      </p:to>
                                    </p:set>
                                    <p:anim calcmode="lin" valueType="num">
                                      <p:cBhvr additive="base">
                                        <p:cTn id="7" dur="500" fill="hold"/>
                                        <p:tgtEl>
                                          <p:spTgt spid="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0" build="p"/>
      <p:bldP spid="347" grpI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a:spLocks noGrp="1"/>
          </p:cNvSpPr>
          <p:nvPr>
            <p:ph type="title"/>
          </p:nvPr>
        </p:nvSpPr>
        <p:spPr>
          <a:xfrm>
            <a:off x="720725" y="819150"/>
            <a:ext cx="1424305" cy="1179830"/>
          </a:xfrm>
          <a:prstGeom prst="rect">
            <a:avLst/>
          </a:prstGeom>
        </p:spPr>
        <p:txBody>
          <a:bodyPr spcFirstLastPara="1" wrap="square" lIns="91425" tIns="91425" rIns="91425" bIns="91425" anchor="ctr" anchorCtr="0">
            <a:noAutofit/>
          </a:bodyPr>
          <a:lstStyle/>
          <a:p>
            <a:pPr algn="ctr"/>
            <a:r>
              <a:rPr lang="en-GB" i="0">
                <a:solidFill>
                  <a:schemeClr val="tx1"/>
                </a:solidFill>
                <a:latin typeface="Times New Roman" panose="02020603050405020304" charset="0"/>
                <a:cs typeface="Times New Roman" panose="02020603050405020304" charset="0"/>
              </a:rPr>
              <a:t>Kiểm tra tương quan</a:t>
            </a:r>
            <a:endParaRPr lang="en-GB" i="0">
              <a:solidFill>
                <a:schemeClr val="tx1"/>
              </a:solidFill>
              <a:latin typeface="Times New Roman" panose="02020603050405020304" charset="0"/>
              <a:cs typeface="Times New Roman" panose="02020603050405020304" charset="0"/>
            </a:endParaRPr>
          </a:p>
        </p:txBody>
      </p:sp>
      <p:sp>
        <p:nvSpPr>
          <p:cNvPr id="238" name="Google Shape;238;p32"/>
          <p:cNvSpPr/>
          <p:nvPr/>
        </p:nvSpPr>
        <p:spPr>
          <a:xfrm>
            <a:off x="2822525" y="454800"/>
            <a:ext cx="1503000" cy="4233900"/>
          </a:xfrm>
          <a:prstGeom prst="rect">
            <a:avLst/>
          </a:prstGeom>
          <a:noFill/>
          <a:ln w="9525"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algn="ctr"/>
            <a:r>
              <a:rPr lang="en-GB" sz="1800">
                <a:solidFill>
                  <a:schemeClr val="bg1"/>
                </a:solidFill>
                <a:latin typeface="Times New Roman" panose="02020603050405020304" charset="0"/>
                <a:ea typeface="Times New Roman" panose="02020603050405020304" charset="0"/>
                <a:sym typeface="Times New Roman" panose="02020603050405020304" charset="0"/>
              </a:rPr>
              <a:t>Các biến số: Kiểm tra hệ số tương quan </a:t>
            </a:r>
            <a:endParaRPr lang="en-GB" sz="1800">
              <a:solidFill>
                <a:schemeClr val="bg1"/>
              </a:solidFill>
              <a:latin typeface="Times New Roman" panose="02020603050405020304" charset="0"/>
              <a:ea typeface="Times New Roman" panose="02020603050405020304" charset="0"/>
              <a:sym typeface="Times New Roman" panose="02020603050405020304" charset="0"/>
            </a:endParaRPr>
          </a:p>
          <a:p>
            <a:pPr algn="ctr"/>
            <a:r>
              <a:rPr lang="en-GB" sz="1800">
                <a:solidFill>
                  <a:schemeClr val="bg1"/>
                </a:solidFill>
                <a:latin typeface="Times New Roman" panose="02020603050405020304" charset="0"/>
                <a:ea typeface="Times New Roman" panose="02020603050405020304" charset="0"/>
                <a:sym typeface="Times New Roman" panose="02020603050405020304" charset="0"/>
              </a:rPr>
              <a:t>Spearman</a:t>
            </a:r>
            <a:endParaRPr lang="en-GB" sz="1800">
              <a:solidFill>
                <a:schemeClr val="bg1"/>
              </a:solidFill>
              <a:latin typeface="Times New Roman" panose="02020603050405020304" charset="0"/>
              <a:ea typeface="Times New Roman" panose="02020603050405020304" charset="0"/>
            </a:endParaRPr>
          </a:p>
          <a:p>
            <a:pPr algn="ctr"/>
            <a:endParaRPr lang="en-GB" sz="1800">
              <a:ea typeface="Times New Roman" panose="02020603050405020304" charset="0"/>
              <a:sym typeface="Times New Roman" panose="02020603050405020304" charset="0"/>
            </a:endParaRPr>
          </a:p>
          <a:p>
            <a:pPr marL="0" lvl="0" indent="0" algn="ctr">
              <a:spcBef>
                <a:spcPts val="0"/>
              </a:spcBef>
              <a:spcAft>
                <a:spcPts val="0"/>
              </a:spcAft>
              <a:buNone/>
            </a:pPr>
            <a:endParaRPr lang="en-GB" sz="1800">
              <a:solidFill>
                <a:srgbClr val="FFFFFF"/>
              </a:solidFill>
              <a:latin typeface="Times New Roman" panose="02020603050405020304" charset="0"/>
              <a:ea typeface="Times New Roman" panose="02020603050405020304" charset="0"/>
              <a:cs typeface="Times New Roman" panose="02020603050405020304" charset="0"/>
            </a:endParaRPr>
          </a:p>
        </p:txBody>
      </p:sp>
      <p:sp>
        <p:nvSpPr>
          <p:cNvPr id="240" name="Google Shape;240;p32"/>
          <p:cNvSpPr/>
          <p:nvPr/>
        </p:nvSpPr>
        <p:spPr>
          <a:xfrm>
            <a:off x="5003113" y="454800"/>
            <a:ext cx="1503000" cy="4233900"/>
          </a:xfrm>
          <a:prstGeom prst="rect">
            <a:avLst/>
          </a:prstGeom>
          <a:noFill/>
          <a:ln w="9525" cap="flat" cmpd="sng">
            <a:solidFill>
              <a:schemeClr val="accent1"/>
            </a:solidFill>
            <a:prstDash val="dash"/>
            <a:round/>
            <a:headEnd type="none" w="sm" len="sm"/>
            <a:tailEnd type="none" w="sm" len="sm"/>
          </a:ln>
        </p:spPr>
        <p:txBody>
          <a:bodyPr spcFirstLastPara="1" wrap="square" lIns="91425" tIns="91425" rIns="91425" bIns="91425" anchor="ctr" anchorCtr="0">
            <a:noAutofit/>
          </a:bodyPr>
          <a:lstStyle/>
          <a:p>
            <a:pPr algn="ctr"/>
            <a:endParaRPr lang="en-US" altLang="en-GB" sz="1800">
              <a:solidFill>
                <a:schemeClr val="bg1"/>
              </a:solidFill>
              <a:latin typeface="Times New Roman" panose="02020603050405020304" charset="0"/>
              <a:ea typeface="Times New Roman" panose="02020603050405020304" charset="0"/>
            </a:endParaRPr>
          </a:p>
          <a:p>
            <a:pPr algn="ctr"/>
            <a:endParaRPr lang="en-US" altLang="en-GB" sz="1800">
              <a:solidFill>
                <a:schemeClr val="bg1"/>
              </a:solidFill>
              <a:latin typeface="Times New Roman" panose="02020603050405020304" charset="0"/>
              <a:ea typeface="Times New Roman" panose="02020603050405020304" charset="0"/>
            </a:endParaRPr>
          </a:p>
          <a:p>
            <a:pPr algn="ctr"/>
            <a:r>
              <a:rPr lang="en-US" altLang="en-GB" sz="1800">
                <a:solidFill>
                  <a:schemeClr val="bg1"/>
                </a:solidFill>
                <a:latin typeface="Times New Roman" panose="02020603050405020304" charset="0"/>
                <a:ea typeface="Times New Roman" panose="02020603050405020304" charset="0"/>
              </a:rPr>
              <a:t>Các biến phân loại : Kiểm định Chi bình phương cho tính độc lập</a:t>
            </a:r>
            <a:endParaRPr lang="en-GB" sz="1800">
              <a:solidFill>
                <a:schemeClr val="bg1"/>
              </a:solidFill>
              <a:latin typeface="Times New Roman" panose="02020603050405020304" charset="0"/>
              <a:ea typeface="Times New Roman" panose="02020603050405020304" charset="0"/>
            </a:endParaRPr>
          </a:p>
          <a:p>
            <a:pPr algn="ctr"/>
            <a:endParaRPr lang="en-GB" sz="1800">
              <a:latin typeface="Times New Roman" panose="02020603050405020304" charset="0"/>
              <a:ea typeface="Times New Roman" panose="02020603050405020304" charset="0"/>
            </a:endParaRPr>
          </a:p>
          <a:p>
            <a:pPr marL="0" lvl="0" indent="0" algn="ctr">
              <a:spcBef>
                <a:spcPts val="0"/>
              </a:spcBef>
              <a:spcAft>
                <a:spcPts val="0"/>
              </a:spcAft>
              <a:buNone/>
            </a:pPr>
            <a:endParaRPr lang="en-GB" sz="1800">
              <a:solidFill>
                <a:srgbClr val="FFFFFF"/>
              </a:solidFill>
              <a:latin typeface="Times New Roman" panose="02020603050405020304" charset="0"/>
              <a:ea typeface="Times New Roman" panose="02020603050405020304" charset="0"/>
              <a:cs typeface="Times New Roman" panose="02020603050405020304" charset="0"/>
            </a:endParaRPr>
          </a:p>
        </p:txBody>
      </p:sp>
      <p:cxnSp>
        <p:nvCxnSpPr>
          <p:cNvPr id="241" name="Google Shape;241;p32"/>
          <p:cNvCxnSpPr>
            <a:stCxn id="238" idx="3"/>
            <a:endCxn id="240" idx="1"/>
          </p:cNvCxnSpPr>
          <p:nvPr/>
        </p:nvCxnSpPr>
        <p:spPr>
          <a:xfrm>
            <a:off x="4325525" y="2571750"/>
            <a:ext cx="677700" cy="0"/>
          </a:xfrm>
          <a:prstGeom prst="straightConnector1">
            <a:avLst/>
          </a:prstGeom>
          <a:noFill/>
          <a:ln w="19050" cap="flat" cmpd="sng">
            <a:solidFill>
              <a:schemeClr val="accent1"/>
            </a:solidFill>
            <a:prstDash val="solid"/>
            <a:round/>
            <a:headEnd type="diamond" w="med" len="med"/>
            <a:tailEnd type="triangle" w="med" len="med"/>
          </a:ln>
        </p:spPr>
      </p:cxnSp>
      <p:sp>
        <p:nvSpPr>
          <p:cNvPr id="243" name="Google Shape;243;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subTitle" idx="4294967295"/>
          </p:nvPr>
        </p:nvSpPr>
        <p:spPr>
          <a:xfrm>
            <a:off x="2538450" y="3813104"/>
            <a:ext cx="4018800" cy="784800"/>
          </a:xfrm>
          <a:prstGeom prst="rect">
            <a:avLst/>
          </a:prstGeom>
        </p:spPr>
        <p:txBody>
          <a:bodyPr spcFirstLastPara="1" wrap="square" lIns="91425" tIns="91425" rIns="91425" bIns="91425" anchor="t" anchorCtr="0">
            <a:noAutofit/>
          </a:bodyPr>
          <a:lstStyle/>
          <a:p>
            <a:pPr marL="0" indent="0" algn="ctr">
              <a:buNone/>
            </a:pPr>
            <a:r>
              <a:rPr lang="vi-VN" sz="1800" b="1">
                <a:solidFill>
                  <a:schemeClr val="accent2"/>
                </a:solidFill>
                <a:latin typeface="Times New Roman" panose="02020603050405020304" charset="0"/>
                <a:cs typeface="Times New Roman" panose="02020603050405020304" charset="0"/>
              </a:rPr>
              <a:t>Hệ số tương quan Spearman</a:t>
            </a:r>
            <a:endParaRPr lang="vi-VN" sz="1800" b="1">
              <a:solidFill>
                <a:schemeClr val="accent2"/>
              </a:solidFill>
              <a:latin typeface="Courant" panose="02000509030000020004" charset="0"/>
            </a:endParaRPr>
          </a:p>
          <a:p>
            <a:pPr marL="0" indent="0" algn="ctr">
              <a:buNone/>
            </a:pPr>
            <a:endParaRPr lang="vi-VN" sz="1800" b="1">
              <a:solidFill>
                <a:schemeClr val="accent2"/>
              </a:solidFill>
            </a:endParaRPr>
          </a:p>
        </p:txBody>
      </p:sp>
      <p:sp>
        <p:nvSpPr>
          <p:cNvPr id="141" name="Google Shape;141;p22"/>
          <p:cNvSpPr/>
          <p:nvPr/>
        </p:nvSpPr>
        <p:spPr>
          <a:xfrm>
            <a:off x="2541523" y="813800"/>
            <a:ext cx="4009751" cy="2706000"/>
          </a:xfrm>
          <a:prstGeom prst="rect">
            <a:avLst/>
          </a:prstGeom>
          <a:solidFill>
            <a:schemeClr val="accent1"/>
          </a:solidFill>
          <a:ln>
            <a:noFill/>
          </a:ln>
          <a:effectLst>
            <a:outerShdw dist="104775" dir="2700000" algn="bl" rotWithShape="0">
              <a:srgbClr val="20124D">
                <a:alpha val="15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
        <p:nvSpPr>
          <p:cNvPr id="2" name="Hộp Văn bản 1"/>
          <p:cNvSpPr txBox="1"/>
          <p:nvPr/>
        </p:nvSpPr>
        <p:spPr>
          <a:xfrm>
            <a:off x="2895600" y="2266950"/>
            <a:ext cx="3479800" cy="953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i="1">
                <a:latin typeface="Times New Roman" panose="02020603050405020304" charset="0"/>
                <a:cs typeface="Times New Roman" panose="02020603050405020304" charset="0"/>
              </a:rPr>
              <a:t>r</a:t>
            </a:r>
            <a:r>
              <a:rPr lang="vi-VN" i="1" baseline="-25000">
                <a:latin typeface="Times New Roman" panose="02020603050405020304" charset="0"/>
                <a:cs typeface="Times New Roman" panose="02020603050405020304" charset="0"/>
              </a:rPr>
              <a:t>s </a:t>
            </a:r>
            <a:r>
              <a:rPr lang="vi-VN" baseline="-25000">
                <a:latin typeface="Times New Roman" panose="02020603050405020304" charset="0"/>
                <a:cs typeface="Times New Roman" panose="02020603050405020304" charset="0"/>
              </a:rPr>
              <a:t>   </a:t>
            </a:r>
            <a:r>
              <a:rPr lang="vi-VN">
                <a:latin typeface="Times New Roman" panose="02020603050405020304" charset="0"/>
                <a:cs typeface="Times New Roman" panose="02020603050405020304" charset="0"/>
              </a:rPr>
              <a:t>=  Hệ số tương quan Spearman</a:t>
            </a:r>
            <a:endParaRPr lang="vi-VN">
              <a:latin typeface="Times New Roman" panose="02020603050405020304" charset="0"/>
              <a:cs typeface="Times New Roman" panose="02020603050405020304" charset="0"/>
            </a:endParaRPr>
          </a:p>
          <a:p>
            <a:r>
              <a:rPr lang="vi-VN" i="1">
                <a:latin typeface="Times New Roman" panose="02020603050405020304" charset="0"/>
                <a:cs typeface="Times New Roman" panose="02020603050405020304" charset="0"/>
              </a:rPr>
              <a:t>D</a:t>
            </a:r>
            <a:r>
              <a:rPr lang="vi-VN">
                <a:latin typeface="Times New Roman" panose="02020603050405020304" charset="0"/>
                <a:cs typeface="Times New Roman" panose="02020603050405020304" charset="0"/>
              </a:rPr>
              <a:t>  = Chênh lệch bậc của các biến tương ứng</a:t>
            </a:r>
            <a:endParaRPr lang="vi-VN">
              <a:latin typeface="Times New Roman" panose="02020603050405020304" charset="0"/>
              <a:cs typeface="Times New Roman" panose="02020603050405020304" charset="0"/>
            </a:endParaRPr>
          </a:p>
          <a:p>
            <a:r>
              <a:rPr lang="vi-VN" i="1">
                <a:latin typeface="Times New Roman" panose="02020603050405020304" charset="0"/>
                <a:cs typeface="Times New Roman" panose="02020603050405020304" charset="0"/>
              </a:rPr>
              <a:t>n  </a:t>
            </a:r>
            <a:r>
              <a:rPr lang="vi-VN">
                <a:latin typeface="Times New Roman" panose="02020603050405020304" charset="0"/>
                <a:cs typeface="Times New Roman" panose="02020603050405020304" charset="0"/>
              </a:rPr>
              <a:t>= Số mẫu</a:t>
            </a:r>
            <a:endParaRPr lang="vi-VN">
              <a:latin typeface="Times New Roman" panose="02020603050405020304" charset="0"/>
              <a:cs typeface="Times New Roman" panose="02020603050405020304" charset="0"/>
            </a:endParaRPr>
          </a:p>
          <a:p>
            <a:pPr algn="l"/>
            <a:endParaRPr lang="vi-VN">
              <a:latin typeface="Times New Roman" panose="02020603050405020304" charset="0"/>
              <a:cs typeface="Times New Roman" panose="02020603050405020304" charset="0"/>
            </a:endParaRPr>
          </a:p>
        </p:txBody>
      </p:sp>
      <p:pic>
        <p:nvPicPr>
          <p:cNvPr id="3" name="Hình ảnh 3" descr="Ảnh có chứa văn bản&#10;&#10;Mô tả được tự động tạo"/>
          <p:cNvPicPr>
            <a:picLocks noChangeAspect="1"/>
          </p:cNvPicPr>
          <p:nvPr/>
        </p:nvPicPr>
        <p:blipFill>
          <a:blip r:embed="rId1"/>
          <a:stretch>
            <a:fillRect/>
          </a:stretch>
        </p:blipFill>
        <p:spPr>
          <a:xfrm>
            <a:off x="3177840" y="1039484"/>
            <a:ext cx="2743200" cy="11244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lstStyle/>
          <a:p>
            <a:pPr marL="0" indent="0">
              <a:spcBef>
                <a:spcPts val="600"/>
              </a:spcBef>
            </a:pPr>
            <a:endParaRPr lang="vi-VN" b="1">
              <a:solidFill>
                <a:schemeClr val="bg1"/>
              </a:solidFill>
              <a:latin typeface="Courant" panose="02000509030000020004" charset="0"/>
            </a:endParaRPr>
          </a:p>
          <a:p>
            <a:pPr marL="0" indent="0">
              <a:spcBef>
                <a:spcPts val="600"/>
              </a:spcBef>
            </a:pPr>
            <a:r>
              <a:rPr lang="vi-VN" b="1">
                <a:solidFill>
                  <a:schemeClr val="tx1"/>
                </a:solidFill>
                <a:latin typeface="Times New Roman" panose="02020603050405020304" charset="0"/>
                <a:cs typeface="Times New Roman" panose="02020603050405020304" charset="0"/>
              </a:rPr>
              <a:t>Hệ số tương quan Spearman</a:t>
            </a:r>
            <a:endParaRPr lang="en-US" b="1">
              <a:solidFill>
                <a:schemeClr val="tx1"/>
              </a:solidFill>
              <a:latin typeface="Times New Roman" panose="02020603050405020304" charset="0"/>
              <a:cs typeface="Times New Roman" panose="02020603050405020304" charset="0"/>
            </a:endParaRPr>
          </a:p>
          <a:p>
            <a:endParaRPr lang="en-US" b="1">
              <a:solidFill>
                <a:schemeClr val="tx1"/>
              </a:solidFill>
              <a:latin typeface="Times New Roman" panose="02020603050405020304" charset="0"/>
              <a:cs typeface="Times New Roman" panose="02020603050405020304" charset="0"/>
            </a:endParaRPr>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sp>
        <p:nvSpPr>
          <p:cNvPr id="6" name="Hộp Văn bản 5"/>
          <p:cNvSpPr txBox="1"/>
          <p:nvPr/>
        </p:nvSpPr>
        <p:spPr>
          <a:xfrm>
            <a:off x="1066800" y="895350"/>
            <a:ext cx="6990715" cy="329184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b="1">
                <a:latin typeface="Times New Roman" panose="02020603050405020304" charset="0"/>
                <a:cs typeface="Times New Roman" panose="02020603050405020304" charset="0"/>
              </a:rPr>
              <a:t>1.</a:t>
            </a:r>
            <a:r>
              <a:rPr lang="vi-VN" sz="1600" b="1">
                <a:latin typeface="Times New Roman" panose="02020603050405020304" charset="0"/>
                <a:cs typeface="Times New Roman" panose="02020603050405020304" charset="0"/>
              </a:rPr>
              <a:t> Phát biểu giả thuyết</a:t>
            </a:r>
            <a:endParaRPr lang="vi-VN" sz="1600" b="1">
              <a:latin typeface="Times New Roman" panose="02020603050405020304" charset="0"/>
              <a:cs typeface="Times New Roman" panose="02020603050405020304" charset="0"/>
            </a:endParaRPr>
          </a:p>
          <a:p>
            <a:r>
              <a:rPr lang="vi-VN" sz="1600" b="1" i="1">
                <a:latin typeface="Times New Roman" panose="02020603050405020304" charset="0"/>
                <a:cs typeface="Times New Roman" panose="02020603050405020304" charset="0"/>
              </a:rPr>
              <a:t>H</a:t>
            </a:r>
            <a:r>
              <a:rPr lang="vi-VN" sz="1600" b="1" i="1" baseline="-25000">
                <a:latin typeface="Times New Roman" panose="02020603050405020304" charset="0"/>
                <a:cs typeface="Times New Roman" panose="02020603050405020304" charset="0"/>
              </a:rPr>
              <a:t>0</a:t>
            </a:r>
            <a:r>
              <a:rPr lang="vi-VN" sz="1600">
                <a:latin typeface="Times New Roman" panose="02020603050405020304" charset="0"/>
                <a:cs typeface="Times New Roman" panose="02020603050405020304" charset="0"/>
              </a:rPr>
              <a:t> : Không có mối liên hệ đơn điệu nào giữa thu nhập và số tiền chi tiêu</a:t>
            </a:r>
            <a:endParaRPr lang="vi-VN" sz="1600">
              <a:latin typeface="Times New Roman" panose="02020603050405020304" charset="0"/>
              <a:cs typeface="Times New Roman" panose="02020603050405020304" charset="0"/>
            </a:endParaRPr>
          </a:p>
          <a:p>
            <a:r>
              <a:rPr lang="vi-VN" sz="1600" b="1" i="1">
                <a:latin typeface="Times New Roman" panose="02020603050405020304" charset="0"/>
                <a:cs typeface="Times New Roman" panose="02020603050405020304" charset="0"/>
              </a:rPr>
              <a:t>H</a:t>
            </a:r>
            <a:r>
              <a:rPr lang="vi-VN" sz="1600" b="1" i="1" baseline="-25000">
                <a:latin typeface="Times New Roman" panose="02020603050405020304" charset="0"/>
                <a:cs typeface="Times New Roman" panose="02020603050405020304" charset="0"/>
              </a:rPr>
              <a:t>a</a:t>
            </a:r>
            <a:r>
              <a:rPr lang="vi-VN" sz="1600">
                <a:latin typeface="Times New Roman" panose="02020603050405020304" charset="0"/>
                <a:cs typeface="Times New Roman" panose="02020603050405020304" charset="0"/>
              </a:rPr>
              <a:t>: Có sự liên kết đơn điệu giữa thu nhập và số tiền chi tiêu</a:t>
            </a:r>
            <a:endParaRPr lang="vi-VN" sz="1600">
              <a:latin typeface="Times New Roman" panose="02020603050405020304" charset="0"/>
              <a:cs typeface="Times New Roman" panose="02020603050405020304" charset="0"/>
            </a:endParaRPr>
          </a:p>
          <a:p>
            <a:endParaRPr lang="vi-VN" sz="1600">
              <a:latin typeface="Times New Roman" panose="02020603050405020304" charset="0"/>
              <a:cs typeface="Times New Roman" panose="02020603050405020304" charset="0"/>
            </a:endParaRPr>
          </a:p>
          <a:p>
            <a:r>
              <a:rPr lang="vi-VN" sz="1600" b="1">
                <a:latin typeface="Times New Roman" panose="02020603050405020304" charset="0"/>
                <a:cs typeface="Times New Roman" panose="02020603050405020304" charset="0"/>
              </a:rPr>
              <a:t>2. Lập kế hoạch phân tích</a:t>
            </a:r>
            <a:endParaRPr lang="vi-VN" sz="1600" b="1">
              <a:latin typeface="Times New Roman" panose="02020603050405020304" charset="0"/>
              <a:cs typeface="Times New Roman" panose="02020603050405020304" charset="0"/>
            </a:endParaRPr>
          </a:p>
          <a:p>
            <a:r>
              <a:rPr lang="vi-VN" sz="1600">
                <a:latin typeface="Times New Roman" panose="02020603050405020304" charset="0"/>
                <a:cs typeface="Times New Roman" panose="02020603050405020304" charset="0"/>
              </a:rPr>
              <a:t>*</a:t>
            </a:r>
            <a:r>
              <a:rPr lang="vi-VN" sz="1600" b="1" i="1">
                <a:latin typeface="Times New Roman" panose="02020603050405020304" charset="0"/>
                <a:cs typeface="Times New Roman" panose="02020603050405020304" charset="0"/>
              </a:rPr>
              <a:t> Mức ý nghĩa</a:t>
            </a:r>
            <a:r>
              <a:rPr lang="vi-VN" sz="1600">
                <a:latin typeface="Times New Roman" panose="02020603050405020304" charset="0"/>
                <a:cs typeface="Times New Roman" panose="02020603050405020304" charset="0"/>
              </a:rPr>
              <a:t>: Kiểm định giả thuyết ở mức ý nghĩa 5%</a:t>
            </a:r>
            <a:endParaRPr lang="vi-VN" sz="1600">
              <a:latin typeface="Times New Roman" panose="02020603050405020304" charset="0"/>
              <a:cs typeface="Times New Roman" panose="02020603050405020304" charset="0"/>
            </a:endParaRPr>
          </a:p>
          <a:p>
            <a:r>
              <a:rPr lang="vi-VN" sz="1600">
                <a:latin typeface="Times New Roman" panose="02020603050405020304" charset="0"/>
                <a:cs typeface="Times New Roman" panose="02020603050405020304" charset="0"/>
              </a:rPr>
              <a:t>* </a:t>
            </a:r>
            <a:r>
              <a:rPr lang="vi-VN" sz="1600" b="1" i="1">
                <a:latin typeface="Times New Roman" panose="02020603050405020304" charset="0"/>
                <a:cs typeface="Times New Roman" panose="02020603050405020304" charset="0"/>
              </a:rPr>
              <a:t>Phương pháp kiểm tra</a:t>
            </a:r>
            <a:r>
              <a:rPr lang="vi-VN" sz="1600">
                <a:latin typeface="Times New Roman" panose="02020603050405020304" charset="0"/>
                <a:cs typeface="Times New Roman" panose="02020603050405020304" charset="0"/>
              </a:rPr>
              <a:t>: Sử dụng kiểm tra tương quan Spearman để xác định xem hai biến có tương quan hay không. </a:t>
            </a:r>
            <a:endParaRPr lang="vi-VN" sz="1600">
              <a:latin typeface="Times New Roman" panose="02020603050405020304" charset="0"/>
              <a:cs typeface="Times New Roman" panose="02020603050405020304" charset="0"/>
            </a:endParaRPr>
          </a:p>
          <a:p>
            <a:r>
              <a:rPr lang="vi-VN" sz="1600">
                <a:latin typeface="Times New Roman" panose="02020603050405020304" charset="0"/>
                <a:cs typeface="Times New Roman" panose="02020603050405020304" charset="0"/>
              </a:rPr>
              <a:t>Phương pháp thống kê này định lượng mức độ mà các biến đang xem xét được liên kết bởi một hàm đơn điệu, nghĩa là một mối quan hệ tăng hoặc giảm. Là một kiểm định giả thuyết thống kê, phương pháp này giả định rằng các mẫu không tương quan với nhau (không loại bỏ được ).</a:t>
            </a:r>
            <a:endParaRPr lang="vi-VN" sz="1600">
              <a:latin typeface="Times New Roman" panose="02020603050405020304" charset="0"/>
              <a:cs typeface="Times New Roman" panose="02020603050405020304" charset="0"/>
            </a:endParaRPr>
          </a:p>
          <a:p>
            <a:pPr algn="l"/>
            <a:endParaRPr lang="vi-VN" sz="16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lstStyle/>
          <a:p>
            <a:pPr marL="0" indent="0">
              <a:spcBef>
                <a:spcPts val="600"/>
              </a:spcBef>
            </a:pPr>
            <a:endParaRPr lang="vi-VN" b="1">
              <a:solidFill>
                <a:schemeClr val="bg1"/>
              </a:solidFill>
              <a:latin typeface="Courant" panose="02000509030000020004" charset="0"/>
            </a:endParaRPr>
          </a:p>
          <a:p>
            <a:pPr marL="0" indent="0">
              <a:spcBef>
                <a:spcPts val="600"/>
              </a:spcBef>
            </a:pPr>
            <a:r>
              <a:rPr lang="vi-VN" b="1">
                <a:solidFill>
                  <a:schemeClr val="tx1"/>
                </a:solidFill>
                <a:latin typeface="Times New Roman" panose="02020603050405020304" charset="0"/>
                <a:cs typeface="Times New Roman" panose="02020603050405020304" charset="0"/>
              </a:rPr>
              <a:t>Hệ số tương quan Spearman</a:t>
            </a:r>
            <a:endParaRPr lang="en-US" b="1">
              <a:solidFill>
                <a:schemeClr val="tx1"/>
              </a:solidFill>
              <a:latin typeface="Times New Roman" panose="02020603050405020304" charset="0"/>
              <a:cs typeface="Times New Roman" panose="02020603050405020304" charset="0"/>
            </a:endParaRPr>
          </a:p>
          <a:p>
            <a:endParaRPr lang="en-US" b="1">
              <a:solidFill>
                <a:schemeClr val="tx1"/>
              </a:solidFill>
              <a:latin typeface="Times New Roman" panose="02020603050405020304" charset="0"/>
              <a:cs typeface="Times New Roman" panose="02020603050405020304" charset="0"/>
            </a:endParaRPr>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pic>
        <p:nvPicPr>
          <p:cNvPr id="4" name="Picture 3" descr="260480226_1038135050304271_5138656032067691357_n"/>
          <p:cNvPicPr>
            <a:picLocks noChangeAspect="1"/>
          </p:cNvPicPr>
          <p:nvPr/>
        </p:nvPicPr>
        <p:blipFill>
          <a:blip r:embed="rId1"/>
          <a:stretch>
            <a:fillRect/>
          </a:stretch>
        </p:blipFill>
        <p:spPr>
          <a:xfrm>
            <a:off x="990600" y="971550"/>
            <a:ext cx="6990715" cy="1200150"/>
          </a:xfrm>
          <a:prstGeom prst="rect">
            <a:avLst/>
          </a:prstGeom>
        </p:spPr>
      </p:pic>
      <mc:AlternateContent xmlns:mc="http://schemas.openxmlformats.org/markup-compatibility/2006">
        <mc:Choice xmlns:a14="http://schemas.microsoft.com/office/drawing/2010/main" Requires="a14">
          <p:sp>
            <p:nvSpPr>
              <p:cNvPr id="5" name="Text Box 4"/>
              <p:cNvSpPr txBox="1"/>
              <p:nvPr/>
            </p:nvSpPr>
            <p:spPr>
              <a:xfrm>
                <a:off x="1113790" y="2419350"/>
                <a:ext cx="6917055" cy="1476375"/>
              </a:xfrm>
              <a:prstGeom prst="rect">
                <a:avLst/>
              </a:prstGeom>
              <a:noFill/>
            </p:spPr>
            <p:txBody>
              <a:bodyPr wrap="square" rtlCol="0">
                <a:spAutoFit/>
              </a:bodyPr>
              <a:p>
                <a:pPr marL="285750" indent="-285750">
                  <a:buFont typeface="Arial" panose="020B0604020202020204" pitchFamily="34" charset="0"/>
                  <a:buChar char="•"/>
                </a:pPr>
                <a14:m>
                  <m:oMath xmlns:m="http://schemas.openxmlformats.org/officeDocument/2006/math">
                    <m:sSub>
                      <m:sSubPr>
                        <m:ctrlPr>
                          <a:rPr lang="en-US" sz="1800" i="1">
                            <a:latin typeface="Cambria Math" panose="02040503050406030204" charset="0"/>
                            <a:cs typeface="Cambria Math" panose="02040503050406030204" charset="0"/>
                          </a:rPr>
                        </m:ctrlPr>
                      </m:sSubPr>
                      <m:e>
                        <m:r>
                          <a:rPr lang="en-US" sz="1800" i="1">
                            <a:latin typeface="Cambria Math" panose="02040503050406030204" charset="0"/>
                            <a:cs typeface="Cambria Math" panose="02040503050406030204" charset="0"/>
                          </a:rPr>
                          <m:t>𝑅</m:t>
                        </m:r>
                      </m:e>
                      <m:sub>
                        <m:r>
                          <a:rPr lang="en-US" sz="1800" i="1">
                            <a:latin typeface="Cambria Math" panose="02040503050406030204" charset="0"/>
                            <a:cs typeface="Cambria Math" panose="02040503050406030204" charset="0"/>
                          </a:rPr>
                          <m:t>𝑠</m:t>
                        </m:r>
                      </m:sub>
                    </m:sSub>
                  </m:oMath>
                </a14:m>
                <a:r>
                  <a:rPr lang="en-US" sz="1800">
                    <a:latin typeface="Times New Roman" panose="02020603050405020304" charset="0"/>
                    <a:cs typeface="Times New Roman" panose="02020603050405020304" charset="0"/>
                  </a:rPr>
                  <a:t> càng gần +1 hoặc -1, thì mối tương quan có thể càng mạnh. Tương quan dương hoàn hảo là +1 và tương quan âm hoàn hảo là -1. Giá trị  là 0,8525 cho thấy một mối quan hệ tích cực khá mạnh.</a:t>
                </a:r>
                <a:endParaRPr lang="en-US" sz="18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sz="1800">
                    <a:latin typeface="Times New Roman" panose="02020603050405020304" charset="0"/>
                    <a:cs typeface="Times New Roman" panose="02020603050405020304" charset="0"/>
                  </a:rPr>
                  <a:t>Hệ số tương quan cao tạo ra mối quan hệ tích cực mạnh mẽ giữa hai biến, xác nhận giả thuyết thay thế.</a:t>
                </a:r>
                <a:endParaRPr lang="en-US" sz="1800">
                  <a:latin typeface="Times New Roman" panose="02020603050405020304" charset="0"/>
                  <a:cs typeface="Times New Roman" panose="02020603050405020304" charset="0"/>
                </a:endParaRPr>
              </a:p>
            </p:txBody>
          </p:sp>
        </mc:Choice>
        <mc:Fallback>
          <p:sp>
            <p:nvSpPr>
              <p:cNvPr id="5" name="Text Box 4"/>
              <p:cNvSpPr txBox="1">
                <a:spLocks noRot="1" noChangeAspect="1" noMove="1" noResize="1" noEditPoints="1" noAdjustHandles="1" noChangeArrowheads="1" noChangeShapeType="1" noTextEdit="1"/>
              </p:cNvSpPr>
              <p:nvPr/>
            </p:nvSpPr>
            <p:spPr>
              <a:xfrm>
                <a:off x="1113790" y="2419350"/>
                <a:ext cx="6917055" cy="1476375"/>
              </a:xfrm>
              <a:prstGeom prst="rect">
                <a:avLst/>
              </a:prstGeom>
              <a:blipFill rotWithShape="1">
                <a:blip r:embed="rId2"/>
                <a:stretch>
                  <a:fillRect/>
                </a:stretch>
              </a:blipFill>
            </p:spPr>
            <p:txBody>
              <a:bodyPr/>
              <a:lstStyle/>
              <a:p>
                <a:r>
                  <a:rPr lang="en-US"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body" idx="1"/>
          </p:nvPr>
        </p:nvSpPr>
        <p:spPr>
          <a:xfrm>
            <a:off x="2697567" y="1123950"/>
            <a:ext cx="2700600" cy="3096000"/>
          </a:xfrm>
          <a:prstGeom prst="rect">
            <a:avLst/>
          </a:prstGeom>
        </p:spPr>
        <p:txBody>
          <a:bodyPr spcFirstLastPara="1" wrap="square" lIns="91425" tIns="91425" rIns="91425" bIns="91425" anchor="t" anchorCtr="0">
            <a:noAutofit/>
          </a:bodyPr>
          <a:lstStyle/>
          <a:p>
            <a:pPr>
              <a:buNone/>
            </a:pPr>
            <a:r>
              <a:rPr lang="en-GB" b="1"/>
              <a:t>1. </a:t>
            </a:r>
            <a:r>
              <a:rPr lang="en-GB" b="1">
                <a:latin typeface="Times New Roman" panose="02020603050405020304" charset="0"/>
                <a:cs typeface="Times New Roman" panose="02020603050405020304" charset="0"/>
              </a:rPr>
              <a:t>Phát biểu giả thuyết</a:t>
            </a:r>
            <a:endParaRPr lang="vi-VN" b="1">
              <a:latin typeface="Times New Roman" panose="02020603050405020304" charset="0"/>
              <a:cs typeface="Times New Roman" panose="02020603050405020304" charset="0"/>
            </a:endParaRPr>
          </a:p>
          <a:p>
            <a:pPr>
              <a:buNone/>
            </a:pPr>
            <a:r>
              <a:rPr lang="en-GB" sz="1600" b="1" i="1">
                <a:latin typeface="Times New Roman" panose="02020603050405020304" charset="0"/>
                <a:cs typeface="Times New Roman" panose="02020603050405020304" charset="0"/>
              </a:rPr>
              <a:t>H</a:t>
            </a:r>
            <a:r>
              <a:rPr lang="en-GB" sz="1600" b="1" i="1" baseline="-25000">
                <a:latin typeface="Times New Roman" panose="02020603050405020304" charset="0"/>
                <a:cs typeface="Times New Roman" panose="02020603050405020304" charset="0"/>
              </a:rPr>
              <a:t>0</a:t>
            </a:r>
            <a:r>
              <a:rPr lang="en-GB" sz="1600">
                <a:latin typeface="Times New Roman" panose="02020603050405020304" charset="0"/>
                <a:cs typeface="Times New Roman" panose="02020603050405020304" charset="0"/>
              </a:rPr>
              <a:t>: Giáo dục và Tình trạng hôn nhân là độc lập</a:t>
            </a:r>
            <a:endParaRPr lang="en-GB" sz="1600">
              <a:latin typeface="Times New Roman" panose="02020603050405020304" charset="0"/>
              <a:cs typeface="Times New Roman" panose="02020603050405020304" charset="0"/>
            </a:endParaRPr>
          </a:p>
          <a:p>
            <a:pPr>
              <a:buNone/>
            </a:pPr>
            <a:endParaRPr lang="en-GB" sz="1600">
              <a:latin typeface="Times New Roman" panose="02020603050405020304" charset="0"/>
              <a:cs typeface="Times New Roman" panose="02020603050405020304" charset="0"/>
            </a:endParaRPr>
          </a:p>
          <a:p>
            <a:pPr>
              <a:buNone/>
            </a:pPr>
            <a:r>
              <a:rPr lang="en-GB" sz="1600" b="1" i="1">
                <a:latin typeface="Times New Roman" panose="02020603050405020304" charset="0"/>
                <a:cs typeface="Times New Roman" panose="02020603050405020304" charset="0"/>
              </a:rPr>
              <a:t>H</a:t>
            </a:r>
            <a:r>
              <a:rPr lang="en-GB" sz="1600" b="1" i="1" baseline="-25000">
                <a:latin typeface="Times New Roman" panose="02020603050405020304" charset="0"/>
                <a:cs typeface="Times New Roman" panose="02020603050405020304" charset="0"/>
              </a:rPr>
              <a:t>a</a:t>
            </a:r>
            <a:r>
              <a:rPr lang="en-GB" sz="1600">
                <a:latin typeface="Times New Roman" panose="02020603050405020304" charset="0"/>
                <a:cs typeface="Times New Roman" panose="02020603050405020304" charset="0"/>
              </a:rPr>
              <a:t>: Giáo dục và Tình trạng hôn nhân không độc lập</a:t>
            </a:r>
            <a:endParaRPr sz="1600">
              <a:latin typeface="Times New Roman" panose="02020603050405020304" charset="0"/>
              <a:cs typeface="Times New Roman" panose="02020603050405020304" charset="0"/>
            </a:endParaRPr>
          </a:p>
          <a:p>
            <a:pPr marL="0" lvl="0" indent="0" algn="l">
              <a:spcBef>
                <a:spcPts val="600"/>
              </a:spcBef>
              <a:spcAft>
                <a:spcPts val="0"/>
              </a:spcAft>
              <a:buNone/>
            </a:pPr>
            <a:endParaRPr lang="en-GB" b="1">
              <a:latin typeface="Times New Roman" panose="02020603050405020304" charset="0"/>
              <a:cs typeface="Times New Roman" panose="02020603050405020304" charset="0"/>
            </a:endParaRPr>
          </a:p>
        </p:txBody>
      </p:sp>
      <p:sp>
        <p:nvSpPr>
          <p:cNvPr id="153" name="Google Shape;153;p23"/>
          <p:cNvSpPr txBox="1">
            <a:spLocks noGrp="1"/>
          </p:cNvSpPr>
          <p:nvPr>
            <p:ph type="title"/>
          </p:nvPr>
        </p:nvSpPr>
        <p:spPr>
          <a:xfrm>
            <a:off x="457200" y="971550"/>
            <a:ext cx="1904365" cy="857250"/>
          </a:xfrm>
          <a:prstGeom prst="rect">
            <a:avLst/>
          </a:prstGeom>
        </p:spPr>
        <p:txBody>
          <a:bodyPr spcFirstLastPara="1" wrap="square" lIns="91425" tIns="91425" rIns="91425" bIns="91425" anchor="ctr" anchorCtr="0">
            <a:noAutofit/>
          </a:bodyPr>
          <a:lstStyle/>
          <a:p>
            <a:pPr algn="ctr"/>
            <a:r>
              <a:rPr lang="en-GB" i="0">
                <a:solidFill>
                  <a:schemeClr val="tx1"/>
                </a:solidFill>
                <a:latin typeface="Times New Roman" panose="02020603050405020304" charset="0"/>
                <a:cs typeface="Times New Roman" panose="02020603050405020304" charset="0"/>
              </a:rPr>
              <a:t>Các biến phân loại: Kiểm định Chi bình phương cho tính độc lập</a:t>
            </a:r>
            <a:endParaRPr lang="en-GB" i="0">
              <a:solidFill>
                <a:schemeClr val="tx1"/>
              </a:solidFill>
              <a:latin typeface="Times New Roman" panose="02020603050405020304" charset="0"/>
              <a:cs typeface="Times New Roman" panose="02020603050405020304" charset="0"/>
            </a:endParaRPr>
          </a:p>
        </p:txBody>
      </p:sp>
      <p:sp>
        <p:nvSpPr>
          <p:cNvPr id="154" name="Google Shape;154;p23"/>
          <p:cNvSpPr txBox="1">
            <a:spLocks noGrp="1"/>
          </p:cNvSpPr>
          <p:nvPr>
            <p:ph type="body" idx="2"/>
          </p:nvPr>
        </p:nvSpPr>
        <p:spPr>
          <a:xfrm>
            <a:off x="5455469" y="1123950"/>
            <a:ext cx="3016428" cy="3096000"/>
          </a:xfrm>
          <a:prstGeom prst="rect">
            <a:avLst/>
          </a:prstGeom>
        </p:spPr>
        <p:txBody>
          <a:bodyPr spcFirstLastPara="1" wrap="square" lIns="91425" tIns="91425" rIns="91425" bIns="91425" anchor="t" anchorCtr="0">
            <a:noAutofit/>
          </a:bodyPr>
          <a:lstStyle/>
          <a:p>
            <a:pPr lvl="0" algn="l">
              <a:spcBef>
                <a:spcPts val="600"/>
              </a:spcBef>
              <a:spcAft>
                <a:spcPts val="0"/>
              </a:spcAft>
              <a:buNone/>
            </a:pPr>
            <a:r>
              <a:rPr lang="en-GB" b="1"/>
              <a:t>2. </a:t>
            </a:r>
            <a:r>
              <a:rPr lang="en-GB" b="1">
                <a:latin typeface="Times New Roman" panose="02020603050405020304" charset="0"/>
                <a:cs typeface="Times New Roman" panose="02020603050405020304" charset="0"/>
              </a:rPr>
              <a:t>Lập kế hoạch phân tích</a:t>
            </a:r>
            <a:endParaRPr lang="vi-VN" b="1">
              <a:latin typeface="Times New Roman" panose="02020603050405020304" charset="0"/>
              <a:cs typeface="Times New Roman" panose="02020603050405020304" charset="0"/>
            </a:endParaRPr>
          </a:p>
          <a:p>
            <a:pPr>
              <a:buNone/>
            </a:pPr>
            <a:r>
              <a:rPr lang="en-GB" sz="1600">
                <a:latin typeface="Times New Roman" panose="02020603050405020304" charset="0"/>
                <a:cs typeface="Times New Roman" panose="02020603050405020304" charset="0"/>
              </a:rPr>
              <a:t>* </a:t>
            </a:r>
            <a:r>
              <a:rPr lang="en-GB" sz="1600" b="1" i="1">
                <a:latin typeface="Times New Roman" panose="02020603050405020304" charset="0"/>
                <a:cs typeface="Times New Roman" panose="02020603050405020304" charset="0"/>
              </a:rPr>
              <a:t>Mức ý nghĩa</a:t>
            </a:r>
            <a:r>
              <a:rPr lang="en-GB" sz="1600">
                <a:latin typeface="Times New Roman" panose="02020603050405020304" charset="0"/>
                <a:cs typeface="Times New Roman" panose="02020603050405020304" charset="0"/>
              </a:rPr>
              <a:t>: Kiểm tra giả thuyết ở mức ý nghĩa 5%</a:t>
            </a:r>
            <a:endParaRPr lang="en-GB" sz="1600">
              <a:latin typeface="Times New Roman" panose="02020603050405020304" charset="0"/>
              <a:cs typeface="Times New Roman" panose="02020603050405020304" charset="0"/>
            </a:endParaRPr>
          </a:p>
          <a:p>
            <a:pPr>
              <a:buNone/>
            </a:pPr>
            <a:r>
              <a:rPr lang="en-GB" sz="1600">
                <a:latin typeface="Times New Roman" panose="02020603050405020304" charset="0"/>
                <a:cs typeface="Times New Roman" panose="02020603050405020304" charset="0"/>
              </a:rPr>
              <a:t>* </a:t>
            </a:r>
            <a:r>
              <a:rPr lang="en-GB" sz="1600" b="1" i="1">
                <a:latin typeface="Times New Roman" panose="02020603050405020304" charset="0"/>
                <a:cs typeface="Times New Roman" panose="02020603050405020304" charset="0"/>
              </a:rPr>
              <a:t>Phương pháp kiểm tra</a:t>
            </a:r>
            <a:r>
              <a:rPr lang="en-GB" sz="1600">
                <a:latin typeface="Times New Roman" panose="02020603050405020304" charset="0"/>
                <a:cs typeface="Times New Roman" panose="02020603050405020304" charset="0"/>
              </a:rPr>
              <a:t>: Sử dụng kiểm định Chi bình phương về tính độc lập để xác định liệu có mối quan hệ đáng kể giữa hai biến phân loại hay không.</a:t>
            </a:r>
            <a:endParaRPr lang="en-GB" sz="1600">
              <a:latin typeface="Times New Roman" panose="02020603050405020304" charset="0"/>
              <a:cs typeface="Times New Roman" panose="02020603050405020304" charset="0"/>
            </a:endParaRPr>
          </a:p>
          <a:p>
            <a:pPr marL="0" lvl="0" indent="0" algn="l">
              <a:spcBef>
                <a:spcPts val="600"/>
              </a:spcBef>
              <a:spcAft>
                <a:spcPts val="0"/>
              </a:spcAft>
              <a:buNone/>
            </a:pPr>
            <a:endParaRPr lang="en-GB" b="1">
              <a:latin typeface="Times New Roman" panose="02020603050405020304" charset="0"/>
              <a:cs typeface="Times New Roman" panose="02020603050405020304" charset="0"/>
            </a:endParaRPr>
          </a:p>
        </p:txBody>
      </p:sp>
      <p:sp>
        <p:nvSpPr>
          <p:cNvPr id="155" name="Google Shape;155;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lstStyle/>
          <a:p>
            <a:r>
              <a:rPr lang="en-US" altLang="vi-VN" b="1"/>
              <a:t>Kiểm định Chi bình phương</a:t>
            </a:r>
            <a:endParaRPr lang="en-US" altLang="vi-VN" b="1"/>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pic>
        <p:nvPicPr>
          <p:cNvPr id="6" name="Hình ảnh 6" descr="C:\Users\lan\Downloads\259110801_312203033883315_1254947904436603856_n.png259110801_312203033883315_1254947904436603856_n"/>
          <p:cNvPicPr>
            <a:picLocks noChangeAspect="1"/>
          </p:cNvPicPr>
          <p:nvPr/>
        </p:nvPicPr>
        <p:blipFill>
          <a:blip r:embed="rId1"/>
          <a:srcRect/>
          <a:stretch>
            <a:fillRect/>
          </a:stretch>
        </p:blipFill>
        <p:spPr>
          <a:xfrm>
            <a:off x="1251585" y="1144270"/>
            <a:ext cx="6638290" cy="23844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ctrTitle"/>
          </p:nvPr>
        </p:nvSpPr>
        <p:spPr>
          <a:xfrm>
            <a:off x="2330921" y="1457520"/>
            <a:ext cx="4335000" cy="1159800"/>
          </a:xfrm>
        </p:spPr>
        <p:txBody>
          <a:bodyPr/>
          <a:lstStyle/>
          <a:p>
            <a:r>
              <a:rPr lang="vi-VN">
                <a:solidFill>
                  <a:schemeClr val="bg1"/>
                </a:solidFill>
                <a:latin typeface="Times New Roman" panose="02020603050405020304" charset="0"/>
                <a:cs typeface="Times New Roman" panose="02020603050405020304" charset="0"/>
              </a:rPr>
              <a:t>dof  =  (r - 1)(c -</a:t>
            </a:r>
            <a:r>
              <a:rPr lang="vi-VN">
                <a:solidFill>
                  <a:schemeClr val="bg1"/>
                </a:solidFill>
                <a:latin typeface="Times New Roman" panose="02020603050405020304" charset="0"/>
                <a:cs typeface="Times New Roman" panose="02020603050405020304" charset="0"/>
              </a:rPr>
              <a:t> 1)</a:t>
            </a:r>
            <a:endParaRPr lang="vi-VN">
              <a:solidFill>
                <a:schemeClr val="bg1"/>
              </a:solidFill>
              <a:latin typeface="Times New Roman" panose="02020603050405020304" charset="0"/>
              <a:cs typeface="Times New Roman" panose="02020603050405020304" charset="0"/>
            </a:endParaRPr>
          </a:p>
        </p:txBody>
      </p:sp>
      <p:sp>
        <p:nvSpPr>
          <p:cNvPr id="3" name="Tiêu đề phụ 2"/>
          <p:cNvSpPr>
            <a:spLocks noGrp="1"/>
          </p:cNvSpPr>
          <p:nvPr>
            <p:ph type="subTitle" idx="1"/>
          </p:nvPr>
        </p:nvSpPr>
        <p:spPr>
          <a:xfrm>
            <a:off x="2326005" y="2876550"/>
            <a:ext cx="4659630" cy="784860"/>
          </a:xfrm>
        </p:spPr>
        <p:txBody>
          <a:bodyPr/>
          <a:lstStyle/>
          <a:p>
            <a:r>
              <a:rPr lang="vi-VN" sz="1600">
                <a:latin typeface="Times New Roman" panose="02020603050405020304" charset="0"/>
                <a:cs typeface="Times New Roman" panose="02020603050405020304" charset="0"/>
              </a:rPr>
              <a:t>Trong đó </a:t>
            </a:r>
            <a:r>
              <a:rPr lang="vi-VN" sz="1600" i="1">
                <a:latin typeface="Times New Roman" panose="02020603050405020304" charset="0"/>
                <a:cs typeface="Times New Roman" panose="02020603050405020304" charset="0"/>
              </a:rPr>
              <a:t>r</a:t>
            </a:r>
            <a:r>
              <a:rPr lang="vi-VN" sz="1600">
                <a:latin typeface="Times New Roman" panose="02020603050405020304" charset="0"/>
                <a:cs typeface="Times New Roman" panose="02020603050405020304" charset="0"/>
              </a:rPr>
              <a:t> , </a:t>
            </a:r>
            <a:r>
              <a:rPr lang="vi-VN" sz="1600" i="1">
                <a:latin typeface="Times New Roman" panose="02020603050405020304" charset="0"/>
                <a:cs typeface="Times New Roman" panose="02020603050405020304" charset="0"/>
              </a:rPr>
              <a:t>c</a:t>
            </a:r>
            <a:r>
              <a:rPr lang="vi-VN" sz="1600">
                <a:latin typeface="Times New Roman" panose="02020603050405020304" charset="0"/>
                <a:cs typeface="Times New Roman" panose="02020603050405020304" charset="0"/>
              </a:rPr>
              <a:t> lần lượt là số giá trị của  biến phân loại.</a:t>
            </a:r>
            <a:endParaRPr lang="vi-VN" sz="1600">
              <a:latin typeface="Times New Roman" panose="02020603050405020304" charset="0"/>
              <a:cs typeface="Times New Roman" panose="02020603050405020304" charset="0"/>
            </a:endParaRPr>
          </a:p>
        </p:txBody>
      </p:sp>
      <p:sp>
        <p:nvSpPr>
          <p:cNvPr id="4" name="Chỗ dành sẵn cho Số hiệu Bản chiếu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sp>
        <p:nvSpPr>
          <p:cNvPr id="5" name="Hình chữ nhật: Góc Tròn 4"/>
          <p:cNvSpPr/>
          <p:nvPr/>
        </p:nvSpPr>
        <p:spPr>
          <a:xfrm>
            <a:off x="3618497" y="723398"/>
            <a:ext cx="2075446" cy="91740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Hộp Văn bản 5"/>
          <p:cNvSpPr txBox="1"/>
          <p:nvPr/>
        </p:nvSpPr>
        <p:spPr>
          <a:xfrm>
            <a:off x="3962534" y="951364"/>
            <a:ext cx="2743199" cy="4603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sz="2400" b="1">
                <a:solidFill>
                  <a:schemeClr val="tx1"/>
                </a:solidFill>
                <a:latin typeface="Times New Roman" panose="02020603050405020304" charset="0"/>
                <a:cs typeface="Times New Roman" panose="02020603050405020304" charset="0"/>
              </a:rPr>
              <a:t>Bậc Tự do</a:t>
            </a:r>
            <a:endParaRPr lang="vi-VN" sz="2400" b="1">
              <a:solidFill>
                <a:schemeClr val="tx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nchor="ctr" anchorCtr="0"/>
          <a:lstStyle/>
          <a:p>
            <a:pPr marL="0" indent="0">
              <a:spcBef>
                <a:spcPts val="600"/>
              </a:spcBef>
            </a:pPr>
            <a:endParaRPr lang="en-US" altLang="vi-VN" b="1">
              <a:solidFill>
                <a:schemeClr val="tx1"/>
              </a:solidFill>
            </a:endParaRPr>
          </a:p>
          <a:p>
            <a:pPr marL="0" indent="0">
              <a:spcBef>
                <a:spcPts val="600"/>
              </a:spcBef>
            </a:pPr>
            <a:r>
              <a:rPr lang="en-US" altLang="vi-VN" b="1">
                <a:solidFill>
                  <a:schemeClr val="tx1"/>
                </a:solidFill>
              </a:rPr>
              <a:t>BẬC TỰ DO</a:t>
            </a:r>
            <a:endParaRPr lang="vi-VN" b="1">
              <a:solidFill>
                <a:schemeClr val="tx1"/>
              </a:solidFill>
            </a:endParaRPr>
          </a:p>
          <a:p>
            <a:endParaRPr lang="vi-VN" b="1">
              <a:solidFill>
                <a:schemeClr val="tx1"/>
              </a:solidFill>
            </a:endParaRPr>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pic>
        <p:nvPicPr>
          <p:cNvPr id="6" name="Picture 5" descr="262149786_1532307893820017_8267966844782461099_n"/>
          <p:cNvPicPr>
            <a:picLocks noChangeAspect="1"/>
          </p:cNvPicPr>
          <p:nvPr/>
        </p:nvPicPr>
        <p:blipFill>
          <a:blip r:embed="rId1"/>
          <a:stretch>
            <a:fillRect/>
          </a:stretch>
        </p:blipFill>
        <p:spPr>
          <a:xfrm>
            <a:off x="1795145" y="1056005"/>
            <a:ext cx="5439410" cy="28797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lstStyle/>
          <a:p>
            <a:r>
              <a:rPr lang="en-US" altLang="vi-VN" b="1"/>
              <a:t>Kiểm định Chi bình phương</a:t>
            </a:r>
            <a:endParaRPr lang="en-US" altLang="vi-VN" b="1"/>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sp>
        <p:nvSpPr>
          <p:cNvPr id="4" name="Hộp Văn bản 3"/>
          <p:cNvSpPr txBox="1"/>
          <p:nvPr/>
        </p:nvSpPr>
        <p:spPr>
          <a:xfrm>
            <a:off x="2087479" y="1087354"/>
            <a:ext cx="5134475" cy="5835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vi-VN" sz="1600" b="1">
                <a:latin typeface="Times New Roman" panose="02020603050405020304" charset="0"/>
                <a:cs typeface="Times New Roman" panose="02020603050405020304" charset="0"/>
              </a:rPr>
              <a:t>Thống kê thử nghiệm là một biến ngẫu nhiên Chi bình phương  được xác định bởi phương trình sau</a:t>
            </a:r>
            <a:endParaRPr lang="vi-VN" sz="1600" b="1">
              <a:latin typeface="Times New Roman" panose="02020603050405020304" charset="0"/>
              <a:cs typeface="Times New Roman" panose="02020603050405020304" charset="0"/>
            </a:endParaRPr>
          </a:p>
        </p:txBody>
      </p:sp>
      <p:pic>
        <p:nvPicPr>
          <p:cNvPr id="6" name="Hình ảnh 6" descr="Ảnh có chứa văn bản&#10;&#10;Mô tả được tự động tạo"/>
          <p:cNvPicPr>
            <a:picLocks noChangeAspect="1"/>
          </p:cNvPicPr>
          <p:nvPr/>
        </p:nvPicPr>
        <p:blipFill>
          <a:blip r:embed="rId1"/>
          <a:stretch>
            <a:fillRect/>
          </a:stretch>
        </p:blipFill>
        <p:spPr>
          <a:xfrm>
            <a:off x="2982328" y="1848181"/>
            <a:ext cx="3186864" cy="1454658"/>
          </a:xfrm>
          <a:prstGeom prst="rect">
            <a:avLst/>
          </a:prstGeom>
        </p:spPr>
      </p:pic>
      <p:sp>
        <p:nvSpPr>
          <p:cNvPr id="7" name="Hộp Văn bản 6"/>
          <p:cNvSpPr txBox="1"/>
          <p:nvPr/>
        </p:nvSpPr>
        <p:spPr>
          <a:xfrm>
            <a:off x="1828734" y="3181584"/>
            <a:ext cx="5984204" cy="953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vi-VN">
                <a:latin typeface="Times New Roman" panose="02020603050405020304" charset="0"/>
                <a:cs typeface="Times New Roman" panose="02020603050405020304" charset="0"/>
              </a:rPr>
              <a:t>Trong đó:</a:t>
            </a:r>
            <a:endParaRPr lang="vi-VN">
              <a:latin typeface="Times New Roman" panose="02020603050405020304" charset="0"/>
              <a:cs typeface="Times New Roman" panose="02020603050405020304" charset="0"/>
            </a:endParaRPr>
          </a:p>
          <a:p>
            <a:r>
              <a:rPr lang="vi-VN">
                <a:latin typeface="Times New Roman" panose="02020603050405020304" charset="0"/>
                <a:cs typeface="Times New Roman" panose="02020603050405020304" charset="0"/>
              </a:rPr>
              <a:t> </a:t>
            </a:r>
            <a:r>
              <a:rPr lang="vi-VN" b="1" i="1">
                <a:latin typeface="Times New Roman" panose="02020603050405020304" charset="0"/>
                <a:cs typeface="Times New Roman" panose="02020603050405020304" charset="0"/>
              </a:rPr>
              <a:t>O</a:t>
            </a:r>
            <a:r>
              <a:rPr lang="vi-VN" b="1" i="1" baseline="-25000">
                <a:latin typeface="Times New Roman" panose="02020603050405020304" charset="0"/>
                <a:cs typeface="Times New Roman" panose="02020603050405020304" charset="0"/>
              </a:rPr>
              <a:t>r</a:t>
            </a:r>
            <a:r>
              <a:rPr lang="vi-VN">
                <a:latin typeface="Times New Roman" panose="02020603050405020304" charset="0"/>
                <a:cs typeface="Times New Roman" panose="02020603050405020304" charset="0"/>
              </a:rPr>
              <a:t> là tần số đếm được quan sát ở mức </a:t>
            </a:r>
            <a:r>
              <a:rPr lang="vi-VN" i="1">
                <a:latin typeface="Times New Roman" panose="02020603050405020304" charset="0"/>
                <a:cs typeface="Times New Roman" panose="02020603050405020304" charset="0"/>
              </a:rPr>
              <a:t>r</a:t>
            </a:r>
            <a:r>
              <a:rPr lang="vi-VN">
                <a:latin typeface="Times New Roman" panose="02020603050405020304" charset="0"/>
                <a:cs typeface="Times New Roman" panose="02020603050405020304" charset="0"/>
              </a:rPr>
              <a:t> của biến </a:t>
            </a:r>
            <a:r>
              <a:rPr lang="vi-VN" i="1">
                <a:latin typeface="Times New Roman" panose="02020603050405020304" charset="0"/>
                <a:cs typeface="Times New Roman" panose="02020603050405020304" charset="0"/>
              </a:rPr>
              <a:t>A</a:t>
            </a:r>
            <a:r>
              <a:rPr lang="vi-VN">
                <a:latin typeface="Times New Roman" panose="02020603050405020304" charset="0"/>
                <a:cs typeface="Times New Roman" panose="02020603050405020304" charset="0"/>
              </a:rPr>
              <a:t> và mức </a:t>
            </a:r>
            <a:r>
              <a:rPr lang="vi-VN" i="1">
                <a:latin typeface="Times New Roman" panose="02020603050405020304" charset="0"/>
                <a:cs typeface="Times New Roman" panose="02020603050405020304" charset="0"/>
              </a:rPr>
              <a:t>c</a:t>
            </a:r>
            <a:r>
              <a:rPr lang="vi-VN">
                <a:latin typeface="Times New Roman" panose="02020603050405020304" charset="0"/>
                <a:cs typeface="Times New Roman" panose="02020603050405020304" charset="0"/>
              </a:rPr>
              <a:t> của biến </a:t>
            </a:r>
            <a:r>
              <a:rPr lang="vi-VN" i="1">
                <a:latin typeface="Times New Roman" panose="02020603050405020304" charset="0"/>
                <a:cs typeface="Times New Roman" panose="02020603050405020304" charset="0"/>
              </a:rPr>
              <a:t>B</a:t>
            </a:r>
            <a:endParaRPr lang="vi-VN" i="1">
              <a:latin typeface="Times New Roman" panose="02020603050405020304" charset="0"/>
              <a:cs typeface="Times New Roman" panose="02020603050405020304" charset="0"/>
            </a:endParaRPr>
          </a:p>
          <a:p>
            <a:r>
              <a:rPr lang="vi-VN">
                <a:latin typeface="Times New Roman" panose="02020603050405020304" charset="0"/>
                <a:cs typeface="Times New Roman" panose="02020603050405020304" charset="0"/>
              </a:rPr>
              <a:t> </a:t>
            </a:r>
            <a:r>
              <a:rPr lang="vi-VN" b="1" i="1">
                <a:latin typeface="Times New Roman" panose="02020603050405020304" charset="0"/>
                <a:cs typeface="Times New Roman" panose="02020603050405020304" charset="0"/>
              </a:rPr>
              <a:t>E</a:t>
            </a:r>
            <a:r>
              <a:rPr lang="vi-VN" b="1" i="1" baseline="-25000">
                <a:latin typeface="Times New Roman" panose="02020603050405020304" charset="0"/>
                <a:cs typeface="Times New Roman" panose="02020603050405020304" charset="0"/>
              </a:rPr>
              <a:t>r</a:t>
            </a:r>
            <a:r>
              <a:rPr lang="vi-VN">
                <a:latin typeface="Times New Roman" panose="02020603050405020304" charset="0"/>
                <a:cs typeface="Times New Roman" panose="02020603050405020304" charset="0"/>
              </a:rPr>
              <a:t> là tần số đếm kì vọng ở mức </a:t>
            </a:r>
            <a:r>
              <a:rPr lang="vi-VN" i="1">
                <a:latin typeface="Times New Roman" panose="02020603050405020304" charset="0"/>
                <a:cs typeface="Times New Roman" panose="02020603050405020304" charset="0"/>
              </a:rPr>
              <a:t>r</a:t>
            </a:r>
            <a:r>
              <a:rPr lang="vi-VN">
                <a:latin typeface="Times New Roman" panose="02020603050405020304" charset="0"/>
                <a:cs typeface="Times New Roman" panose="02020603050405020304" charset="0"/>
              </a:rPr>
              <a:t> của biến </a:t>
            </a:r>
            <a:r>
              <a:rPr lang="vi-VN" i="1">
                <a:latin typeface="Times New Roman" panose="02020603050405020304" charset="0"/>
                <a:cs typeface="Times New Roman" panose="02020603050405020304" charset="0"/>
              </a:rPr>
              <a:t>A </a:t>
            </a:r>
            <a:r>
              <a:rPr lang="vi-VN">
                <a:latin typeface="Times New Roman" panose="02020603050405020304" charset="0"/>
                <a:cs typeface="Times New Roman" panose="02020603050405020304" charset="0"/>
              </a:rPr>
              <a:t>và mức </a:t>
            </a:r>
            <a:r>
              <a:rPr lang="vi-VN" i="1">
                <a:latin typeface="Times New Roman" panose="02020603050405020304" charset="0"/>
                <a:cs typeface="Times New Roman" panose="02020603050405020304" charset="0"/>
              </a:rPr>
              <a:t>c </a:t>
            </a:r>
            <a:r>
              <a:rPr lang="vi-VN">
                <a:latin typeface="Times New Roman" panose="02020603050405020304" charset="0"/>
                <a:cs typeface="Times New Roman" panose="02020603050405020304" charset="0"/>
              </a:rPr>
              <a:t>của biến </a:t>
            </a:r>
            <a:r>
              <a:rPr lang="vi-VN" i="1">
                <a:latin typeface="Times New Roman" panose="02020603050405020304" charset="0"/>
                <a:cs typeface="Times New Roman" panose="02020603050405020304" charset="0"/>
              </a:rPr>
              <a:t>B</a:t>
            </a:r>
            <a:endParaRPr lang="vi-VN" i="1">
              <a:latin typeface="Times New Roman" panose="02020603050405020304" charset="0"/>
              <a:cs typeface="Times New Roman" panose="02020603050405020304" charset="0"/>
            </a:endParaRPr>
          </a:p>
          <a:p>
            <a:pPr algn="l"/>
            <a:endParaRPr lang="vi-VN">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lstStyle/>
          <a:p>
            <a:r>
              <a:rPr lang="en-US" altLang="vi-VN" b="1"/>
              <a:t>Kiểm định Chi bình phương</a:t>
            </a:r>
            <a:endParaRPr lang="en-US" altLang="vi-VN" b="1"/>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pic>
        <p:nvPicPr>
          <p:cNvPr id="6" name="Hình ảnh 6" descr="C:\Users\lan\Downloads\259265167_998836214008807_8712267397593109157_n.png259265167_998836214008807_8712267397593109157_n"/>
          <p:cNvPicPr>
            <a:picLocks noChangeAspect="1"/>
          </p:cNvPicPr>
          <p:nvPr/>
        </p:nvPicPr>
        <p:blipFill>
          <a:blip r:embed="rId1"/>
          <a:srcRect/>
          <a:stretch>
            <a:fillRect/>
          </a:stretch>
        </p:blipFill>
        <p:spPr>
          <a:xfrm>
            <a:off x="1692275" y="1220470"/>
            <a:ext cx="5583555" cy="22764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p:cNvSpPr>
            <a:spLocks noGrp="1"/>
          </p:cNvSpPr>
          <p:nvPr>
            <p:ph type="body" idx="1"/>
          </p:nvPr>
        </p:nvSpPr>
        <p:spPr/>
        <p:txBody>
          <a:bodyPr/>
          <a:lstStyle/>
          <a:p>
            <a:r>
              <a:rPr lang="en-US" altLang="vi-VN" b="1"/>
              <a:t>Kiểm định Chi bình phương</a:t>
            </a:r>
            <a:endParaRPr lang="en-US" altLang="vi-VN" b="1"/>
          </a:p>
        </p:txBody>
      </p:sp>
      <p:sp>
        <p:nvSpPr>
          <p:cNvPr id="3" name="Chỗ dành sẵn cho Số hiệu Bản chiếu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GB"/>
            </a:fld>
            <a:endParaRPr lang="en-GB"/>
          </a:p>
        </p:txBody>
      </p:sp>
      <p:pic>
        <p:nvPicPr>
          <p:cNvPr id="6" name="Hình ảnh 6" descr="C:\Users\lan\Downloads\261184024_1072668699969115_2751664288712132555_n (1).png261184024_1072668699969115_2751664288712132555_n (1)"/>
          <p:cNvPicPr>
            <a:picLocks noChangeAspect="1"/>
          </p:cNvPicPr>
          <p:nvPr/>
        </p:nvPicPr>
        <p:blipFill>
          <a:blip r:embed="rId1"/>
          <a:srcRect/>
          <a:stretch>
            <a:fillRect/>
          </a:stretch>
        </p:blipFill>
        <p:spPr>
          <a:xfrm>
            <a:off x="1792605" y="1187450"/>
            <a:ext cx="5556250" cy="25419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5"/>
          <p:cNvSpPr txBox="1">
            <a:spLocks noGrp="1"/>
          </p:cNvSpPr>
          <p:nvPr>
            <p:ph type="title"/>
          </p:nvPr>
        </p:nvSpPr>
        <p:spPr>
          <a:xfrm>
            <a:off x="412494" y="441150"/>
            <a:ext cx="1945196" cy="671700"/>
          </a:xfrm>
          <a:prstGeom prst="rect">
            <a:avLst/>
          </a:prstGeom>
        </p:spPr>
        <p:txBody>
          <a:bodyPr spcFirstLastPara="1" wrap="square" lIns="0" tIns="0" rIns="0" bIns="0" anchor="ctr" anchorCtr="0">
            <a:noAutofit/>
          </a:bodyPr>
          <a:lstStyle/>
          <a:p>
            <a:pPr algn="ctr"/>
            <a:r>
              <a:rPr lang="en-GB" i="0">
                <a:solidFill>
                  <a:schemeClr val="tx1"/>
                </a:solidFill>
                <a:latin typeface="Times New Roman" panose="02020603050405020304" charset="0"/>
                <a:cs typeface="Times New Roman" panose="02020603050405020304" charset="0"/>
              </a:rPr>
              <a:t>Giải thích kết quả</a:t>
            </a:r>
            <a:endParaRPr lang="en-GB" i="0">
              <a:solidFill>
                <a:schemeClr val="tx1"/>
              </a:solidFill>
              <a:latin typeface="Times New Roman" panose="02020603050405020304" charset="0"/>
              <a:cs typeface="Times New Roman" panose="02020603050405020304" charset="0"/>
            </a:endParaRPr>
          </a:p>
        </p:txBody>
      </p:sp>
      <p:sp>
        <p:nvSpPr>
          <p:cNvPr id="436" name="Google Shape;436;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
        <p:nvSpPr>
          <p:cNvPr id="437" name="Google Shape;437;p45"/>
          <p:cNvSpPr/>
          <p:nvPr/>
        </p:nvSpPr>
        <p:spPr>
          <a:xfrm>
            <a:off x="531916" y="2126376"/>
            <a:ext cx="4083900" cy="1538400"/>
          </a:xfrm>
          <a:prstGeom prst="rect">
            <a:avLst/>
          </a:prstGeom>
          <a:solidFill>
            <a:srgbClr val="1B1B46">
              <a:alpha val="10380"/>
            </a:srgbClr>
          </a:solidFill>
          <a:ln w="9525" cap="flat" cmpd="sng">
            <a:solidFill>
              <a:schemeClr val="dk2"/>
            </a:solidFill>
            <a:prstDash val="solid"/>
            <a:round/>
            <a:headEnd type="none" w="sm" len="sm"/>
            <a:tailEnd type="none" w="sm" len="sm"/>
          </a:ln>
        </p:spPr>
        <p:txBody>
          <a:bodyPr spcFirstLastPara="1" wrap="square" lIns="91425" tIns="91425" rIns="1371600" bIns="91425" anchor="t" anchorCtr="0">
            <a:noAutofit/>
          </a:bodyPr>
          <a:lstStyle/>
          <a:p>
            <a:pPr algn="ctr"/>
            <a:r>
              <a:rPr lang="en-GB">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P-value cao hơn mức ý nghĩa 5%, chúng ta không bác bỏ giả thuyết vô hiệu.</a:t>
            </a:r>
            <a:endParaRPr lang="vi-VN">
              <a:solidFill>
                <a:schemeClr val="bg1"/>
              </a:solidFill>
              <a:latin typeface="Times New Roman" panose="02020603050405020304" charset="0"/>
              <a:cs typeface="Times New Roman" panose="02020603050405020304" charset="0"/>
            </a:endParaRPr>
          </a:p>
        </p:txBody>
      </p:sp>
      <p:sp>
        <p:nvSpPr>
          <p:cNvPr id="438" name="Google Shape;438;p45"/>
          <p:cNvSpPr/>
          <p:nvPr/>
        </p:nvSpPr>
        <p:spPr>
          <a:xfrm>
            <a:off x="4672066" y="2126376"/>
            <a:ext cx="4083900" cy="1538400"/>
          </a:xfrm>
          <a:prstGeom prst="rect">
            <a:avLst/>
          </a:prstGeom>
          <a:solidFill>
            <a:srgbClr val="1B1B46">
              <a:alpha val="10380"/>
            </a:srgbClr>
          </a:solidFill>
          <a:ln w="9525" cap="flat" cmpd="sng">
            <a:solidFill>
              <a:schemeClr val="dk2"/>
            </a:solidFill>
            <a:prstDash val="solid"/>
            <a:round/>
            <a:headEnd type="none" w="sm" len="sm"/>
            <a:tailEnd type="none" w="sm" len="sm"/>
          </a:ln>
        </p:spPr>
        <p:txBody>
          <a:bodyPr spcFirstLastPara="1" wrap="square" lIns="1371600" tIns="91425" rIns="91425" bIns="91425" anchor="t" anchorCtr="0">
            <a:noAutofit/>
          </a:bodyPr>
          <a:lstStyle/>
          <a:p>
            <a:pPr marL="285750" indent="-285750" algn="l">
              <a:buFont typeface="Arial" panose="020B0604020202020204" pitchFamily="34" charset="0"/>
              <a:buChar char="•"/>
            </a:pPr>
            <a:r>
              <a:rPr lang="en-GB">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Thống kê thử nghiệm thấp hơn giá trị tới hạn, không thể bác bỏ giả thuyết không.</a:t>
            </a:r>
            <a:endParaRPr lang="vi-VN">
              <a:solidFill>
                <a:schemeClr val="bg1"/>
              </a:solidFill>
              <a:latin typeface="Times New Roman" panose="02020603050405020304" charset="0"/>
              <a:cs typeface="Times New Roman" panose="02020603050405020304" charset="0"/>
            </a:endParaRPr>
          </a:p>
          <a:p>
            <a:pPr marL="285750" indent="-285750" algn="l">
              <a:buFont typeface="Arial" panose="020B0604020202020204" pitchFamily="34" charset="0"/>
              <a:buChar char="•"/>
            </a:pPr>
            <a:r>
              <a:rPr lang="en-GB">
                <a:solidFill>
                  <a:schemeClr val="bg1"/>
                </a:solidFill>
                <a:latin typeface="Times New Roman" panose="02020603050405020304" charset="0"/>
                <a:ea typeface="Times New Roman" panose="02020603050405020304" charset="0"/>
                <a:cs typeface="Times New Roman" panose="02020603050405020304" charset="0"/>
                <a:sym typeface="Times New Roman" panose="02020603050405020304" charset="0"/>
              </a:rPr>
              <a:t>Có thể kết luận rằng tình trạng hôn nhân độc lập với bằng tốt nghiệp sở hữu ở mức độ tin cậy 95%.</a:t>
            </a:r>
            <a:endParaRPr lang="en-GB">
              <a:solidFill>
                <a:schemeClr val="bg1"/>
              </a:solidFill>
              <a:latin typeface="Times New Roman" panose="02020603050405020304" charset="0"/>
              <a:cs typeface="Times New Roman" panose="02020603050405020304" charset="0"/>
            </a:endParaRPr>
          </a:p>
          <a:p>
            <a:pPr marL="285750" indent="-285750" algn="r"/>
            <a:endParaRPr lang="en-GB">
              <a:solidFill>
                <a:schemeClr val="bg1"/>
              </a:solidFill>
              <a:latin typeface="Times New Roman" panose="02020603050405020304" charset="0"/>
            </a:endParaRPr>
          </a:p>
          <a:p>
            <a:pPr algn="r"/>
            <a:endParaRPr lang="en-GB">
              <a:solidFill>
                <a:schemeClr val="bg1"/>
              </a:solidFill>
              <a:latin typeface="Times New Roman" panose="02020603050405020304" charset="0"/>
            </a:endParaRPr>
          </a:p>
          <a:p>
            <a:pPr marL="0" lvl="0" indent="0" algn="r">
              <a:buSzPts val="1100"/>
              <a:buNone/>
            </a:pPr>
            <a:endParaRPr lang="en-GB" b="1">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441" name="Google Shape;441;p45"/>
          <p:cNvSpPr/>
          <p:nvPr/>
        </p:nvSpPr>
        <p:spPr>
          <a:xfrm>
            <a:off x="3443576" y="2490461"/>
            <a:ext cx="2346900" cy="2346900"/>
          </a:xfrm>
          <a:prstGeom prst="pie">
            <a:avLst>
              <a:gd name="adj1" fmla="val 10788866"/>
              <a:gd name="adj2" fmla="val 162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 name="Google Shape;442;p45"/>
          <p:cNvSpPr/>
          <p:nvPr/>
        </p:nvSpPr>
        <p:spPr>
          <a:xfrm rot="5400000">
            <a:off x="3492372" y="2490461"/>
            <a:ext cx="2346900" cy="2346900"/>
          </a:xfrm>
          <a:prstGeom prst="pie">
            <a:avLst>
              <a:gd name="adj1" fmla="val 10788866"/>
              <a:gd name="adj2" fmla="val 162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45"/>
          <p:cNvSpPr/>
          <p:nvPr/>
        </p:nvSpPr>
        <p:spPr>
          <a:xfrm>
            <a:off x="3968832" y="2904793"/>
            <a:ext cx="388576" cy="441337"/>
          </a:xfrm>
          <a:prstGeom prst="rect">
            <a:avLst/>
          </a:prstGeom>
        </p:spPr>
        <p:txBody>
          <a:bodyPr>
            <a:prstTxWarp prst="textPlain">
              <a:avLst/>
            </a:prstTxWarp>
          </a:bodyPr>
          <a:lstStyle/>
          <a:p>
            <a:pPr lvl="0" algn="ctr"/>
            <a:r>
              <a:rPr b="1" i="1">
                <a:ln>
                  <a:noFill/>
                </a:ln>
                <a:solidFill>
                  <a:schemeClr val="lt1"/>
                </a:solidFill>
                <a:latin typeface="Courant" panose="02000509030000020004" charset="0"/>
              </a:rPr>
              <a:t>S</a:t>
            </a:r>
            <a:endParaRPr b="1" i="1">
              <a:ln>
                <a:noFill/>
              </a:ln>
              <a:solidFill>
                <a:schemeClr val="lt1"/>
              </a:solidFill>
              <a:latin typeface="Courant" panose="02000509030000020004" charset="0"/>
            </a:endParaRPr>
          </a:p>
        </p:txBody>
      </p:sp>
      <p:sp>
        <p:nvSpPr>
          <p:cNvPr id="446" name="Google Shape;446;p45"/>
          <p:cNvSpPr/>
          <p:nvPr/>
        </p:nvSpPr>
        <p:spPr>
          <a:xfrm>
            <a:off x="4887247" y="2957406"/>
            <a:ext cx="602653" cy="427545"/>
          </a:xfrm>
          <a:prstGeom prst="rect">
            <a:avLst/>
          </a:prstGeom>
        </p:spPr>
        <p:txBody>
          <a:bodyPr>
            <a:prstTxWarp prst="textPlain">
              <a:avLst/>
            </a:prstTxWarp>
          </a:bodyPr>
          <a:lstStyle/>
          <a:p>
            <a:pPr lvl="0" algn="ctr"/>
            <a:r>
              <a:rPr b="1" i="1">
                <a:ln>
                  <a:noFill/>
                </a:ln>
                <a:solidFill>
                  <a:schemeClr val="lt1"/>
                </a:solidFill>
                <a:latin typeface="Courant" panose="02000509030000020004" charset="0"/>
              </a:rPr>
              <a:t>W</a:t>
            </a:r>
            <a:endParaRPr b="1" i="1">
              <a:ln>
                <a:noFill/>
              </a:ln>
              <a:solidFill>
                <a:schemeClr val="lt1"/>
              </a:solidFill>
              <a:latin typeface="Courant" panose="02000509030000020004" charset="0"/>
            </a:endParaRPr>
          </a:p>
        </p:txBody>
      </p:sp>
      <p:sp>
        <p:nvSpPr>
          <p:cNvPr id="447" name="Google Shape;447;p45"/>
          <p:cNvSpPr/>
          <p:nvPr/>
        </p:nvSpPr>
        <p:spPr>
          <a:xfrm>
            <a:off x="3912693" y="2377297"/>
            <a:ext cx="434750" cy="441337"/>
          </a:xfrm>
          <a:prstGeom prst="rect">
            <a:avLst/>
          </a:prstGeom>
        </p:spPr>
        <p:txBody>
          <a:bodyPr lIns="91440" tIns="45720" rIns="91440" bIns="45720" numCol="1" anchor="t">
            <a:prstTxWarp prst="textPlain">
              <a:avLst/>
            </a:prstTxWarp>
          </a:bodyPr>
          <a:lstStyle/>
          <a:p>
            <a:pPr lvl="0" algn="ctr"/>
            <a:endParaRPr lang="vi-VN" b="1" i="1">
              <a:ln>
                <a:noFill/>
              </a:ln>
              <a:solidFill>
                <a:schemeClr val="lt1"/>
              </a:solidFill>
              <a:latin typeface="Courant" panose="02000509030000020004" charset="0"/>
            </a:endParaRPr>
          </a:p>
        </p:txBody>
      </p:sp>
      <p:sp>
        <p:nvSpPr>
          <p:cNvPr id="448" name="Google Shape;448;p45"/>
          <p:cNvSpPr/>
          <p:nvPr/>
        </p:nvSpPr>
        <p:spPr>
          <a:xfrm>
            <a:off x="4960584" y="3347318"/>
            <a:ext cx="462934" cy="514493"/>
          </a:xfrm>
          <a:prstGeom prst="rect">
            <a:avLst/>
          </a:prstGeom>
        </p:spPr>
        <p:txBody>
          <a:bodyPr lIns="91440" tIns="45720" rIns="91440" bIns="45720" numCol="1" anchor="t">
            <a:prstTxWarp prst="textPlain">
              <a:avLst/>
            </a:prstTxWarp>
          </a:bodyPr>
          <a:lstStyle/>
          <a:p>
            <a:pPr lvl="0" algn="ctr"/>
            <a:endParaRPr lang="vi-VN" b="1" i="1">
              <a:ln>
                <a:noFill/>
              </a:ln>
              <a:solidFill>
                <a:schemeClr val="lt1"/>
              </a:solidFill>
              <a:latin typeface="Courant" panose="02000509030000020004" charset="0"/>
            </a:endParaRPr>
          </a:p>
        </p:txBody>
      </p:sp>
      <p:sp>
        <p:nvSpPr>
          <p:cNvPr id="2" name="Hộp Văn bản 1"/>
          <p:cNvSpPr txBox="1"/>
          <p:nvPr/>
        </p:nvSpPr>
        <p:spPr>
          <a:xfrm>
            <a:off x="2576261" y="4087729"/>
            <a:ext cx="4029074" cy="5835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vi-VN" sz="1600" b="1" i="1">
                <a:solidFill>
                  <a:schemeClr val="bg1"/>
                </a:solidFill>
                <a:latin typeface="Times New Roman" panose="02020603050405020304" charset="0"/>
                <a:cs typeface="Times New Roman" panose="02020603050405020304" charset="0"/>
              </a:rPr>
              <a:t>P-value</a:t>
            </a:r>
            <a:r>
              <a:rPr lang="vi-VN" sz="1600" i="1">
                <a:solidFill>
                  <a:schemeClr val="bg1"/>
                </a:solidFill>
                <a:latin typeface="Times New Roman" panose="02020603050405020304" charset="0"/>
                <a:cs typeface="Times New Roman" panose="02020603050405020304" charset="0"/>
              </a:rPr>
              <a:t> là xác suất quan sát một thống kê mẫu mà cực giống thống kê thử nghiệm.</a:t>
            </a:r>
            <a:endParaRPr lang="vi-VN" sz="1600">
              <a:solidFill>
                <a:schemeClr val="bg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345" name="Shape 345"/>
        <p:cNvGrpSpPr/>
        <p:nvPr/>
      </p:nvGrpSpPr>
      <p:grpSpPr>
        <a:xfrm>
          <a:off x="0" y="0"/>
          <a:ext cx="0" cy="0"/>
          <a:chOff x="0" y="0"/>
          <a:chExt cx="0" cy="0"/>
        </a:xfrm>
      </p:grpSpPr>
      <p:sp>
        <p:nvSpPr>
          <p:cNvPr id="346" name="Google Shape;346;p41"/>
          <p:cNvSpPr txBox="1"/>
          <p:nvPr>
            <p:ph type="ctrTitle"/>
          </p:nvPr>
        </p:nvSpPr>
        <p:spPr>
          <a:xfrm>
            <a:off x="2404745" y="2190750"/>
            <a:ext cx="4335145" cy="97536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a:latin typeface="Times New Roman" panose="02020603050405020304" charset="0"/>
                <a:cs typeface="Times New Roman" panose="02020603050405020304" charset="0"/>
              </a:rPr>
              <a:t>Tổng kết</a:t>
            </a:r>
            <a:endParaRPr lang="en-US" altLang="en-GB">
              <a:latin typeface="Times New Roman" panose="02020603050405020304" charset="0"/>
              <a:cs typeface="Times New Roman" panose="02020603050405020304" charset="0"/>
            </a:endParaRPr>
          </a:p>
        </p:txBody>
      </p:sp>
      <p:sp>
        <p:nvSpPr>
          <p:cNvPr id="348" name="Google Shape;348;p41"/>
          <p:cNvSpPr txBox="1"/>
          <p:nvPr>
            <p:ph type="ctrTitle"/>
          </p:nvPr>
        </p:nvSpPr>
        <p:spPr>
          <a:xfrm>
            <a:off x="2404575" y="893524"/>
            <a:ext cx="4335000" cy="684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800" i="0">
                <a:solidFill>
                  <a:schemeClr val="accent1"/>
                </a:solidFill>
                <a:latin typeface="Times New Roman" panose="02020603050405020304" charset="0"/>
                <a:cs typeface="Times New Roman" panose="02020603050405020304" charset="0"/>
              </a:rPr>
              <a:t>6</a:t>
            </a:r>
            <a:endParaRPr lang="en-US" sz="4800" i="0">
              <a:solidFill>
                <a:schemeClr val="accent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609508" y="971365"/>
            <a:ext cx="1613400" cy="85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i="0">
                <a:solidFill>
                  <a:schemeClr val="tx1"/>
                </a:solidFill>
                <a:latin typeface="Times New Roman" panose="02020603050405020304" charset="0"/>
                <a:cs typeface="Times New Roman" panose="02020603050405020304" charset="0"/>
              </a:rPr>
              <a:t>Tổng kết</a:t>
            </a:r>
            <a:endParaRPr lang="en-US" altLang="en-GB" i="0">
              <a:solidFill>
                <a:schemeClr val="tx1"/>
              </a:solidFill>
              <a:latin typeface="Times New Roman" panose="02020603050405020304" charset="0"/>
              <a:cs typeface="Times New Roman" panose="02020603050405020304" charset="0"/>
            </a:endParaRPr>
          </a:p>
        </p:txBody>
      </p:sp>
      <p:sp>
        <p:nvSpPr>
          <p:cNvPr id="134" name="Google Shape;134;p21"/>
          <p:cNvSpPr txBox="1"/>
          <p:nvPr>
            <p:ph type="body" idx="1"/>
          </p:nvPr>
        </p:nvSpPr>
        <p:spPr>
          <a:xfrm>
            <a:off x="2798250" y="958750"/>
            <a:ext cx="5503800" cy="3240600"/>
          </a:xfrm>
          <a:prstGeom prst="rect">
            <a:avLst/>
          </a:prstGeom>
        </p:spPr>
        <p:txBody>
          <a:bodyPr spcFirstLastPara="1" wrap="square" lIns="91425" tIns="91425" rIns="91425" bIns="91425" anchor="t" anchorCtr="0">
            <a:noAutofit/>
          </a:bodyPr>
          <a:lstStyle/>
          <a:p>
            <a:pPr marL="76200" lvl="0" indent="0" algn="l" rtl="0">
              <a:spcBef>
                <a:spcPts val="0"/>
              </a:spcBef>
              <a:spcAft>
                <a:spcPts val="0"/>
              </a:spcAft>
              <a:buSzPts val="2400"/>
              <a:buNone/>
            </a:pPr>
            <a:endParaRPr lang="en-GB" sz="1600" b="1"/>
          </a:p>
          <a:p>
            <a:pPr marL="457200" lvl="0" indent="-381000" algn="l" rtl="0">
              <a:spcBef>
                <a:spcPts val="0"/>
              </a:spcBef>
              <a:spcAft>
                <a:spcPts val="0"/>
              </a:spcAft>
              <a:buSzPts val="2400"/>
              <a:buChar char="▹"/>
            </a:pPr>
            <a:r>
              <a:rPr lang="en-US" altLang="en-GB" sz="1600" b="1"/>
              <a:t>Xử lý dữ liệu:</a:t>
            </a:r>
            <a:r>
              <a:rPr lang="en-US" altLang="en-GB" sz="1600"/>
              <a:t> loại bỏ Outliers, NaN và lập bảng tổng quan thống kê.</a:t>
            </a:r>
            <a:endParaRPr lang="en-GB" sz="1600"/>
          </a:p>
          <a:p>
            <a:pPr marL="457200" lvl="0" indent="-381000" algn="l" rtl="0">
              <a:spcBef>
                <a:spcPts val="0"/>
              </a:spcBef>
              <a:spcAft>
                <a:spcPts val="0"/>
              </a:spcAft>
              <a:buSzPts val="2400"/>
              <a:buChar char="▹"/>
            </a:pPr>
            <a:r>
              <a:rPr lang="en-GB" sz="1600" b="1">
                <a:sym typeface="+mn-ea"/>
              </a:rPr>
              <a:t>Trực quan hoá dữ liệu</a:t>
            </a:r>
            <a:r>
              <a:rPr lang="en-US" altLang="en-GB" sz="1600">
                <a:sym typeface="+mn-ea"/>
              </a:rPr>
              <a:t>:</a:t>
            </a:r>
            <a:r>
              <a:rPr lang="en-GB" sz="1600">
                <a:sym typeface="+mn-ea"/>
              </a:rPr>
              <a:t> sử dụng các yếu tố hình ảnh giúp chia nhỏ tập dữ liệu phức tạp, giúp người đọc dễ hiểu, dễ tiếp nhận dữ liệu</a:t>
            </a:r>
            <a:endParaRPr lang="en-GB" sz="1600"/>
          </a:p>
          <a:p>
            <a:pPr marL="457200" lvl="0" indent="-381000" algn="l" rtl="0">
              <a:spcBef>
                <a:spcPts val="0"/>
              </a:spcBef>
              <a:spcAft>
                <a:spcPts val="0"/>
              </a:spcAft>
              <a:buSzPts val="2400"/>
              <a:buChar char="▹"/>
            </a:pPr>
            <a:r>
              <a:rPr lang="en-US" altLang="en-GB" sz="1600" b="1"/>
              <a:t>Kiểm tra phân phối chuẩn</a:t>
            </a:r>
            <a:r>
              <a:rPr lang="en-US" altLang="en-GB" sz="1600"/>
              <a:t>: Trình bày được kiểm định về phân phối chuẩn của một vài biến để phục vụ cho việc chọn các tiêu chuẩn, phương pháp thống kê phù hợp cho những phần sau</a:t>
            </a:r>
            <a:endParaRPr lang="en-US" altLang="en-GB" sz="1600"/>
          </a:p>
          <a:p>
            <a:pPr marL="457200" lvl="0" indent="-381000" algn="l" rtl="0">
              <a:spcBef>
                <a:spcPts val="0"/>
              </a:spcBef>
              <a:spcAft>
                <a:spcPts val="0"/>
              </a:spcAft>
              <a:buSzPts val="2400"/>
              <a:buChar char="▹"/>
            </a:pPr>
            <a:r>
              <a:rPr lang="en-US" altLang="en-GB" sz="1600" b="1"/>
              <a:t>Kiểm tra tương quan</a:t>
            </a:r>
            <a:r>
              <a:rPr lang="en-US" altLang="en-GB" sz="1600"/>
              <a:t>: </a:t>
            </a:r>
            <a:r>
              <a:rPr lang="en-US" sz="1600">
                <a:sym typeface="+mn-ea"/>
              </a:rPr>
              <a:t>Thực hiện đánh giá mức độ tương quan, phụ thuộc của các biến được chọn phục vụ cho thiết lập, đánh giá các chiến lược marketing</a:t>
            </a:r>
            <a:endParaRPr lang="en-US" altLang="en-GB" sz="1600"/>
          </a:p>
          <a:p>
            <a:pPr marL="0" lvl="0" indent="0" algn="l" rtl="0">
              <a:spcBef>
                <a:spcPts val="600"/>
              </a:spcBef>
              <a:spcAft>
                <a:spcPts val="0"/>
              </a:spcAft>
              <a:buNone/>
            </a:pPr>
            <a:endParaRPr lang="en-GB" sz="1600"/>
          </a:p>
        </p:txBody>
      </p:sp>
      <p:sp>
        <p:nvSpPr>
          <p:cNvPr id="135" name="Google Shape;135;p21"/>
          <p:cNvSpPr txBox="1"/>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transition>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0"/>
          <p:cNvSpPr txBox="1">
            <a:spLocks noGrp="1"/>
          </p:cNvSpPr>
          <p:nvPr>
            <p:ph type="title"/>
          </p:nvPr>
        </p:nvSpPr>
        <p:spPr>
          <a:xfrm>
            <a:off x="457200" y="438150"/>
            <a:ext cx="1887220" cy="671830"/>
          </a:xfrm>
          <a:prstGeom prst="rect">
            <a:avLst/>
          </a:prstGeom>
        </p:spPr>
        <p:txBody>
          <a:bodyPr spcFirstLastPara="1" wrap="square" lIns="0" tIns="0" rIns="0" bIns="0" anchor="ctr" anchorCtr="0">
            <a:noAutofit/>
          </a:bodyPr>
          <a:lstStyle/>
          <a:p>
            <a:pPr algn="ctr"/>
            <a:r>
              <a:rPr lang="en-US" i="0">
                <a:solidFill>
                  <a:schemeClr val="tx1">
                    <a:lumMod val="50000"/>
                  </a:schemeClr>
                </a:solidFill>
                <a:latin typeface="Times New Roman" panose="02020603050405020304" charset="0"/>
                <a:cs typeface="Times New Roman" panose="02020603050405020304" charset="0"/>
              </a:rPr>
              <a:t>Tài liệu tham khảo</a:t>
            </a:r>
            <a:endParaRPr lang="en-US" i="0">
              <a:solidFill>
                <a:schemeClr val="tx1">
                  <a:lumMod val="50000"/>
                </a:schemeClr>
              </a:solidFill>
              <a:latin typeface="Times New Roman" panose="02020603050405020304" charset="0"/>
              <a:cs typeface="Times New Roman" panose="02020603050405020304" charset="0"/>
            </a:endParaRPr>
          </a:p>
        </p:txBody>
      </p:sp>
      <p:sp>
        <p:nvSpPr>
          <p:cNvPr id="633" name="Google Shape;633;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
        <p:nvSpPr>
          <p:cNvPr id="134" name="Google Shape;134;p21"/>
          <p:cNvSpPr txBox="1"/>
          <p:nvPr>
            <p:ph type="body" idx="1"/>
          </p:nvPr>
        </p:nvSpPr>
        <p:spPr>
          <a:xfrm>
            <a:off x="381000" y="1352550"/>
            <a:ext cx="8316595" cy="3240405"/>
          </a:xfrm>
          <a:prstGeom prst="rect">
            <a:avLst/>
          </a:prstGeom>
        </p:spPr>
        <p:txBody>
          <a:bodyPr spcFirstLastPara="1" wrap="square" lIns="91425" tIns="91425" rIns="91425" bIns="91425" anchor="t" anchorCtr="0">
            <a:noAutofit/>
          </a:bodyPr>
          <a:p>
            <a:pPr marL="76200" lvl="0" indent="0" algn="l" rtl="0">
              <a:lnSpc>
                <a:spcPct val="150000"/>
              </a:lnSpc>
              <a:spcBef>
                <a:spcPts val="600"/>
              </a:spcBef>
              <a:spcAft>
                <a:spcPts val="0"/>
              </a:spcAft>
              <a:buSzPts val="2400"/>
              <a:buNone/>
            </a:pPr>
            <a:r>
              <a:rPr lang="en-US" altLang="en-GB">
                <a:solidFill>
                  <a:schemeClr val="accent1"/>
                </a:solidFill>
              </a:rPr>
              <a:t>1. </a:t>
            </a:r>
            <a:r>
              <a:rPr lang="en-GB" sz="2400">
                <a:solidFill>
                  <a:schemeClr val="accent1"/>
                </a:solidFill>
              </a:rPr>
              <a:t>https://uk.mathworks.com/</a:t>
            </a:r>
            <a:endParaRPr lang="en-GB" sz="2400">
              <a:solidFill>
                <a:schemeClr val="accent1"/>
              </a:solidFill>
            </a:endParaRPr>
          </a:p>
          <a:p>
            <a:pPr marL="76200" lvl="0" indent="0" algn="l" rtl="0">
              <a:lnSpc>
                <a:spcPct val="150000"/>
              </a:lnSpc>
              <a:spcBef>
                <a:spcPts val="600"/>
              </a:spcBef>
              <a:spcAft>
                <a:spcPts val="0"/>
              </a:spcAft>
              <a:buSzPts val="2400"/>
              <a:buNone/>
            </a:pPr>
            <a:r>
              <a:rPr lang="en-US" altLang="en-GB" sz="2400">
                <a:solidFill>
                  <a:schemeClr val="accent1"/>
                </a:solidFill>
              </a:rPr>
              <a:t>2. Giáo trình Thống kê ứng dụng (GS.TSKH Đặng Hùng Thắng ) -Tiêu chuẩn phi tham số</a:t>
            </a:r>
            <a:endParaRPr lang="en-US" altLang="en-GB" sz="2400">
              <a:solidFill>
                <a:schemeClr val="accent1"/>
              </a:solidFill>
            </a:endParaRPr>
          </a:p>
          <a:p>
            <a:pPr marL="76200" lvl="0" indent="0" algn="l" rtl="0">
              <a:lnSpc>
                <a:spcPct val="150000"/>
              </a:lnSpc>
              <a:spcBef>
                <a:spcPts val="600"/>
              </a:spcBef>
              <a:spcAft>
                <a:spcPts val="0"/>
              </a:spcAft>
              <a:buSzPts val="2400"/>
              <a:buNone/>
            </a:pPr>
            <a:r>
              <a:rPr lang="en-US" altLang="en-GB" sz="2400">
                <a:solidFill>
                  <a:schemeClr val="accent1"/>
                </a:solidFill>
              </a:rPr>
              <a:t>3. https://www.marketingevolution.com/</a:t>
            </a:r>
            <a:endParaRPr lang="en-US" altLang="en-GB" sz="2400">
              <a:solidFill>
                <a:schemeClr val="accent1"/>
              </a:solidFill>
            </a:endParaRPr>
          </a:p>
          <a:p>
            <a:pPr marL="76200" lvl="0" indent="0" algn="l" rtl="0">
              <a:spcBef>
                <a:spcPts val="600"/>
              </a:spcBef>
              <a:spcAft>
                <a:spcPts val="0"/>
              </a:spcAft>
              <a:buSzPts val="2400"/>
              <a:buNone/>
            </a:pPr>
            <a:endParaRPr lang="en-GB">
              <a:solidFill>
                <a:schemeClr val="accent1"/>
              </a:solidFill>
            </a:endParaRPr>
          </a:p>
          <a:p>
            <a:pPr marL="0" lvl="0" indent="0" algn="l" rtl="0">
              <a:spcBef>
                <a:spcPts val="600"/>
              </a:spcBef>
              <a:spcAft>
                <a:spcPts val="0"/>
              </a:spcAft>
              <a:buNone/>
            </a:pPr>
          </a:p>
          <a:p>
            <a:pPr marL="0" lvl="0" indent="0" algn="l" rtl="0">
              <a:spcBef>
                <a:spcPts val="600"/>
              </a:spcBef>
              <a:spcAft>
                <a:spcPts val="0"/>
              </a:spcAft>
              <a:buNone/>
            </a:pPr>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8"/>
          <p:cNvSpPr txBox="1">
            <a:spLocks noGrp="1"/>
          </p:cNvSpPr>
          <p:nvPr>
            <p:ph type="ctrTitle" idx="4294967295"/>
          </p:nvPr>
        </p:nvSpPr>
        <p:spPr>
          <a:xfrm>
            <a:off x="685800" y="2190946"/>
            <a:ext cx="7772400" cy="960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ltLang="en-GB" sz="3200">
                <a:solidFill>
                  <a:srgbClr val="FFFFFF"/>
                </a:solidFill>
                <a:latin typeface="Times New Roman" panose="02020603050405020304" charset="0"/>
                <a:cs typeface="Times New Roman" panose="02020603050405020304" charset="0"/>
              </a:rPr>
              <a:t>Cảm ơn thầy cô và các bạn đã lắng nghe</a:t>
            </a:r>
            <a:endParaRPr lang="en-US" altLang="en-GB" sz="3200">
              <a:solidFill>
                <a:srgbClr val="FFFFFF"/>
              </a:solidFill>
              <a:latin typeface="Times New Roman" panose="02020603050405020304" charset="0"/>
              <a:cs typeface="Times New Roman" panose="02020603050405020304" charset="0"/>
            </a:endParaRPr>
          </a:p>
        </p:txBody>
      </p:sp>
      <p:sp>
        <p:nvSpPr>
          <p:cNvPr id="325" name="Google Shape;325;p38"/>
          <p:cNvSpPr/>
          <p:nvPr/>
        </p:nvSpPr>
        <p:spPr>
          <a:xfrm>
            <a:off x="4396971" y="1428920"/>
            <a:ext cx="350068" cy="314242"/>
          </a:xfrm>
          <a:custGeom>
            <a:avLst/>
            <a:gdLst/>
            <a:ahLst/>
            <a:cxnLst/>
            <a:rect l="l" t="t" r="r" b="b"/>
            <a:pathLst>
              <a:path w="16660" h="14955" fill="none" extrusionOk="0">
                <a:moveTo>
                  <a:pt x="12373" y="1"/>
                </a:moveTo>
                <a:lnTo>
                  <a:pt x="12373" y="1"/>
                </a:lnTo>
                <a:lnTo>
                  <a:pt x="12032" y="1"/>
                </a:lnTo>
                <a:lnTo>
                  <a:pt x="11691" y="49"/>
                </a:lnTo>
                <a:lnTo>
                  <a:pt x="11350" y="123"/>
                </a:lnTo>
                <a:lnTo>
                  <a:pt x="11033" y="196"/>
                </a:lnTo>
                <a:lnTo>
                  <a:pt x="10716" y="317"/>
                </a:lnTo>
                <a:lnTo>
                  <a:pt x="10424" y="464"/>
                </a:lnTo>
                <a:lnTo>
                  <a:pt x="10132" y="610"/>
                </a:lnTo>
                <a:lnTo>
                  <a:pt x="9864" y="804"/>
                </a:lnTo>
                <a:lnTo>
                  <a:pt x="9620" y="999"/>
                </a:lnTo>
                <a:lnTo>
                  <a:pt x="9377" y="1219"/>
                </a:lnTo>
                <a:lnTo>
                  <a:pt x="9158" y="1462"/>
                </a:lnTo>
                <a:lnTo>
                  <a:pt x="8939" y="1706"/>
                </a:lnTo>
                <a:lnTo>
                  <a:pt x="8768" y="1974"/>
                </a:lnTo>
                <a:lnTo>
                  <a:pt x="8598" y="2266"/>
                </a:lnTo>
                <a:lnTo>
                  <a:pt x="8451" y="2558"/>
                </a:lnTo>
                <a:lnTo>
                  <a:pt x="8330" y="2850"/>
                </a:lnTo>
                <a:lnTo>
                  <a:pt x="8330" y="2850"/>
                </a:lnTo>
                <a:lnTo>
                  <a:pt x="8208" y="2558"/>
                </a:lnTo>
                <a:lnTo>
                  <a:pt x="8062" y="2266"/>
                </a:lnTo>
                <a:lnTo>
                  <a:pt x="7891" y="1974"/>
                </a:lnTo>
                <a:lnTo>
                  <a:pt x="7721" y="1706"/>
                </a:lnTo>
                <a:lnTo>
                  <a:pt x="7502" y="1462"/>
                </a:lnTo>
                <a:lnTo>
                  <a:pt x="7282" y="1219"/>
                </a:lnTo>
                <a:lnTo>
                  <a:pt x="7039" y="999"/>
                </a:lnTo>
                <a:lnTo>
                  <a:pt x="6795" y="804"/>
                </a:lnTo>
                <a:lnTo>
                  <a:pt x="6527" y="610"/>
                </a:lnTo>
                <a:lnTo>
                  <a:pt x="6235" y="464"/>
                </a:lnTo>
                <a:lnTo>
                  <a:pt x="5943" y="317"/>
                </a:lnTo>
                <a:lnTo>
                  <a:pt x="5626" y="196"/>
                </a:lnTo>
                <a:lnTo>
                  <a:pt x="5310" y="123"/>
                </a:lnTo>
                <a:lnTo>
                  <a:pt x="4969" y="49"/>
                </a:lnTo>
                <a:lnTo>
                  <a:pt x="4628" y="1"/>
                </a:lnTo>
                <a:lnTo>
                  <a:pt x="4287" y="1"/>
                </a:lnTo>
                <a:lnTo>
                  <a:pt x="4287" y="1"/>
                </a:lnTo>
                <a:lnTo>
                  <a:pt x="3848" y="25"/>
                </a:lnTo>
                <a:lnTo>
                  <a:pt x="3434" y="74"/>
                </a:lnTo>
                <a:lnTo>
                  <a:pt x="3020" y="196"/>
                </a:lnTo>
                <a:lnTo>
                  <a:pt x="2606" y="342"/>
                </a:lnTo>
                <a:lnTo>
                  <a:pt x="2241" y="512"/>
                </a:lnTo>
                <a:lnTo>
                  <a:pt x="1900" y="731"/>
                </a:lnTo>
                <a:lnTo>
                  <a:pt x="1559" y="975"/>
                </a:lnTo>
                <a:lnTo>
                  <a:pt x="1267" y="1243"/>
                </a:lnTo>
                <a:lnTo>
                  <a:pt x="974" y="1560"/>
                </a:lnTo>
                <a:lnTo>
                  <a:pt x="731" y="1876"/>
                </a:lnTo>
                <a:lnTo>
                  <a:pt x="512" y="2241"/>
                </a:lnTo>
                <a:lnTo>
                  <a:pt x="341" y="2607"/>
                </a:lnTo>
                <a:lnTo>
                  <a:pt x="195" y="2996"/>
                </a:lnTo>
                <a:lnTo>
                  <a:pt x="98" y="3410"/>
                </a:lnTo>
                <a:lnTo>
                  <a:pt x="25" y="3849"/>
                </a:lnTo>
                <a:lnTo>
                  <a:pt x="0" y="4287"/>
                </a:lnTo>
                <a:lnTo>
                  <a:pt x="0" y="4287"/>
                </a:lnTo>
                <a:lnTo>
                  <a:pt x="0" y="4580"/>
                </a:lnTo>
                <a:lnTo>
                  <a:pt x="25" y="4872"/>
                </a:lnTo>
                <a:lnTo>
                  <a:pt x="122" y="5432"/>
                </a:lnTo>
                <a:lnTo>
                  <a:pt x="244" y="5992"/>
                </a:lnTo>
                <a:lnTo>
                  <a:pt x="439" y="6528"/>
                </a:lnTo>
                <a:lnTo>
                  <a:pt x="658" y="7039"/>
                </a:lnTo>
                <a:lnTo>
                  <a:pt x="926" y="7526"/>
                </a:lnTo>
                <a:lnTo>
                  <a:pt x="1194" y="7989"/>
                </a:lnTo>
                <a:lnTo>
                  <a:pt x="1510" y="8452"/>
                </a:lnTo>
                <a:lnTo>
                  <a:pt x="1851" y="8890"/>
                </a:lnTo>
                <a:lnTo>
                  <a:pt x="2192" y="9304"/>
                </a:lnTo>
                <a:lnTo>
                  <a:pt x="2558" y="9718"/>
                </a:lnTo>
                <a:lnTo>
                  <a:pt x="2923" y="10108"/>
                </a:lnTo>
                <a:lnTo>
                  <a:pt x="3629" y="10839"/>
                </a:lnTo>
                <a:lnTo>
                  <a:pt x="4287" y="11496"/>
                </a:lnTo>
                <a:lnTo>
                  <a:pt x="4287" y="11496"/>
                </a:lnTo>
                <a:lnTo>
                  <a:pt x="4847" y="12032"/>
                </a:lnTo>
                <a:lnTo>
                  <a:pt x="5480" y="12592"/>
                </a:lnTo>
                <a:lnTo>
                  <a:pt x="6820" y="13737"/>
                </a:lnTo>
                <a:lnTo>
                  <a:pt x="7891" y="14614"/>
                </a:lnTo>
                <a:lnTo>
                  <a:pt x="8330" y="14955"/>
                </a:lnTo>
                <a:lnTo>
                  <a:pt x="8330" y="14955"/>
                </a:lnTo>
                <a:lnTo>
                  <a:pt x="8768" y="14614"/>
                </a:lnTo>
                <a:lnTo>
                  <a:pt x="9815" y="13761"/>
                </a:lnTo>
                <a:lnTo>
                  <a:pt x="11155" y="12617"/>
                </a:lnTo>
                <a:lnTo>
                  <a:pt x="11788" y="12056"/>
                </a:lnTo>
                <a:lnTo>
                  <a:pt x="12373" y="11496"/>
                </a:lnTo>
                <a:lnTo>
                  <a:pt x="12373" y="11496"/>
                </a:lnTo>
                <a:lnTo>
                  <a:pt x="13030" y="10839"/>
                </a:lnTo>
                <a:lnTo>
                  <a:pt x="13736" y="10108"/>
                </a:lnTo>
                <a:lnTo>
                  <a:pt x="14102" y="9718"/>
                </a:lnTo>
                <a:lnTo>
                  <a:pt x="14467" y="9304"/>
                </a:lnTo>
                <a:lnTo>
                  <a:pt x="14808" y="8890"/>
                </a:lnTo>
                <a:lnTo>
                  <a:pt x="15149" y="8452"/>
                </a:lnTo>
                <a:lnTo>
                  <a:pt x="15466" y="7989"/>
                </a:lnTo>
                <a:lnTo>
                  <a:pt x="15734" y="7526"/>
                </a:lnTo>
                <a:lnTo>
                  <a:pt x="16001" y="7039"/>
                </a:lnTo>
                <a:lnTo>
                  <a:pt x="16221" y="6528"/>
                </a:lnTo>
                <a:lnTo>
                  <a:pt x="16416" y="5992"/>
                </a:lnTo>
                <a:lnTo>
                  <a:pt x="16537" y="5432"/>
                </a:lnTo>
                <a:lnTo>
                  <a:pt x="16635" y="4872"/>
                </a:lnTo>
                <a:lnTo>
                  <a:pt x="16659" y="4580"/>
                </a:lnTo>
                <a:lnTo>
                  <a:pt x="16659" y="4287"/>
                </a:lnTo>
                <a:lnTo>
                  <a:pt x="16659" y="4287"/>
                </a:lnTo>
                <a:lnTo>
                  <a:pt x="16635" y="3849"/>
                </a:lnTo>
                <a:lnTo>
                  <a:pt x="16562" y="3410"/>
                </a:lnTo>
                <a:lnTo>
                  <a:pt x="16464" y="2996"/>
                </a:lnTo>
                <a:lnTo>
                  <a:pt x="16318" y="2607"/>
                </a:lnTo>
                <a:lnTo>
                  <a:pt x="16148" y="2241"/>
                </a:lnTo>
                <a:lnTo>
                  <a:pt x="15928" y="1876"/>
                </a:lnTo>
                <a:lnTo>
                  <a:pt x="15685" y="1560"/>
                </a:lnTo>
                <a:lnTo>
                  <a:pt x="15393" y="1243"/>
                </a:lnTo>
                <a:lnTo>
                  <a:pt x="15100" y="975"/>
                </a:lnTo>
                <a:lnTo>
                  <a:pt x="14759" y="731"/>
                </a:lnTo>
                <a:lnTo>
                  <a:pt x="14418" y="512"/>
                </a:lnTo>
                <a:lnTo>
                  <a:pt x="14053" y="342"/>
                </a:lnTo>
                <a:lnTo>
                  <a:pt x="13639" y="196"/>
                </a:lnTo>
                <a:lnTo>
                  <a:pt x="13225" y="74"/>
                </a:lnTo>
                <a:lnTo>
                  <a:pt x="12811" y="25"/>
                </a:lnTo>
                <a:lnTo>
                  <a:pt x="12373" y="1"/>
                </a:lnTo>
                <a:lnTo>
                  <a:pt x="12373" y="1"/>
                </a:lnTo>
                <a:close/>
              </a:path>
            </a:pathLst>
          </a:custGeom>
          <a:noFill/>
          <a:ln w="12175" cap="rnd" cmpd="sng">
            <a:solidFill>
              <a:srgbClr val="ECC1C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mc:AlternateContent xmlns:mc="http://schemas.openxmlformats.org/markup-compatibility/2006">
    <mc:Choice xmlns:p14="http://schemas.microsoft.com/office/powerpoint/2010/main" Requires="p14">
      <p:transition p14:dur="500">
        <p:wipe/>
      </p:transition>
    </mc:Choice>
    <mc:Fallback>
      <p:transition>
        <p:wipe/>
      </p:transition>
    </mc:Fallback>
  </mc:AlternateContent>
</p:sld>
</file>

<file path=ppt/theme/theme1.xml><?xml version="1.0" encoding="utf-8"?>
<a:theme xmlns:a="http://schemas.openxmlformats.org/drawingml/2006/main" name="Ophelia template">
  <a:themeElements>
    <a:clrScheme name="Custom 347">
      <a:dk1>
        <a:srgbClr val="4D4A56"/>
      </a:dk1>
      <a:lt1>
        <a:srgbClr val="FFFFFF"/>
      </a:lt1>
      <a:dk2>
        <a:srgbClr val="888394"/>
      </a:dk2>
      <a:lt2>
        <a:srgbClr val="E7E7EC"/>
      </a:lt2>
      <a:accent1>
        <a:srgbClr val="ECC1C8"/>
      </a:accent1>
      <a:accent2>
        <a:srgbClr val="E48DA3"/>
      </a:accent2>
      <a:accent3>
        <a:srgbClr val="AEA4CC"/>
      </a:accent3>
      <a:accent4>
        <a:srgbClr val="8F86AC"/>
      </a:accent4>
      <a:accent5>
        <a:srgbClr val="F0DFAE"/>
      </a:accent5>
      <a:accent6>
        <a:srgbClr val="E0B88E"/>
      </a:accent6>
      <a:hlink>
        <a:srgbClr val="4D4A56"/>
      </a:hlink>
      <a:folHlink>
        <a:srgbClr val="6611CC"/>
      </a:folHlink>
    </a:clrScheme>
    <a:fontScheme name="Office">
      <a:majorFont>
        <a:latin typeface="Arial"/>
        <a:ea typeface="Courant"/>
        <a:cs typeface="Coura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Courant"/>
        <a:cs typeface="Coura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Courant"/>
        <a:cs typeface="Coura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Courant"/>
        <a:cs typeface="Coura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ourant"/>
        <a:cs typeface="Coura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ourant"/>
        <a:cs typeface="Coura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8198</Words>
  <Application>WPS Presentation</Application>
  <PresentationFormat>On-screen Show (16:9)</PresentationFormat>
  <Paragraphs>566</Paragraphs>
  <Slides>58</Slides>
  <Notes>39</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58</vt:i4>
      </vt:variant>
    </vt:vector>
  </HeadingPairs>
  <TitlesOfParts>
    <vt:vector size="74" baseType="lpstr">
      <vt:lpstr>Arial</vt:lpstr>
      <vt:lpstr>SimSun</vt:lpstr>
      <vt:lpstr>Wingdings</vt:lpstr>
      <vt:lpstr>Arial</vt:lpstr>
      <vt:lpstr>Playfair Display</vt:lpstr>
      <vt:lpstr>Courant</vt:lpstr>
      <vt:lpstr>Tinos</vt:lpstr>
      <vt:lpstr>Times New Roman</vt:lpstr>
      <vt:lpstr>MaplePi</vt:lpstr>
      <vt:lpstr>Calibri</vt:lpstr>
      <vt:lpstr>Microsoft YaHei</vt:lpstr>
      <vt:lpstr>Arial Unicode MS</vt:lpstr>
      <vt:lpstr>Cambria Math</vt:lpstr>
      <vt:lpstr>Wingdings</vt:lpstr>
      <vt:lpstr>Times New Roman</vt:lpstr>
      <vt:lpstr>Ophelia template</vt:lpstr>
      <vt:lpstr>THỰC HÀNH TÍNH TOÁN</vt:lpstr>
      <vt:lpstr>TEAM 12</vt:lpstr>
      <vt:lpstr>Thành viên </vt:lpstr>
      <vt:lpstr>Nội Dung</vt:lpstr>
      <vt:lpstr>1</vt:lpstr>
      <vt:lpstr>Marketing là gì?</vt:lpstr>
      <vt:lpstr>PowerPoint 演示文稿</vt:lpstr>
      <vt:lpstr>185,244 users</vt:lpstr>
      <vt:lpstr>PowerPoint 演示文稿</vt:lpstr>
      <vt:lpstr>2</vt:lpstr>
      <vt:lpstr>Bảng dữ liệu</vt:lpstr>
      <vt:lpstr>Xử lý các biến</vt:lpstr>
      <vt:lpstr>Bảng dữ liệu mới</vt:lpstr>
      <vt:lpstr>Xử lý Outliers</vt:lpstr>
      <vt:lpstr>Boxplot</vt:lpstr>
      <vt:lpstr>PowerPoint 演示文稿</vt:lpstr>
      <vt:lpstr>Xử lý giá trị NaN</vt:lpstr>
      <vt:lpstr>PowerPoint 演示文稿</vt:lpstr>
      <vt:lpstr>Tổng quan thống kê</vt:lpstr>
      <vt:lpstr>Bảng tổng quan thống kê</vt:lpstr>
      <vt:lpstr>PowerPoint 演示文稿</vt:lpstr>
      <vt:lpstr>3</vt:lpstr>
      <vt:lpstr>Trực quan hoá dữ liệu</vt:lpstr>
      <vt:lpstr>PowerPoint 演示文稿</vt:lpstr>
      <vt:lpstr>Phân bổ văn  bằng theo  mức thu nhập</vt:lpstr>
      <vt:lpstr>Chi tiêu theo Thu nhập   </vt:lpstr>
      <vt:lpstr>Bằng cấp theo tình trạng hôn nhân</vt:lpstr>
      <vt:lpstr>PowerPoint 演示文稿</vt:lpstr>
      <vt:lpstr>Sức mua qua mỗi kênh</vt:lpstr>
      <vt:lpstr>Tổng lượng mua ở mỗi quốc gia</vt:lpstr>
      <vt:lpstr>Sản phẩm</vt:lpstr>
      <vt:lpstr>PowerPoint 演示文稿</vt:lpstr>
      <vt:lpstr>Hiệu suất trung bình của từng chiến dịch ở mỗi quốc gia</vt:lpstr>
      <vt:lpstr>4</vt:lpstr>
      <vt:lpstr>Xử lý các biến</vt:lpstr>
      <vt:lpstr>Phương pháp kiểm tra phân phối chuẩn</vt:lpstr>
      <vt:lpstr>Sử dụng biểu đồ</vt:lpstr>
      <vt:lpstr>Sử dụng biểu đồ</vt:lpstr>
      <vt:lpstr>Sử dụng biểu đồ</vt:lpstr>
      <vt:lpstr>PowerPoint 演示文稿</vt:lpstr>
      <vt:lpstr>Sử dụng biểu đồ</vt:lpstr>
      <vt:lpstr>5</vt:lpstr>
      <vt:lpstr>Kiểm tra tương quan</vt:lpstr>
      <vt:lpstr>PowerPoint 演示文稿</vt:lpstr>
      <vt:lpstr>PowerPoint 演示文稿</vt:lpstr>
      <vt:lpstr>PowerPoint 演示文稿</vt:lpstr>
      <vt:lpstr>Các biến phân loại: Kiểm định Chi bình phương cho tính độc lập</vt:lpstr>
      <vt:lpstr>PowerPoint 演示文稿</vt:lpstr>
      <vt:lpstr>dof  =  (r - 1)(c - 1)</vt:lpstr>
      <vt:lpstr>PowerPoint 演示文稿</vt:lpstr>
      <vt:lpstr>PowerPoint 演示文稿</vt:lpstr>
      <vt:lpstr>PowerPoint 演示文稿</vt:lpstr>
      <vt:lpstr>PowerPoint 演示文稿</vt:lpstr>
      <vt:lpstr>Giải thích kết quả</vt:lpstr>
      <vt:lpstr>6</vt:lpstr>
      <vt:lpstr>Tổng kết</vt:lpstr>
      <vt:lpstr>Tài liệu tham khảo</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
  <cp:lastModifiedBy>lan</cp:lastModifiedBy>
  <cp:revision>14</cp:revision>
  <dcterms:created xsi:type="dcterms:W3CDTF">2021-11-24T17:30:00Z</dcterms:created>
  <dcterms:modified xsi:type="dcterms:W3CDTF">2021-11-27T10:40:55Z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8DD7D43A6127443EA31048B86C794A5E</vt:lpwstr>
  </property>
  <property fmtid="{D5CDD505-2E9C-101B-9397-08002B2CF9AE}" pid="3" name="KSOProductBuildVer">
    <vt:lpwstr>1033-11.2.0.10382</vt:lpwstr>
  </property>
</Properties>
</file>